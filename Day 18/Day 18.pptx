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56" r:id="rId2"/>
    <p:sldId id="463" r:id="rId3"/>
    <p:sldId id="513" r:id="rId4"/>
    <p:sldId id="514" r:id="rId5"/>
    <p:sldId id="515" r:id="rId6"/>
    <p:sldId id="688" r:id="rId7"/>
    <p:sldId id="529" r:id="rId8"/>
    <p:sldId id="689" r:id="rId9"/>
    <p:sldId id="533" r:id="rId10"/>
    <p:sldId id="690" r:id="rId11"/>
    <p:sldId id="691" r:id="rId12"/>
    <p:sldId id="692" r:id="rId13"/>
    <p:sldId id="528" r:id="rId14"/>
    <p:sldId id="534" r:id="rId15"/>
    <p:sldId id="535" r:id="rId16"/>
    <p:sldId id="536" r:id="rId17"/>
    <p:sldId id="537" r:id="rId18"/>
    <p:sldId id="693" r:id="rId19"/>
    <p:sldId id="694" r:id="rId20"/>
    <p:sldId id="538" r:id="rId21"/>
    <p:sldId id="695" r:id="rId22"/>
    <p:sldId id="696" r:id="rId23"/>
    <p:sldId id="697" r:id="rId24"/>
    <p:sldId id="539" r:id="rId25"/>
    <p:sldId id="540" r:id="rId26"/>
    <p:sldId id="541" r:id="rId27"/>
    <p:sldId id="542" r:id="rId28"/>
    <p:sldId id="521" r:id="rId29"/>
    <p:sldId id="522" r:id="rId30"/>
    <p:sldId id="523" r:id="rId31"/>
    <p:sldId id="524" r:id="rId32"/>
    <p:sldId id="525" r:id="rId33"/>
    <p:sldId id="530" r:id="rId34"/>
    <p:sldId id="532" r:id="rId35"/>
    <p:sldId id="526" r:id="rId36"/>
    <p:sldId id="531" r:id="rId37"/>
    <p:sldId id="520" r:id="rId38"/>
    <p:sldId id="677" r:id="rId39"/>
    <p:sldId id="673" r:id="rId40"/>
    <p:sldId id="674" r:id="rId41"/>
    <p:sldId id="675" r:id="rId42"/>
    <p:sldId id="516" r:id="rId43"/>
    <p:sldId id="517" r:id="rId44"/>
    <p:sldId id="518" r:id="rId45"/>
    <p:sldId id="519" r:id="rId46"/>
    <p:sldId id="678" r:id="rId47"/>
    <p:sldId id="679" r:id="rId48"/>
    <p:sldId id="680" r:id="rId49"/>
    <p:sldId id="681" r:id="rId50"/>
    <p:sldId id="508" r:id="rId51"/>
    <p:sldId id="509" r:id="rId52"/>
    <p:sldId id="510" r:id="rId53"/>
    <p:sldId id="477" r:id="rId54"/>
    <p:sldId id="399" r:id="rId55"/>
    <p:sldId id="409" r:id="rId56"/>
    <p:sldId id="481" r:id="rId57"/>
    <p:sldId id="482" r:id="rId58"/>
    <p:sldId id="507"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46" autoAdjust="0"/>
    <p:restoredTop sz="94660"/>
  </p:normalViewPr>
  <p:slideViewPr>
    <p:cSldViewPr snapToGrid="0">
      <p:cViewPr varScale="1">
        <p:scale>
          <a:sx n="104" d="100"/>
          <a:sy n="104" d="100"/>
        </p:scale>
        <p:origin x="528"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1-12-18T06:10:26.403"/>
    </inkml:context>
    <inkml:brush xml:id="br0">
      <inkml:brushProperty name="width" value="0.05" units="cm"/>
      <inkml:brushProperty name="height" value="0.05" units="cm"/>
      <inkml:brushProperty name="fitToCurve" value="1"/>
    </inkml:brush>
    <inkml:brush xml:id="br1">
      <inkml:brushProperty name="width" value="0.05" units="cm"/>
      <inkml:brushProperty name="height" value="0.05" units="cm"/>
      <inkml:brushProperty name="color" value="#ED1C24"/>
      <inkml:brushProperty name="fitToCurve" value="1"/>
    </inkml:brush>
  </inkml:definitions>
  <inkml:trace contextRef="#ctx0" brushRef="#br0">2928 583 0,'-20'0'0,"40"0"47,-20-21-16,0 0 0,0 1-15,-20 20-1,-2 0 1,2 0-16,-1 0 16,0 0-16,1 20 0,-22-20 15,21 21-15,1 0 0,-1-1 16,0-20-16,0 22 15,21-2-15,0 1 0,21-1 16,-21 1 0,21-21-16,20 0 15,-20 21-15,-1-21 0,22 0 0,-21 0 16,20 0-16,-19 0 16,-2 0-16,1 0 0,-1 21 15,1-21-15,0 0 0,0 21 16,-21-1-16,0 1 15,0-1 1,0 2-16,-21-22 16,0 20-16,0 1 0,1 0 15,-21-21-15,19 20 0,-19-20 16,20 22-16,-21-22 16,22 0-16,-1 0 0,1 0 15,-1 0-15,0-22 16,0 22-1,21-20-15</inkml:trace>
  <inkml:trace contextRef="#ctx0" brushRef="#br0" timeOffset="1">3136 666 0,'-22'0'15,"22"20"1,0 1-1,0 0 1,0 0-16,0 0 0,0-1 16,0 1-16,0-1 15,0 2-15,0 19 0,0-20 16,-20-1-16,20 2 16,-21-22-1,21-22 1,0 2-1,0-22-15,21 22 0,-21-22 16,0 1-16,20-1 0,-20 0 16,22 1-16,-2-1 15,1 22-15,-21-22 0,21 22 16,-1-2-16,2 2 16,-2 20-16,1 0 0,-1 20 15,1 2-15,-21 19 0,22-20 16,-2 21-16,-20-1 15,21 0-15,-21-20 0,20 21 16,-20-1-16,0 1 16,21-22-16,-21 1 0,0 0 15</inkml:trace>
  <inkml:trace contextRef="#ctx0" brushRef="#br0" timeOffset="2">3156 790 0,'0'-20'16,"0"-1"15,21 21-31,0 0 0,-1-21 16,2 21-16,19 0 0</inkml:trace>
  <inkml:trace contextRef="#ctx0" brushRef="#br0" timeOffset="3">3468 603 0,'0'22'47,"0"-2"-32,21 1-15,-21-1 16,0 1-16,20 21 0,-20-21 16,0-1-16,21 21 0,-21-19 15,0-2-15,0 1 16,0 0-16,0-1 0,-21 2 16,1-44 15,-1 2-31,21-1 15,-21-20-15,21 19 16,-21-19-16,21 0 0,0-1 16,-21 1-16,21 0 15,0 19-15,21-19 0,0 20 16,-21 1-16,21 20 0,0-22 16,-1 22-16,1 0 15,-1 22-15,2-22 0,-2 20 16,1 1-16,-21 0 15,21-1-15,-21 2 0,0-2 16,0 1-16,0-1 0,-21 1 16,0 0-16,1 0 15,-2-21-15,2 0 0,-1 21 16,1-21-16,-1-21 16</inkml:trace>
  <inkml:trace contextRef="#ctx0" brushRef="#br0" timeOffset="4">3966 499 0,'0'-20'0,"0"-1"16,0 1-1,-21 20-15,0 0 16,1 20 0,-1 1-16,0-1 0,0 2 15,1-2-15,-1 22 16,0 0-16,21-1 0,-21 0 15,21 1-15,0-1 0,21 0 16,-21-19-16,21 19 16,0-20-16,-1-1 0,1-20 15,21 22-15,-22-22 16,1 0-16,20-22 0,-19 22 16,-2-20-16,1-1 15,-1 0-15,-20 1 0,0-22 16,0 21-16,0 1 0,0-1 15,-20 0-15,20 0 16,-21 0-16,1 1 16,20-1-16,20 21 31,1 0-31,-1 21 16,1-21-16,-21 20 15,21 1-15,0 0 0,-21 0 16,21 0-16,-21-1 0,0 1 15,20 21-15,-20-22 16,0 1-16,0 0 16</inkml:trace>
  <inkml:trace contextRef="#ctx0" brushRef="#br0" timeOffset="5">4381 521 0,'0'-22'0,"-21"22"0,1-20 16,-1 20 0,21 20-1,-21 2-15,21-2 16,0 1-16,0 0 15,0 21-15,0-22 0,0 21 16,0 1-16,21-21 16,0 20-16,-1-20 0,1 21 15,-1-22-15,1 1 0,0 0 16,0-21-16,20 0 16,-20 0-16,21 0 15,-22-21-15,1 0 0,0 1 16,0-22-16,0 21 0,-21-20 15,0-1-15,0 1 0,0 0 16,-21 19-16,21-19 16,-21 20-16,0 1 0,0-2 15,1 2-15,-1 20 0,0 0 16,0 0-16,1 20 16</inkml:trace>
  <inkml:trace contextRef="#ctx0" brushRef="#br0" timeOffset="6">4775 458 0,'21'-20'0,"0"20"31,-1 0-31,1 20 15,-21 1 1,21 21-16,0-22 0,-21 22 16,0 0-16,0-1 15,0 0-15,0 1 0,0-1 16,0 0-16,0 1 0,-21-21 16</inkml:trace>
  <inkml:trace contextRef="#ctx0" brushRef="#br0" timeOffset="7">4941 43 0,'0'-21'0,"-21"21"16,-20-20-16,20 20 16,0 0-16,-20 0 0,20 0 15,-21 0-15,1 0 0,0 20 16,-22-20-16,1 0 16,0 0-16,-1 21 0,-19-21 15,-22 0-15,0 0 0,1 20 16,-1-20-16,0 0 15,-20 0-15,20 0 0,0 0 16,0 0-16,0 0 16,0 0-16,21 0 0,0 0 15,21 0-15,0 0 16,0 0-16,-1 22 0,1-22 16,20 0-16,1 0 0,-21 0 15,20 21-15,0-21 16,1 20-16,0-20 0,-1 21 15,1-21-15,20 20 16,-21-20-16,1 0 0,20 22 16,1-22-16,-22 0 0,21 0 15,1 0-15,-1 0 16,0 20-16,0-20 16,0 0-16,1 0 15,20 21-15,-21-21 16,21 21-1,0-1 1,0 2 0,0-2-16,21 1 0,-21 20 15,20-20-15,-20 21 16,21-1-16,-21 1 0,21 20 16,-21-20-16,21-1 15,-21 63-15,21-43 16,-21-19-16,0 20 15,0-20-15,0 20 0,20-20 16,-20-1-16,0-20 0,0 21 16,0-22-16,21 1 15,-21 0-15,20-21 16,2 20 0,-2-20-1,1 0-15,0 0 16,-1 0-1,1 0-15,0 0 16,0 0-16,-1 22 0,1-22 16,21 0-16,-1 0 15,0 0-15,1 0 0,20 0 16,-20 0-16,20 0 0,1 0 16,20 0-16,-21 0 15,21 0-15,0 0 0,-1 0 16,2 0-16,19 0 15,1 20-15,0-20 0,0 0 16,0 0-16,0 0 16,20 0-16,0 0 0,-20 0 15,21 0-15,-1 0 0,-20 21 16,21-21-16,-21 0 16,-1 0-16,1 0 0,-21 20 15,21-20-15,-21 0 0,0 0 16,0 0-16,0 0 15,0 21-15,-20-21 0,-2 0 16,-19 0-16,20 0 16,-21 0-16,1 0 0,-21 0 15,20 0-15,-19 0 0,-2 0 16,1-21 0,-21 1 30,-21 20-30,21-21 0,-20 21-16,20-20 0,-22-2 15,22 2-15,-20-22 16,-1 22-16,21-22 0,-21 1 16,1-1-16,-2-20 0,2-1 15,-1 1-15,-20 0 16,20 0-16,0-1 15,21 2-15,-21-2 0,1 0 16,20 22-16,0 0 0,0-1 16,0 1-16,0 20 0,0-21 15,0 22-15,0-1 16,0 0-16,0 1 16,0-2-1,20 22-15,-20-20 16,0-1 31,-20 21-32,-1 0-15,1-20 0,-2 20 16,2-21-16,-22 21 0,0 0 16,1-22-16,-21 22 15,-21-20-15,21 20 0,-42 0 16,20 0-16,-40-21 15,20 21-15,-20 0 0,-1 0 16,1 0-16</inkml:trace>
  <inkml:trace contextRef="#ctx0" brushRef="#br0" timeOffset="8">3758 1371 0,'21'0'15,"0"0"-15,0 0 16,-21 21-1,0 0 1,0 0 0,0-1-1,0 1 17,0 0-1,20 0-16,-20-1 1,0 1-16,0 0 16,0 0-1,0 0-15,0-1 0,0 1 16,-20 20-16,20-19 0,0 19 16,0-21-16,0 22 15,0-21-15,0 20 0,0 1 16,0-1-16,-21-20 15,21 21-15,0-1 0,0-20 16,0 20-16,0 22 16,0-22-16,0-20 15,0 20-15,0-20 16,0 62-16,0-62 16,0 21-16,21-22 0,-21 1 15,0 20-15,0-20 0,0 0 16,0 20-16,0-20 15,0 0-15,0 0 0,0 0 16,0-1-16,0 1 0,0-1 16,0 2-1,0-2-15,0 1 16,0 0 0,0-1-1,0 2 1,-21-22-16,21 20 31</inkml:trace>
  <inkml:trace contextRef="#ctx0" brushRef="#br0" timeOffset="9">3550 2762 0,'-20'0'16,"20"20"15,0 2-15,20-22-16,2 20 0,-2 1 15,1-21-15,0 21 16,-1-1-16,22 2 0,-21-2 16</inkml:trace>
  <inkml:trace contextRef="#ctx0" brushRef="#br0" timeOffset="10">4111 2866 0,'21'-21'16,"0"21"-16,-21-21 0,20 1 31,-20 40-15,-20-20 0,-1 21-16,0-21 15,-21 21-15,1-1 0,-1 22 16,-20-21-16,21-1 15,-21 1-15,20 0 0,0 0 16,1 0-16,21-21 0</inkml:trace>
  <inkml:trace contextRef="#ctx0" brushRef="#br0" timeOffset="11">167 3489 0,'0'-21'16,"-20"21"-1,20 21 1,0-1-1,-21 1 1,21 21-16,0-1 0,0 0 16,0 22-16,0-1 0,0 0 15,0 1-15,21 19 16,-21 1-16,20 1 0,-20-1 16,22-1-16,-22 1 15,0-20-15,0 20 0,20-21 16,-20 21-16,0-21 15,0 21-15,0-20 0,0 20 16,0-21-16,-20 21 0,20-21 16,0 21-16,-22-20 15,22-1-15,-20 21 0,20-21 16,-21 0-16,1 1 16,20-22-16,-21 22 0,21-22 15,-22 21-15,22-20 0,-20 20 16,20-21-16,0 22 15,-21-22-15,21 0 0,0 1 16,0 0-16,0 0 0,0-1 16,0-21-16,0 22 15,0-21-15,0 20 0,0-20 16,0 21-16,0-22 16,0 22-16,0-22 0,0 22 15,0-21-15,0-1 0,0 1 16,0 21-16,-20-21 15,20-1-15,0 1 0,0 0 16,0 21-16,0-22 16,0 1-16,0-1 0,0 2 15,0-2-15,0 1 0,0 0 16,0-1-16,0 2 16,0-2-16,0 1 15,0-1-15,0 1 16,0 0-1,0 0 1,0 0 0,0-1-1,20-20 1,1 0 0,-1 0-16,2-20 15,-1 20-15,-1 0 16,1 0-16,-1 0 0,22 0 15,-21 0-15,20 0 0,-19 0 16,19 20-16,0-20 16,22 0-16,-2 0 0,2 0 15,20 0-15,0 0 16,0 0-16,21 0 0,-1 0 16,1-20-16,21 20 0,-22 0 15,22 0-15,0 0 16,20 0-16,-20 20 15,20-20-15,0 0 0,145 0 16,-144 0-16,-21 0 16,20 0-16,0 0 15,-20 0-15,-1 0 0,1 0 16,-21 0-16,20 0 0,-20 0 16,20 21-16,-20-21 15,124 21 1,-124-21-16,20 0 0,-20 0 15,124 0-15,-124 0 16,0 0-16,0 0 0,104 0 16,-125 0-1,21 0-15,-21 0 0,21 0 16,-22 0-16,1-21 16,21 21-16,-21 0 0,0 0 15,0 0-15,0 0 16,0 0-16,0 0 0,0 0 15,0 0-15,0 0 0,-21 21 16,21-21-16,-20 0 16,-1 0-16,0 21 0,0-21 15,21 0-15,-20 20 0,20-20 16,0 0-16,0 0 16,-21 0-16,21 0 0,0 0 15,-20 0-15,20 0 16,-21 0-16,0 0 0,0 0 15,1 0-15,-22 0 0,21 21 16,-20-21-16,20 0 16,-21 0-16,22 0 0,-22 0 15,22 0-15,-1 21 0,-20-21 16,-1 0-16,22 0 16,-22 0-16,0 0 0,1 0 15,-1 0-15,0 0 16,1 20-16,0-20 0,-22 0 15,22 0-15,-21 0 0,20 0 16,-20 0-16,0 0 16,20 0-16,-20 0 0,-1 0 15,2 0-15,-2 0 16,1 0-16,0 0 16,-1-20-1,2 20-15,-2 0 16,1 0-16,-21-21 15,0 0 1,-21 21 0,1-20-1,-2 20-15,2 0 16,-1-21-16,0 21 16,1-21-16,20 0 0,0-20 15,-22 20 1,22-21-16,0 1 0,22-21 15,-22 0-15,20-1 16,1 1-16,-21-21 0,21 0 16,-21 0-16,0-1 0,20 2 15,2-1-15,-22 0 16,20-1-16,-20 23 0,21-23 16,-1 1-16,-20 1 15,0-1-15,21-1 16,-21 1-16,0 1 0,0-22 0,0 21 15,0 0-15,0-1 16,0 2-16,0 19 0,0 1 16,0 0-16,0-1 15,0 1-15,0 20 0,0-19 16,0 19-16,0-20 0,0 20 16,0 1-16,0-1 15,0 0-15,0 1 0,0 21 16,0-22-16,0 0 15,-21 22-15,21-1 0,-20-21 16,20 22-16,-21-22 0,21 21 16,-20 0-16,20 1 15,-22-21-15,22 19 0,-20 2 16,-1-22-16,21 22 16,0-2-16,-21-19 0,21 21 15,0-1-15,-20 0 0,20-21 16,0 22-16,0-1 15,0 1-15,0-2 0,0 2 16,0-1-16,0 0 16,0 1-16,0-2 15,0 2-15,20-1 16,-20 1 0,0-1-1,0-1 1,0 2-1,0-1 1,0 1 0,0-1-1,21 21-15,-21-20 16,0-2 0,-21 22 30,1 0-46,-2 0 16,2 0-16,-1 0 16,1 0-16,-22 0 0,21 0 15,-41 0-15,0 0 16,0 0-16,-21 0 0,-1 0 16,-20 0-16,1 0 15,-22 0-15,21-21 0,-20 21 16,0 0-16,-1-20 0,1 20 15,-1-21-15,0 21 16,1-20-16,-1 20 0,1-22 16,0 22-16,-1-20 15,21 20-15,-21-21 0,21 21 16,-20 0-16,20 0 0,-20-21 16,20 21-16,0 0 15,-124 0-15,145 0 16,-20 0-16,19 0 0,1 0 15,21 0-15,-21 0 16,21 0-16,0 0 0,-1 0 16,0 0-16,2 0 15,-2 0-15,1-20 0,0 20 16,0 0-16,-1 0 0,-82 0 16,83-22-1,-1 22-15,-19 0 0,19 0 16,-20 0-16,21 0 15,-21 0-15,0 0 0,21 0 16,-21 0-16,-1-20 0,23 20 16,-23 0-16,1 0 15,-62 0 1,82 0-16,-20 0 0,21 20 16,-21-20-16,0 0 0,21 0 15,0 0-15,-22 0 0,23 0 16,-2 0-16,-19 0 15,19 0-15,0 0 0,22 0 16,-21 0-16,0 0 16,20 0-16,-20 0 0,21 0 15,-1 0-15,1-20 0,-1 20 16,0 0-16,1 0 16,20 0-16,-20 0 0,-1 0 15,21 0-15,-20 0 0,20-21 16,-20 21-16,-1 0 15,1 0-15,-1 0 0,0 0 16,1 0-16,-1 0 16,1 0-16,-1 21 0,1-21 15,0 0-15,-1 0 0,0 0 16,22 0-16,-22 0 16,21 0-16,1 0 0,-22 0 15,21 0-15,0 0 16,1 0-16,-1 0 0,1 0 15,-2 0-15,2 0 16,-22 0-16,22 0 0,-1 0 16,-21 0-16,1 20 15,-1-20-15,21 0 16,-20 22-16,21-22 0,-2 0 16,2 20-16,-22-20 15,22 0-15,-2 0 0,2 0 16,-1 21-16,1-21 0,-1 0 15,0 0-15,0 0 16,0 0-16,1 21 16,-1-21-16,1 0 15,-2 0 1,2 0-16,20 20 16,-21-20-1,21 22 1,-21-22-16,21 20 15,-20 1 1,20-1 15,0 1-31,0 1 16,0-2-16,0 1 16,0-1-16,20 1 15,-20-1-15,0 2 16,0-1-16,0-1 15,0 1-15,0-1 16,0 2-16,0-2 0</inkml:trace>
  <inkml:trace contextRef="#ctx0" brushRef="#br0" timeOffset="12">375 3572 0,'0'-22'0,"0"2"16,0 40 0,0 2-1,0 19-15,0-20 16,0 21-16,0-1 0,0 0 16,-21 1-16,21-1 0,-20 0 15,20 1-15,0-21 16,-21 0-16,21-1 0,0-40 31,0-1-31,0 0 16,0-21-16,21 22 15,-21-42-15,0 20 16,20-20-16,1-42 16,-21 42-16,21 21 0,-21-2 15,21 23-15,0-21 0,-1 41 16,1 0-16,-1 0 15,2 0-15,-2 20 0,1 21 16,0-19-16,-1 19 0,2 0 16,-2 1-16,-20 20 15,21-20-15,-1-1 0,-20 1 16,0 0-16,0 19 16</inkml:trace>
  <inkml:trace contextRef="#ctx0" brushRef="#br0" timeOffset="13">479 3779 0,'-21'-42'16,"21"22"-16,0-1 15,0 1-15,0-2 0,21 2 16,-21-1-16,20 0 0,22 21 16,-21-20-16,20 20 15,-19-22-15,19 22 0</inkml:trace>
  <inkml:trace contextRef="#ctx0" brushRef="#br0" timeOffset="14">894 3426 0,'0'-21'16,"-21"1"0,21-1-16,0 42 31,0-1-31,0 21 15,0 2-15,0 18 0,0 2 16,0 0-16,0-2 16,0 23-16,0-23 0,0 2 15,0 0-15,0-2 16,0-19-16,0 0 0,0-1 16,0-20-16,0 0 15,0-42 1,0 0-16,0 0 15,0-20-15,21-1 16,-21-20-16,0 20 0,21-20 16,-21 0-16,0 0 0,20-1 15,2 2-15,-22 19 16,20 0-16,1 0 0,-1 22 16,1-1-16,0 21 0,0 0 15,0 0-15,-1 21 16,1-1-16,-21 2 15,21-2-15,-21 1 0,0 20 16,-21-19-16,0 19 0,21-21 16,-20 1-16,-1 0 0,0 0 15,0-21-15,0 0 16,1 0-16,20-21 16,0 0-16</inkml:trace>
  <inkml:trace contextRef="#ctx0" brushRef="#br0" timeOffset="15">1205 3426 0,'21'0'15,"-21"-21"-15,21 21 0,-21-20 16,21 20-16,0 20 31,-1 1-31,-20 21 16,0-1-16,21 0 15,-21 22-15,0 0 0,0 19 16,0 1-16,0-20 0,0 19 16,-21-19-16,21-1 15,-20-20-15,20-1 0,0 1 16,0-22-16,-21 1 16,21 0-16,0-42 15,0 0-15,0-20 16,0-1-16,0 1 15,0-22-15,21 2 0,-21-2 16,0 0-16,20-19 0,1 19 16,-21 2-16,20 19 15,1-20-15,0 40 0,0 2 16,0-1-16,-1 21 16,1 0-16,0 0 0,-21 21 15,21-1-15,-21 2 0,20-2 16,-20 1-16,0 20 15,0-19-15,-20-2 0,-1 1 16,0-21 0,0 0-16</inkml:trace>
  <inkml:trace contextRef="#ctx0" brushRef="#br0" timeOffset="16">1579 3446 0,'0'-41'16,"21"41"15,-21 21-15,21-1-16,-1 2 15,-20-1-15,21-1 16,-21 1-16,0-1 15,0 2-15,0-2 16,0-40 0,0-2-1,0 2 1,20-1-16,-20 1 0,22-1 16,-1 21-16,-1-22 15,1 2-15,-1 20 16,1 20-16,-21 2 15,0 19-15,0-20 16,0 21-16,0-22 0,0 22 16</inkml:trace>
  <inkml:trace contextRef="#ctx0" brushRef="#br0" timeOffset="17">2140 3489 0,'0'-21'16,"-22"-21"-16,22 21 16,0 1-16,0-1 0,22 1 15,-2 20-15,1 0 16,0 0-16,-1 20 15,1 1-15,0 20 0,-21 1 16,21-1-16,-21 0 0,0 1 16,0 0-16,0 20 15,-21-21-15,21 1 0,-21-21 16,21 20-16,0-20 16,-21-21-16,21 20 0,21-20 15,0-20 1,0 20-1,20-21 1,-20 21-16,0 0 0,0 0 16,-1 0-16,1 0 0,-1 0 15</inkml:trace>
  <inkml:trace contextRef="#ctx0" brushRef="#br0" timeOffset="18">2845 3717 0,'0'-21'0,"0"1"0,0-2 16,0-19-16,0 20 0,0 1 15,0-2-15,-21 2 16,1-1-1,-2 21-15,2 0 16,-1 21-16,1-1 0,-1 2 16,0-2-16,0 1 0,0 20 15,21-19-15,-20 19 16,20-21-16,0 22 0,20-21 16,-20 0-16,21-1 15,0-20-15,0 21 0,0-21 16,-1 0-16,1-21 0,-1 21 15,2-20-15,-2 20 16,-20-21-16,21 0 0,-21-21 16,0 22-16,0-1 15,0 1-15,0-2 0,0 2 16,0-1-16,0 0 16,-21 21-1,21 21-15,0 0 0,0-1 16,0 2-16,21-2 15,-21 21-15,0-20 0,21 0 16,-21 0-16,20 0 0,2-21 16,-22 20-1,20-20-15,1 0 0,-1-20 0,-20-1 16,21 21-16,0-21 16,0 0-16,-21-20 0,0 20 15,21 1-15,-21-22 0,0 21 16,0 0-16,0 1 15,-21-2-15,0 22 16,21 22 0,0 19-1,21-20-15,-21 41 16,21-41-16,-1-1 16,1 1-16,-1 0 0,2-21 15,-2 0-15,1 0 0,0 0 16,-1 0-16,2-21 15,-2 0-15,-20 1 0,21-1 16,-21 1-16,20-2 16,-20 2-16,0-22 0,0 22 15,0-2-15,-20 22 16,20 22 0,-21-2-16,21 22 0,-20 0 15,20-1-15,0 21 16,0 0-16,0-21 0,0 22 15,0 20 1,0-42-16,0-20 16,0 21-16,-22-21 0,2-21 15,-1 0-15,-20 0 16,19 0-16,2-21 0,-1 0 16,-20 0-16,20-20 0,21 20 15,-21-21-15,21 22 16,0-1-16,21-20 0,0 19 15,0 2-15</inkml:trace>
  <inkml:trace contextRef="#ctx0" brushRef="#br0" timeOffset="19">3468 3654 0,'-21'0'15,"0"-20"1,42 20 15,0 0-31,0 0 16,-1 0-16,1 0 16,-1 0-1,2 0-15,-22-21 16,20 21-16,-20-21 15,21 21-15,-21-20 0,0-2 16,0 2-16,-21 20 16,1 0-16,20-21 15,-22 21-15,2 0 16,-1 0-16,1 0 0,-1 21 0,0-1 16,21 2-16,-21-2 15,21 1-15,0 20 16,0-19-16,21 19 0,0-21 15,0 1-15,-1 0 0,1 0 16,21-21-16,-22 0 16,22 0-16,-22 0 0</inkml:trace>
  <inkml:trace contextRef="#ctx0" brushRef="#br0" timeOffset="20">3779 3634 0,'-21'-21'0,"21"0"0,0-21 16,-21 22-16,21-21 15,0 20-15,0-1 16,0 2-16,0-1 0,21 21 16,0 0-16,0 21 0,0-1 15,-1 2-15,1 19 16,0 0-16,-21 1 0,21 20 16,-21-20-16,20-1 0,-20 1 15,0-21-15,0 0 16,0-1-16,-20-20 0,-1 0 15,21-20-15,0-1 16,0 0-16,0-21 16,21 1-16,-21-1 0,41-20 15,-20 20-15,-1 1 16,22 0-16,-21 19 0,20 2 16,-20 20-16,0 0 0,0 0 15,-1 0-15,-20 20 16</inkml:trace>
  <inkml:trace contextRef="#ctx0" brushRef="#br0" timeOffset="21">4837 9196 0,'0'-21'0,"0"1"16,-20 20-1,-1 0-15,21-21 0,-21 21 16,1 0-16,20-21 16,-22 21-16,2 0 0,-1-21 15,1 21-15,-22 0 0,21 0 16,-41-21-16,20 21 16,-20 0-16,-21 0 0,21 0 15,-21 21-15,0-21 16,-21 0-16,21 21 0,0-21 15,0 0-15,21 21 0,21-21 16,-22 0-16,42 21 16,-21-21-16,22 20 0,-1-20 15,21 21-15,-20-1 16,-1 2-16,21-2 16,-21 1-16,21 0 0,21-1 15,-21 2 1,21-2-16,-1-20 0,1 21 15,21-1-15,-1 1 16,0 0-16,1 0 0,20-21 16,21 21-16,-20-1 0,41-20 15,-22 21-15,22-1 16,-21-20-16,21 22 0,0-22 16,20 20-16,-20-20 15,0 21-15,-1-21 0,-19 0 16,20 0-16,-1 0 0,-20 0 15,21 0-15,-21-21 16,0 21-16,0 0 0,0-20 16,0 20-16,-21-22 15,0 2-15,-20 20 0,-1-21 16,-20 1-16,21 20 0,-42-21 16,21 0-16,-21 0 15,0 0-15,-21 1 0,0 20 16,0-21-16,0 1 15,1-2-15,-21 2 0,19-1 16,-19 0-16,0 1 0,-22-2 16,22 2-16,-22-1 15,22 1-15,-21-1 0,0 0 16,-1 21-16,1-21 0,-21 21 16,21-21-16,-22 21 15,-20 0-15,22 0 0,-22 0 16,0 21-16,21-21 15,-21 0-15,21 0 0,0 21 16,21-21-16,21 0 0,-1 0 16,1 0-16,20 0 15</inkml:trace>
  <inkml:trace contextRef="#ctx0" brushRef="#br0" timeOffset="22">3447 9155 0,'0'20'31,"21"-20"-31,-21 21 16,0-1-16,21 2 0,-21-2 15,0 1-15,20 0 16,-20 21-16,0-1 0,0-21 16,0 22-16,0 0 15,0-1-15,0 21 0,0-20 16,0 0-16,0 19 0,0 2 16,-20-22-16,20 22 15,-21-1-15,21 0 16,0-21-16,-21 22 15,21-1-15,-21 0 0,21-20 0,0 20 16,0-21-16,0 22 0,-21-22 16,21 1-16,0 20 15,0-20-15,0-1 0,0 1 16,0 0-16,0-1 16,0-21-16,0 1 0,0 21 15,0-21-15,0-1 0,0 1 16,0 0-16,0 0 15,0-1-15,0 1 16,-20-21-16,20 21 16,20-21 31,1 0-47,0 0 15,0 0 1,0-21-16,20 21 0,-21 0 15,22 0-15,-21 0 0,42 0 16,-22 0-16,21-21 16,0 21-16,1 0 0,19 0 15,1 0-15,1 0 16,-1 0-16,0 0 0,-1 0 16,22 0-16,0 0 0,-21-20 15,21 20-15,-21 0 16,21 0-16,-22 0 0,22-21 15,-20 21-15,-1 0 16,0 0-16,21 0 0,-22 0 16,-19 0-16,20 0 0,-21 0 15,21-21-15,-20 21 16,-2 0-16,2 0 0,-22 0 16,22 0-16,-22 0 0,-20-21 15,21 21-15,-22 0 16,1 0-16,-1 0 0,1 0 31,-21-20-31,0-1 16,21 21-1</inkml:trace>
  <inkml:trace contextRef="#ctx0" brushRef="#br0" timeOffset="23">6187 9445 0,'0'-21'15,"-22"21"-15,22-21 31,0 42 16,0 0-47,0 21 16,-20-22-16,20 21 16,0 1-16,0 0 0,0 0 15,0 19-15,0 2 16,0-1-16,0 0 0,0-20 15,0 20-15,0 0 0,-21 1 16,21-1-16,0-21 16,0 22-16,0-1 0,0 1 15,0 40 1,0-41-16,0 1 0,0-22 16,0 1-16,-20-1 0,20 0 15,0-20-15,0 21 16,0-21-16,0-1 0,0 1 15,0 0-15,-21 0 16</inkml:trace>
  <inkml:trace contextRef="#ctx0" brushRef="#br0" timeOffset="24">3986 10213 0,'0'-21'0,"0"0"15,0 1 1,-20-1-1,20 0 1,-21 21 0,0 0-16,1 21 15,-1-21-15,0 21 16,-20-1-16,20 1 16,0 0-16,0 20 0,21-20 15,-21 21-15,21-21 16,0 20-16,21-21 0,0 1 15,0 1-15,20-2 16,-20-20-16,21 0 0,-22 0 16,22-20-16,0-2 0,-22 1 15,21 1-15,-20-1 16,0-20-16,0 20 0,-21-21 16,21 1-16,-21-1 0,0 1 15,0-1-15,0 1 16,0 0-16,0 19 0,0-19 15,0 20-15,0 1 16,-21 20-16,21 20 16,0 1-16,0 0 0,0-1 15,0 22-15,0-1 16,0 1-16,0 0 0,0 20 16,0-21-16,0 1 0,0 20 15,0-41-15,0 20 16,21-19-16,-21 19 0,0-21 15</inkml:trace>
  <inkml:trace contextRef="#ctx0" brushRef="#br0" timeOffset="25">4340 10109 0,'20'0'16,"1"-21"-16,-21 42 31,20-21-31,-20 21 0,0 0 16,0-1-16,0 1 0,-20 0 15,20 20-15,0-20 16,-21 0-16,21 21 0,-20-22 16,20 1-16,0-1 15,0 1-15,-21 1 0,21-44 31,21 1-15,-21 1-16,20-42 16,1 20-16,-1 1 15,-20-22-15,42-20 16,0 42-16,-22 0 16,1-1-16,0 21 0,20 0 15,-20 1-15,21 20 0,-21 0 16,-1 0-16,-20 20 15,21 1-15,-21 0 0,0-1 16,0 2-16,0-2 0,-21 1 16,21-1-16,-20 1 15,-1 0-15,0 0 0,0 0 16,0-21 0,21 20-16,-20-20 15,40 0 1,1-20-16,21 20 15,-21 0-15,-1 0 16,21 0-16,-19 0 16,19 20-16,-20 1 0,20 0 15,-20 0 1,0-1-16,-1 22 0,-20-21 0,0 20 16,0-20-16,-20 20 0,-22-19 15,21-2-15,-20 1 16,-22-1-16,22 1 0,-21-21 15,20 0-15,-20 0 16,21 0-16,-1-21 16,21 1-16,0-21 0,1 19 0,20-19 15,0 0-15,20-22 16</inkml:trace>
  <inkml:trace contextRef="#ctx0" brushRef="#br0" timeOffset="26">4526 7391 0,'21'-22'16,"-21"2"0,0-1-16,0 0 0,21 21 15,-42 21 1,21 0 0,-21-1-16,0 2 15,-20 39-15,41-19 16,-21-21-16,0 0 0,0 20 15,21-20-15,-20 0 0,20-1 16,-21 1 0,21-42 15</inkml:trace>
  <inkml:trace contextRef="#ctx0" brushRef="#br0" timeOffset="27">4464 7349 0,'0'-42'16,"21"22"-1,-1 20-15,1 0 16,0 20-16,0-20 0,-1 21 16,1 0-16,0-1 15,0 22-15,0-21 0,-1 20 16,1 1-16,-1-1 15,2 1-15,-22-21 0,20 20 16,-20-20-16,0 21 0,0-22 16</inkml:trace>
  <inkml:trace contextRef="#ctx0" brushRef="#br0" timeOffset="28">4651 7369 0,'0'-20'0,"0"40"31,0 2-15,21-22-16,-21 20 15,20 1-15,-20 20 0,41 84 32,-41-84-32,22 43 15,-22-23 1,0-19-16,0 41 16</inkml:trace>
  <inkml:trace contextRef="#ctx0" brushRef="#br0" timeOffset="29">4713 7369 0,'0'22'47,"0"-2"-47,0 1 0,0-1 15,0 1-15,0 21 16,0-1-16,0-20 0,0 21 16,20-1-16,-20 1 0,0 20 15,0-21-15,0 1 16,0 20-16,0 0 0,0-20 15,22 20-15,-22-21 16,0 22-16,0-22 0,20 22 16,-20-22-16,0 1 0,21 20 15,-21-20-15,21-1 16,-21 0-16,0 1 0,20 20 16,-20-41-16,21 21 15,-21-1-15,0 1 0,21-1 16,-21-20-16,0 21 15,0-22-15,0 1 0,0 0 16,0-1-16,21 2 0,-21-2 16,0 1-16,0-42 62,0 1-62,0-2 16</inkml:trace>
  <inkml:trace contextRef="#ctx0" brushRef="#br0" timeOffset="30">4609 8698 0,'-21'0'0,"21"-21"16,21 21-1,0 0-15,-21 21 0,21 0 16,0-21-16,20 20 16,-21 1-16,2 21 0,-2-21 15,22-1-15,-22 1 16,1-1-16,0 2 0,0-22 15,20 20-15</inkml:trace>
  <inkml:trace contextRef="#ctx0" brushRef="#br0" timeOffset="31">5191 8698 0,'-22'0'15,"2"0"1,-1 0-16,1 0 0,-1 21 16,-1-21-16,2 20 15,-21 43-15,-1-42 16,21-1-16,0 21 0,1 1 16,-22-21-16,21 20 15,1-19-15,20-2 0,-21-20 16</inkml:trace>
  <inkml:trace contextRef="#ctx0" brushRef="#br0" timeOffset="32">4609 7391 0,'0'-22'16,"0"2"15,21 20-15,0 20 15,0-20-31,-1 0 0,1 22 16,21-2-16,-1-20 15,-20 21-15,20-1 0,1 1 16,-1 0-16,1 0 0,-1 0 15,-20-21-15,21 20 16,-21 1-16,-1 0 0,1-21 16,-1 21-16,2-1 15,-22 1 1</inkml:trace>
  <inkml:trace contextRef="#ctx0" brushRef="#br0" timeOffset="33">873 5336 0,'0'-21'15,"0"0"1,21 21-1,-21-21-15,21 1 16,-21-1 0,0 0-1,20 0-15,-20 0 16,0 1 0,0-1-16,0 1 0,22-1 15,-22-21-15,20 21 0,-20 1 16,21-1-16,-1-21 15,1 21-15,0-20 0,21 20 16,-22-20-16,22 20 16,-21 0-16,-1 0 0,22 0 15,-21 1-15,0 20 0,-1 0 16,1 0-16,-1 0 16,1 0-16,0 20 0,0 1 15,20 0-15,-20 0 0,0 0 16,0-1-16,-1 1 15,1 21-15,0-22 0,-21 1 16,21 0-16,0 0 16,-21 0-16,0-1 0,20 1 15,-20-1-15,0 2 0,0-1 16</inkml:trace>
  <inkml:trace contextRef="#ctx0" brushRef="#br0" timeOffset="34">1330 5108 0,'0'-21'0,"20"21"31,1 0-16,0 21 1,21-21-16,-22 20 0,22-20 16,-1 21-16,-20-21 0,0 20 15,0-20-15,0 21 16,-1-21-16,1 0 0,-1 0 16</inkml:trace>
  <inkml:trace contextRef="#ctx0" brushRef="#br0" timeOffset="35">1807 5045 0,'21'-41'16,"-21"-1"-16,21 21 15,-21 0-15,21 21 16,-21-20-16,0 40 31,-21 1-31,0-21 16,21 21-16,-21 0 15,0 0-15</inkml:trace>
  <inkml:trace contextRef="#ctx0" brushRef="#br0" timeOffset="36">1828 4962 0,'0'21'31,"-21"-21"-31,21 21 16,-21-1-16,21 1 0,-20-1 15,-1 2-15,21-1 0,-20-1 16,-1 1-16,-1-1 15,2 1-15,-1 0 0,1 0 16,20 0 0</inkml:trace>
  <inkml:trace contextRef="#ctx0" brushRef="#br0" timeOffset="37">1018 5668 0,'21'0'16,"-21"-21"-16,21 21 31,-21-21 1,-21 21-17,21-21 1,-21 21-16,1 0 15,-1 0-15,21-20 0,-20 20 16,-22 0-16,21-21 16,0 21-16,1 0 15,-1 0-15,0 0 16,42 0 31,0 0-32,-21 21 1,20-1 0,-20 1-16,0 0 0,21 0 15,-21-1-15,21 1 16,-21 0-16,20 0 0,-20 0 16,0-1-16,22 1 0,-22-1 15,0 2-15,20-2 16,-20 1-16</inkml:trace>
  <inkml:trace contextRef="#ctx0" brushRef="#br0" timeOffset="38">957 5585 0,'0'-21'0,"20"21"31,1 0-15,-1 21-1,-20-1-15,21 1 0,-21 0 16,21 0-16,-21 20 0,21-20 15,-21 0-15,21 20 16,-1-20-16,-20-1 0,21 22 16,0-21-16,0 0 15,-1 21-15,1-22 0,21 1 16,-21-1-16,-1 1 0,1 0 16,-1 0-16,1 0 15,21-1-15,-21 1 0,-1-1 16,1 2-16,21-22 0,-22 20 15,1-20-15,21 0 16,-21 0-16,20-20 0,1 20 16,-21-22-16,20 2 15,-21-1-15,1 1 0,0-1 16,0 0-16,-21 0 0,21 0 16,-21 1-1,0-1-15,0 1 16,0-2-16,0 2 15,0-1 1,0 0 31</inkml:trace>
  <inkml:trace contextRef="#ctx0" brushRef="#br0" timeOffset="39">5751 4008 0,'0'20'94,"0"1"-47,0-1-32,0 1 1,0 0-16,0 0 15,0 0-15,0-1 0,0 1 16,-21 0-16,21 20 0,0-20 16,0 0-16,-21-1 15,21 22-15,0-21 0,0-1 16,-21 22-16,21-21 0,0 0 16,0-1-16,0 22 15,0-21-15,0-1 0,-20 1 16,20 0-16,0 0 15,0 20-15,0-20 0,0-1 16,0 1-16,0 0 16,0 0-16,0 0 15,0-1-15,0 1 32</inkml:trace>
  <inkml:trace contextRef="#ctx0" brushRef="#br0" timeOffset="40">5627 4858 0,'20'0'31,"-20"21"16,21-21-47,-1 0 47,1 0-32,0 0-15,-21 21 16,21-21-16,20 0 0,-20 0 16,-1 0-16,2 0 15,19 0-15,0 20 0,-19-20 16,19 0-16,0 0 0,1 0 15,20 21-15,-20-21 16,20 0-16,0 0 0,0 0 16,1 0-16,-22 0 15,21 21-15,-20-21 0,20 0 16,-21 0-16,2 0 16,18 0-16,-19 0 15,0 0-15,20 0 0,-21 0 0,1 0 16,0 0-16,-1 0 15,0 21-15,1-21 0,-21 21 16,20-21-16,-20 0 0,0 20 16,-1-20-16,1 0 15,0 21-15,0-21 0,0 0 16,-1 0 0,1 0-16,20 20 0,-20-20 15,0 0-15,0 0 16,-1 0-16,1 0 15,0 0 1</inkml:trace>
  <inkml:trace contextRef="#ctx0" brushRef="#br0" timeOffset="41">5772 3966 0,'-21'0'31,"42"0"16,-1 0-32,1 20 1,-1-20-16,22 0 16,-21 22-16,20-22 0,1 20 15,20-20-15,-20 0 16,20 21-16,0-21 0,0 20 15,1-20-15,20 0 0,0 21 16,-21-21-16,21 0 16,1 21-16,-2-21 0,1 0 15,-20 21-15,19-21 16,-19 0-16,-1 0 0,21 21 16,-21-21-16,-20 0 0,20 20 15,0-20-15,-20 0 16,20 21-16,-20-21 0,-1 0 15,1 21-15,-1-21 16,0 0-16,1 21 0,-21-21 16,20 20-16,1-20 0,-1 0 15,-20 0-15,21 0 16,-1 0-16,-20 21 0,21-21 16,-22 0-16,1 0 15,0 0-15,-1 0 0,2 0 16,-2 0-16,1 0 0,-1 0 15,-20 21-15,21-21 16,0 0-16,0 0 16,0 0-1,-1 0 1,-40 0 31,20 20-32,-21-20 1,0 0 15,21 22 16,0-2-16,-21-20-31,21 21 0,0-1 16,0 1 0,0 0-16,0 0 15,-21 0-15,21-1 0,0 1 16,0 0-16,-20 20 16,20-20-16,0 0 0,-21 0 15,21 20-15,0-20 0,0-1 16,0 1-16,-20 0 15,20 0-15,0 0 16,0-1-16,0 1 16,0 0-16,0 0 15,0-1-15,0 1 16,0 0 0,-22 0-1,22 0 16,-20-21-15,20 20 0,-21-20-1,21 21-15,-21-21 32,1 0-1,20-21-31,-22 21 15,2 0 1,-1 0-16,1 0 0,-1 0 16,0 0-16,0 0 15,0 0 1,1 0-16,-1 0 16,0 0-1,0 0-15,1 0 16,-1 0-16,21 21 0,-21-21 15,1 0-15,-2 0 16,2 0 0,-1 0-16,1 0 15,-1 0-15,0 0 16,0 0-16,-20 0 16,20 0-16,0 0 15,-20 0-15,-1-21 0,21 21 16,-20 0-16,0 0 15,-1 0-15,0 0 0,1 0 16,20 0-16,-20 0 0,20 0 16,-21 0-16,21 21 15,1-21-15</inkml:trace>
  <inkml:trace contextRef="#ctx0" brushRef="#br0" timeOffset="42">6165 4381 0,'22'0'0,"-22"-21"0,20 1 15,-20-2 1,0 2-16,0-1 16,-20 0-1,-2 21-15,-19 21 16,21-21-16,-1 21 0,-21-1 16,21 2-16,1-2 15,-1 1-15,1-1 0,-2 1 16,22 0-1,0 0-15,0 0 0,22-1 16,-2 1-16,1 0 16,20-21-16,-20 21 15,0-1-15,0-20 0,-21 21 16,20-21-16,-20 21 0,-20 0 16,20 0-1,-21-21-15,-21 20 0,21-20 16,1 0-16,-21 21 15,19-21-15,2 0 0,-1 0 16,0 0-16,1 0 0,-2-21 16</inkml:trace>
  <inkml:trace contextRef="#ctx0" brushRef="#br0" timeOffset="43">6291 4568 0,'-22'0'0,"44"0"46,-2 0-46,1 0 16,-1 20 0,1-20-16,0 0 15,0 0 1,-21-20-16,21 20 0,-1-21 16,-20 0-1,0 0 1,0 1-16,0-1 15,-20 21-15,-1 0 16,0-21-16,0 21 0,0 0 16,1 0-16,-1 21 15,1 0-15,20-1 16,0 1-16,0 21 16,0-22-16,0 1 15,20 0-15,-20 21 0,21-22 16,-1 1-16,1-1 0,0 1 15</inkml:trace>
  <inkml:trace contextRef="#ctx0" brushRef="#br0" timeOffset="44">6727 4505 0,'0'-20'16,"0"-1"-1,0 0 1,-22 21 15,1 0-31,1 0 0,-21 0 16,19 21-1,-19-21-15,20 0 0,1 21 16,-1-1-16,21 1 16,21-21-1,-21 21-15,20-21 0,1 21 16,20-21-16,-19 20 16,-2-20-16,21 21 0,-20-21 15,1 21-15,-2 0 16,-20 0-1,-20-21-15,-2 20 0,1-20 16,1 21-16,-1-21 16,-21 20-16,22-20 0,-1 0 15,0 0-15,1 0 0</inkml:trace>
  <inkml:trace contextRef="#ctx0" brushRef="#br0" timeOffset="45">6913 4505 0,'0'-20'16,"21"-1"-16,0 21 0,-21-21 16,20 21-16,-20-21 0,-20 21 15,-1 0 1,0 0-16,0 0 15,-20 21-15,20-21 16,0 21-16,0 0 0,-20-1 16,41 1-1,21 0 1,-1-21-16,-20 21 0,21-21 16,21 20-16,-21-20 15,-1 21-15,1-21 0,-21 21 16,21-21-16,-21 21 0,0 0 15,-21-21 1,21 20-16,-41-20 0,20 21 16,0-21-16,0 0 15,0 20-15,1-20 0</inkml:trace>
  <inkml:trace contextRef="#ctx0" brushRef="#br0" timeOffset="46">7079 4526 0,'21'0'0,"-21"21"47,0 0-31,20-1-16,-20 1 15,0 0-15,0 0 16,0 0-16,0-1 16,0 1-16,-20-1 0,20 1 15</inkml:trace>
  <inkml:trace contextRef="#ctx0" brushRef="#br0" timeOffset="47">7183 4360 0,'0'-20'15,"0"40"17</inkml:trace>
  <inkml:trace contextRef="#ctx0" brushRef="#br0" timeOffset="48">7370 4547 0,'-21'-21'31,"0"21"-16,21 21-15,-21 0 16,21-1 0,-20 1-16,20 0 0,0 21 15,0-22 1,0 1-16,20-1 16,1 1-16,0-21 15,0 0-15,0 21 0,-1-21 16,1 0-16,-1-21 15,1 21-15,0-21 0,0 1 16,0 20-16,-21-21 0,0 1 16,0-1-16,0 0 15,-21 0-15,0 0 0,0 1 16,0-1-16,1 21 0,-1-21 16,1 21-16,-1 0 15,0 0-15,0 0 16,21 21-1,21-21-15,0 0 16,0 0-16,-1 0 16,1 0-16,20 0 15,-20 0-15,0 0 0,0 0 16,-1-21-16,1 21 16,0 0-16,0 0 15,-1 0-15,1 21 16,-21 0-1,0-1-15,0 1 16,0 0-16,0 0 0,0 0 16,0-1-1,0 1-15,0-42 47,21 1-31,-21-1-16,21 21 0,-21-21 15,21 0-15,-1 0 0,-20 1 16,21-1-16,-1 21 16,-20-21-16,22 21 15,-22 21 1,0 0 0,20-1-16,-20 1 15,21 0 1,-21 0-16,0 0 0,21-21 15,-1 20 1,-20 1-16,21-21 0,0 0 16,0 0-16,-21-21 0,20 21 15,1-20-15,0 20 16,-21-21-16,21 21 0</inkml:trace>
  <inkml:trace contextRef="#ctx0" brushRef="#br0" timeOffset="49">5959 4962 0,'0'-21'0,"20"21"93,-20 21-46,0 0-31,0 0 0,0-1-1,0 1 1,0-1-1,-20 2-15,20-1 16,0-1 0,0 1-1,0-1 17,0 1 30,0 0-31,0 0-15,0 0 15,20-21 47,1 0-62,-1 0 0,1 0-1,0 20 1,0-20-1,0 0 1,-1 0 0,1 21-16,21-21 15,-22 0-15,1 0 16,0 0-16,-1 0 16,2 0-16,-2 0 0,1 0 15,-1 21-15,1-21 16,0 0-16,0 0 0,0 0 15,-1 21-15,1-21 16,0 0-16,0 0 16,-1 20-16,1-20 0,0 0 0,-1 0 15,2 21-15,-2-21 16,1 0-16,-1 21 16,1-21-16,1 0 15,-2 21-15,1-21 16,-1 0-16,1 0 15,0 21-15,0-21 16,0 0-16,-1 0 0,1 0 16,0 0-16,20 0 15,-20 0-15,0 20 0,-1-20 16,22 0-16,-21 0 0,-1 0 16,1 0-16,0 0 15,0 0-15,0 0 16,-1 0-16,1 0 0,0 0 15,0 0-15,-1 0 16,1 0-16,0 21 0,0-21 16,0 0-16,-1 0 15,1 0-15,-1 0 0,1 0 16,0 0-16,0 0 16,0 0-16,-1 0 0,1 0 15,0 0-15,0 0 0,-1 0 16,1 0-16,0 0 15,0 0-15,0 0 0,-1 0 16,1 0-16,-1 0 0,2 0 16,-2 0-16,1 0 15,0 0-15,-1 0 16,1 0 0,0 0-16,0 0 15,-1 0-15,1 0 16,0 0-1,0 0-15,0 0 0,-1 0 16,1 0 0,-1 0-16,2 0 15,-2 0 1,1 0 0,0 0-16,-1 0 15,2 0 1,-2 0-1,1 0-15,-1 0 16,1 0 0,0 0-16,0 0 15,0 0 1,-1 0 0,1 0-16,-1 0 31,2 0-31,-1 0 15,-1 0 1,-20 20-16,21-20 16,-21-20 46,0-1-31,0 1-15,0-1-16,20 21 16,-20-21-16,0 0 15,22 0-15,-22 1 16,20-1-16,-20 0 0,0 0 16,0 1-16,21-1 15,-21 0-15,0 0 0,0 0 16,20 1-16,-20-1 15,21 1-15,-21-1 0,22-1 16,-22 2-16,0-1 0,20 1 16,-20-1-16,21 0 15,-21 0-15,0 0 0,0 1 16,0-1 0,0 0-16,0 0 15,0 1-15,0-1 31,0 0-31,0 0 16,20 21-16,-20-21 16,0 1-1,0-1 1,0 1 15,0-1 0,0 0 1,0 0 46,-20 21-63,-1 0 17,1 0-32,-2 0 15,1-21 1,1 21-16,-1 0 0,1 0 16,-2 0-16,2 0 0,-1 0 15,1 0 1,-1 0-16,-1 0 15,2 0-15,-1-20 16,1 20-16,-1 0 16,0 0-1,0 0 17</inkml:trace>
  <inkml:trace contextRef="#ctx0" brushRef="#br0" timeOffset="50">6373 5232 0,'0'21'0,"0"-1"31,0 1-15,0 0-16,0 0 16,0-1-1,-21 1-15,21 0 0,0 0 16,0 0-16,0-1 0,0 1 16,0-1-16,0 2 15,0 40 1,0-42-16,0 1 15,0 0-15,-20 0 32,40-1 15,1-20-32,0 0 1,0 0-16,0 0 15,-1 0-15,1 0 16,0 0-16,0 0 16,-1 0-16,1 0 0,20 0 15,-19 0-15,-2 0 0,21 0 16,2 0-16,-23 0 16,21 0-16,1 0 0,0 0 15,-1 0-15,1 0 16,-1 0-16,0 21 0,22-21 15,-22 0-15,1 0 0,20 21 16,-20-21-16,-1 0 16,1 21-16,20-21 0,-21 21 15,-20-21-15,21 0 16,-1 20-16,1-20 0,-22 0 16,22 0-16,-21 21 0,0-21 15,20 0-15,-21 0 16,22 0-16,-21 0 15,0 0-15,20 0 0,-20 0 16,41 0-16,-41 0 16,0 0-16,20 0 15,-20 0-15,-1 20 0,2-20 16,-2 0-16,1 0 0,0 0 16,41 0-1,-21 0 1,1 0-1,-21 0-15,0 0 0,20 0 16,-21 0-16,2 0 16,-1 0-16,-1 0 15,1 0-15,-1 22 16,2-22-16,-2 0 16,1 0-1,-1 0-15,1 0 0,1 0 16,-2 0-1,1 0-15,-1 0 16,1 20-16,-1-20 31,2 0-15,-22 21 0,21-21-16,-1 0 15,1 0 16,-21-21 1,0 1-1,0-2 0,0 2-31,0-1 16,0 1-1,20-1-15,-20 0 16,0-21-16,0 22 16,22-1-16,-22 0 0,0 0 15,0-20-15,20 20 0,-20 1 16,0-22-16,21 21 16,-21 1-16,0-22 0,21 21 15,-21-20-15,0 20 16,0-21-16,20 22 0,-20-1 15,0 0-15,0 0 0,0 0 16,0 1-16,22-1 16,-22 1-16,0-1 31,0-1-15,0 2-1,-22-1 16,2 21-15,20-20 0,-21 20-1,21-21 32,-21 21-31,1 0-1,-2 0-15,2-21 16,-1 21-16,-42 0 16,-19 0-1,62 0-15,-2 0 0,-19 0 16,20 0-16,1 0 16</inkml:trace>
  <inkml:trace contextRef="#ctx0" brushRef="#br0" timeOffset="51">6768 5668 0,'20'0'15,"-20"20"32,-20 1-31,20 0 0,0 0-16,0 0 15,0-1-15,-21 1 0,21-1 16,0 2-16,0-2 15,0 1-15,0 0 0,0-1 16,0 2-16,0-2 16,0 1-16,0-1 15,0 1 1,0 0 0,21-21-1,-1 0 1,1 0-16,0 0 15,0 0-15,0 0 16,-1 0-16,22-21 16,-1 21-16,1 0 15,0 0-15,-1 0 0,0 0 16,1 0-16,20 0 0,-20 0 16,20 0-16,0 21 0,-21-21 15,22 0-15,-1 21 16,0-21-16,-20 0 0,20 21 15,1-21-15,19 20 16,-40-20-16,20 0 16,-20 21-16,-1-21 0,0 0 15,1 20-15,0-20 16,0 0-16,19 0 0,-19 0 16,0 0-16,-22 22 0,21-22 15,2 0-15,-23 0 16,21 0-16,-19 0 0,19 0 15,-21 0-15,1 0 16,1 0-16,19 0 0,-21 0 16,1 0-16,-1 20 15,2-20-15,-1 0 0,-1 0 16,1 0-16,-1 0 16,2 0-16,-2 0 15,1 0-15,0 0 0,-1 0 16,2 0-16,-2 0 15,-20 21-15,21-21 16,-1 0-16,1 0 16,0 0-1,0 0 1,0 0 0,-1 0-1,-20-21-15,0 1 63,0-2-48,0 2 1,0-1 0,0 1-1,21 20-15,-21-21 0,0 0 16,0 0-16,20 0 15,-20 1-15,0-1 0,22 1 16,-22-2-16,0 2 16,20-1-16,-20 0 15,0 1-15,0-2 16,0 2 0,0-1-16,0 1 15,21-1-15,-21 0 0,0 0 16,0 0-16,0 1 15,0-1-15,0 0 16,0 0 0,0 1-16,0-1 15,0 0 1,0 1 0,0-2-1,0 2 1,0-1-16,0 1 15,0-1 17,0 0 15,0 0-16,-21 21 0,1 0-31,20-21 16,-22 21-16,2 0 0,-1 0 15,1 0 1,-1 0-16,0 0 0,0 0 16,0 0-1,1 0-15,-1 0 0,1 0 16,-2 0-16</inkml:trace>
  <inkml:trace contextRef="#ctx0" brushRef="#br0" timeOffset="52">6519 3737 0,'0'21'31,"0"0"-15,0 0-1,0 0 1,0-1-16,0 1 15,0-1-15,0 2 16,0-2-16,0 1 16,0 0-16,0-1 0,0 2 15,20-22-15,-20 20 0,0 1 16,0-1 0,21-20-16,0-20 31,-21-1-16,20 1-15,2 20 0,-22-22 16,20 2-16,1 20 16,-21-21-16,20 0 0,1 1 15,1 20-15,-2-22 16,1 22-16,-21-20 0,20-1 16,1 21-16,0-20 15</inkml:trace>
  <inkml:trace contextRef="#ctx0" brushRef="#br0" timeOffset="53">6581 3904 0,'20'0'0,"-20"-22"16,0 2-1,22 20-15,-22-21 16,0 1-16,20-1 0,-20 0 16,0-21-16,21 1 15,-21-1-15,0 1 0,20-22 16,-20 2-16,21-23 15,-21 1-15,22 1 0,-2-2 16,21-19-16,-20-1 0,21 21 16,-1-21-16,22 21 15,-22 21-15,22-1 0,-22 22 16,21 0-16,0 19 16,1 2-16,-22-1 0,1 21 15,20 0-15,-42 0 0,22 21 16,-21-21-16,0 20 15,-1 2-15,-20-2 0,0 1 16</inkml:trace>
  <inkml:trace contextRef="#ctx0" brushRef="#br0" timeOffset="54">7971 2430 0,'21'-21'16,"-21"1"-16,21-1 15,-21 0-15,21 0 16,-21 0-16,21-20 0,-21 20 16,0 0-16,0 1 15,0-1-15,-21 21 16,0 0-16,0 0 0,0 21 16,1 20-16,-1-20 15,-21 20-15,22 1 0,-22 20 16,22-21-16,20 22 0,-22-22 15,2 22-15,20-22 16,0 1-16,20-1 0,2-20 16,-2-1-16,1 2 15,0-2-15,62-20 16,-63-20-16,22-2 0</inkml:trace>
  <inkml:trace contextRef="#ctx0" brushRef="#br0" timeOffset="55">8242 2472 0,'-22'0'16,"2"0"0,20 20-1,0 1 16,0 0-31,-21-21 0,21 20 16,0 1-16,0 0 0,0 0 16,0-1-1,0 1-15,21 0 0,-1 0 16,2-21 0,-2 0-1,1 0-15,-1-21 0,1 21 16,0-21-16,-21 0 15,21 1-15,-21-1 16,0 0-16,0 0 16,-21 1-16,21-1 0,-21 0 15,0 1-15,1-2 16,-1 22-16,1 0 31,40 0-15,1 0-1,-1 0 1,1 0-16,0 0 16,0-20-16,0 20 15,-1 0-15,1 0 16,-21-21-16,20 21 0,2 0 16,-1 21-16,-21-1 15,20 2 1,-20-2-16,0 1 0,0 0 15,0-1-15,0 1 16,0 0-16,0 0 16,0-42 31,21 0-32,-21 0-15,0 1 0,0-1 16,20 0-16,-20 1 15,22-22-15,-22 21 0,20 21 16,1-20-16,-1-1 0,1 21 16,1 0-1,-22 21-15,0-1 0,20 1 16,-20-1-16,21 2 0,-21-2 16,0 1-16,20 0 15,-20-1-15,0 1 16</inkml:trace>
  <inkml:trace contextRef="#ctx0" brushRef="#br0" timeOffset="56">8988 2326 0,'0'-21'0,"0"1"16,0-1-16,-20 21 31,20-21-31,-21 21 0,0 0 32,21 21-32,-20 0 15,20-1 1,0 1-16,20-21 15,-20 21-15,21 0 0,-21 0 16,21-1-16,-1 1 16,-20-1-16,22 2 15,-22-2-15,0 1 16,0 0-16,-22-1 16,2-20-1,-1 0-15,0 0 16,1 0-16,-2 0 0,2 0 15,-1-20-15,21-1 16,0 0-16</inkml:trace>
  <inkml:trace contextRef="#ctx0" brushRef="#br0" timeOffset="57">9155 2243 0,'20'-21'0,"-20"1"16,21 20-1,-21 20 1,0 1 0,-21-21-16,21 21 15,0 0-15,0-1 0,0 1 16,0 0-16,0 0 0,0 0 15,21-1-15,-21 1 16,20-21-16,2 0 0,-2 0 16,1 0-16,0 0 15,-1 0-15,2-21 0,-2 1 16,1-1-16,-1 0 0,-20 0 16,0 0-16,0 1 15,0-22-15,0 21 0,-20 1 16,20-1-16,-21 0 15,1 0-15,-2 21 16</inkml:trace>
  <inkml:trace contextRef="#ctx0" brushRef="#br0" timeOffset="58">9507 2160 0,'0'-22'0,"21"22"0,-21-21 15,21 21 17,0 21-17,-21 1-15,0-2 16,0 1-16,20-1 15,-20 1-15,0 0 0,0 0 16,0 0-16,-20-1 16,-1-20-1,21-20 17,0-1-32,0 0 15,21 0-15,-21 0 16,0 1-16,20-1 0,-20 1 15,21-2-15,0 22 16,-21-21-16,20 21 16,2 0-16,-22 21 15,0 1 1,0-2-16,0 1 16,0-1-16,0 1 0,0 0 15,20-21 16,1-21-15,-1 0 0,-20 1-16,21-1 0,0 1 15,-21-2 1,21 22-16,-21-21 0,21 21 16,-21 21-1,0 1 1,0-2-16,0 1 15,0-1-15,0 1 16,20 0-16,-20 0 0,21 0 16,0-21-1,0-21 1,-1 21-16,-20-21 0,21 0 16,0 0-16,0 1 15,20-21-15,-41 19 16,21-19-16,-21 20 15,0 1-15,0-1 16,-21 21-16,1 0 0,-1 0 16,0 21-1,0-1-15,0 1 16,21-1-16,0 1 0,0 1 16,21-2-16,-21 1 0,21-1 15,0 1-15,20 0 0,-20-21 16,-1 21-16,1-21 15</inkml:trace>
  <inkml:trace contextRef="#ctx0" brushRef="#br0" timeOffset="59">8407 3073 0,'0'-20'16,"0"-1"-16,0 0 15,21 0-15,-21 0 16,20 21-16,2 0 16,-1 0-1,-1 21 1,-20 0-16,0 0 16,0 0-16,0-1 15,0 1-15,0-1 16,0 2-1,0-44 17,21 2-17,-21-1 1,0 1-16,20-1 0,-20-21 16,22 21-16,-2 1 0,1-1 15,-21 1-15,20 20 0,1 0 16,1 0-16,-2 0 15,-20 20-15,0 1 16,0-1-16,0 1 16,0 0-1,0 0-15,0 0 16,21-21 15,-21-21-31,20 21 16,1-21-16,-1 0 15,-20 0-15,22 1 0,-1-1 16,-1 1-16,1-2 0,-1 2 16,2 20-1,-22 20-15,0 2 16,0-2 0,0 1-16,0 20 0,0-20 15,0 0-15,0 0 16,0-1-16,20 1 15,1-21 1</inkml:trace>
  <inkml:trace contextRef="#ctx0" brushRef="#br0" timeOffset="60">9010 3011 0,'20'-21'0,"1"21"16,-21-21-16,20 21 15,1 0 48,0 0-63,-21-20 15,21 20-15,0 0 0,-1-21 16,1 1 0,-1-2-16,-40 2 31,-1 20-31,1 0 15,-1 0-15,0 0 16,0 20-16,0-20 0,1 22 16,20-2-16,-21-20 0,21 21 15,0-1-15,0 1 16,21 21-16,-1-21 16,1-21-1,0 20-15,0-20 0,0 0 16,20 0-16,-21-20 15</inkml:trace>
  <inkml:trace contextRef="#ctx0" brushRef="#br0" timeOffset="61">9342 2928 0,'0'-20'0,"0"-2"16,0 2-16,0-1 16,-22 21-1,44 21 16,-22-1-15,20 2-16,-20-2 0,0 1 16,0-1-16,0 1 15,0 0-15,0 0 16,0-42 15,21 0-15,-21 0-1,20 1-15,1-21 0,-21 19 16,21 2-16,0-1 16,-21 0-16,21 1 0,-1 20 15,1 0 1,-21 20-16,0 1 16,0 0-16,0-1 15,0 2-15,0-2 0,0 1 16,0-42 31,21 1-32,0-2-15,-1 2 16,1-1 0,0 21-16,-21-21 0,20 21 15,-20 21 1,0 0-16,0-1 15,0 2-15,0-2 16,0 1 0,0-1-16,22-20 15,-2-20 1,1 20-16,-1 0 16,1-21-16,0 1 0,0-2 15,-21 2-15,21 20 16,-1-21-16,1-20 15,-21 19-15,0 2 16,0-1-16,-21 21 31,21 21-31,-20-21 16,20 20-16,0 2 0,-21-2 16,21 1-16,0 0 15,0-1-15,21-20 16,-21 22-16,20-22 0,-20 20 15,21-20-15,0 0 16,0 0-16,-21-20 0,20 20 16,1 0-16,-21-22 15,0 2-15,0-1 16,0 0-16,-21 1 16,1-22-1,-1 21 1,21 1-1,21 20-15,-1 0 16,1-21-16,0 21 16,0 0-16,0 0 15,-1 0-15,1 0 0,-1 0 16,1 0-16,0 0 0,0 0 16,0 21-1,-21-1 1,0 1-1,-21-21-15,0 0 16,21-21 31,0 1-31,21 20-16,-21-21 0,21 0 15,-1 21-15,-20-21 16,21 21-16,-21-21 15,21 21-15,-21-20 16,21 20-16,-21 20 47,0 1-31,0 0-16,-21 0 15,21 0 1,0-1-16,21-20 15,-1 21-15,1-21 16,0 0-16,0-21 16,20 21-16,-20-20 0,-1-1 15,2 21-15,-1-21 16,-21 0-16,20 0 0,-20 1 16,0-1-16,-20 21 31,20 21-31,-21-1 15,21 22-15,0 0 16,0 19-16,0 2 0,0 20 16,0 0-16,0-21 15,0 83-15,0-103 16,0-1-16,-22 2 0,2-23 16,-1-20-16,1-20 15,-1-2-15,0-19 0,0-22 16,0 1-16,21-21 0,21 0 15,0 1-15,0 19 16,20-20-16,22 21 0,-1-1 16,-21 43-16,22-1 15,-22 0-15,1 21 0,-1 0 16,-20 21-16,0 0 0</inkml:trace>
  <inkml:trace contextRef="#ctx0" brushRef="#br0" timeOffset="62">3385 6477 0,'20'0'31,"-20"-21"0,-20 21 1,-1 21-17,1-21 1,-2 20-16,1 2 16,21-2-1,-20 1-15,20 0 0,0-1 16,20-20-16,-20 22 15,21-2-15,1 1 16,19-1-16,-21 1 0,22 1 0,-21-2 16,20 21-1,-20-41-15,-1 21 0,-20 0 16,0 0-16,-20 0 16,-1-1-16,1 1 15,-1-1-15,-21-20 0,1 22 16,20-22-16,-21 0 15</inkml:trace>
  <inkml:trace contextRef="#ctx0" brushRef="#br0" timeOffset="63">3344 6560 0,'0'-21'0,"0"1"16,20 20 0,1-22-1,-1 22-15,1-20 0,0 20 16,0 0-16,20-21 16,-20 21-16,-1 0 0,2 0 15,-2 0-15</inkml:trace>
  <inkml:trace contextRef="#ctx0" brushRef="#br0" timeOffset="64">3904 6477 0,'-21'0'47,"21"20"-47,-21 2 0,0-2 16,21 1-16,-20 0 15,-1 21-15,-21 19 16,42-18-16,0-2 0,0-21 15,0 22-15,0-21 16,0 0-16,21-1 0,0-20 16,0 21-16,-1-21 0,1 0 15,0 0 1,0-21-16,-1 1 16,1-1-1,-21 0-15,0 0 0,21 0 16,-21 1-16,0-1 15,20 1-15,-20-2 0,22 1 16,-2 1-16,1 20 16,-1 0-1,-20 20-15,21-20 16,-21 21-16,0 1 0,0-2 16,0 1-16,0-1 15,0 1-15,0 0 16,0 0-16</inkml:trace>
  <inkml:trace contextRef="#ctx0" brushRef="#br0" timeOffset="65">4236 6601 0,'0'-20'15,"20"20"1,-20 20 0,0 2-16,0-2 15,0 1 1,21 20-16,-21-19 16,0-2-16,21 1 0,-21-1 15,0 1 1,0-42-1,0 1 1,0-1 0,-21 1-16,21-2 15,0 1-15,0-20 0,0-1 16,0 22-16,0-22 16,42-41-16,-42 63 0,21-22 15,-1 21-15,1 0 16,-1 21-16,1 0 0,21 0 15,-21 0-15,-1 21 16,-20 21 0,0-21-1,-20 20-15,-22 1 16,21-22-16,0-20 16,-20 42-1,82-42 1,-20 0-16,0 0 15,21 20-15,-22-20 16,22 0-16,-1 22 0,-20-22 16,21 20-16,-21 1 15,-21-1-15,0 1 0,0 1 16,-21-2-16,0 1 16,-21-1-16,1 1 15,-1-21-15,1 21 0,-22-21 16,22 0-16,21 0 15</inkml:trace>
  <inkml:trace contextRef="#ctx0" brushRef="#br0" timeOffset="66">4775 4505 0,'21'0'16,"-21"-20"0,-21 20-1,21 20 1,-20-20-16,20 21 15,-22-21-15,2 21 0,-1 0 16,1-1 0,-1 1-16,21 0 0,0 0 15,21 0 1,-1-21-16,1 20 16,-1-20-16,2 0 0,-2 21 15,1-21-15,0 0 16,-1 20-16,-20 1 15,0 0-15,0 0 0,-20 0 16,-1-1-16,21 1 16,-21-21-16,1 21 0,-2-21 15</inkml:trace>
  <inkml:trace contextRef="#ctx0" brushRef="#br0" timeOffset="67">4879 4547 0,'21'0'16,"-1"0"-16,1-21 15,0 21 1,0 0-16,0 0 15,-1 0 1,1 0-16,-1 0 16,2 0-1,-22 21 1,-22-21-16,22 21 16,-20-1-16,20 1 15,0 0-15,-21-21 16,21 21-16,0 0 0,0-1 15,21 1 1,-21-1 0,20-20-16,2 0 15,-1 0 1,-1 0-16,-20-20 16,21 20-16,-21-21 15,0 1-15,0-1 16,-21 0-1,1 0 1,-1 0 0,21 1-16,0-1 15,0 0 1,21 21 0,-21-21-16,20 21 0,1 0 15,-21-20-15,20 20 16,2 0-16,-22 20 47,0 1-32,0 0 1,0 0 0,0-1-16,0 1 15,0 0 1,0 0-1,20-21 1,-20 21 0,21-21-1,0 0 1,-21-21-16,20 21 0,1-21 16,0 21-1,-21-21-15,0 0 16,0 1-1,0-1-15,-21 0 16,0 21-16,21-21 0,-20 21 16,-1-20-16,0 20 15,1 0 17</inkml:trace>
  <inkml:trace contextRef="#ctx0" brushRef="#br0" timeOffset="68">5356 4464 0,'0'-21'47,"0"42"-32,21-21 1,-21 21-16,0-1 0,21 1 16,-21 0-1,0 0-15,21-1 16,-21 1 0,0-42 15,0 1-16,0-1-15,-21 0 16,21 0-16,0 1 16,0-1-16,0 0 15,21 0-15,-21 0 0,0-20 16,0 21 0,21 20-1,-21 20 1,0 1-16,20-1 15,-20 1 1,0 0 0,21-21-16,-21-21 47,20 0-47,-20 1 15,22 20 1,-22-21-16,20 21 0,22 0 31,-42 21-15,20-1-16,-20 1 15,22 0-15,-22 0 16,0 0-16</inkml:trace>
  <inkml:trace contextRef="#ctx0" brushRef="#br0" timeOffset="69">5688 4401 0,'0'-20'15,"0"-1"-15,-20 21 32,20 21-17,0-1 1,0 1-16,0 0 15,20 0 1,-20 0-16,0-1 16,21-20-1,-21-20 1,0-1 0,0 0-1,0 0-15,0 0 0,0 1 16,0-1-16,0 1 15,0-2-15,0 2 0,0-1 16,21 0-16,-21 1 0,0-1 16,21 21-1,0 21 1,-21-1 0,0 1-1,0 0-15,0-1 16,0 2-16,0-2 15,-21-20-15,21 21 0,-21-1 32,42-20-17,0 0 1,-1 0 0,1 0-16,-1 0 15,-20 21-15,22-21 16,-22 21-1,-22 0-15,2-21 16,-1 21-16,1-1 0,-1-20 16,-21 21-16</inkml:trace>
  <inkml:trace contextRef="#ctx0" brushRef="#br0" timeOffset="70">3862 6187 0,'-21'-22'15,"21"2"1,0-1-16,21 21 15,0-41-15,20 20 0,1-21 16,20 1-16,0-1 16,21-20-16,21 0 15,0-21-15,20 0 16,1 0-16,-22 0 0,22 0 0,-21 0 16,-1 21-16,1-1 0,-41 1 15,-1 21-15,-20-1 16,-1 21-16,-20 1 0,-21-1 15,-42 21 1,22 0-16,-1 0 0,-21 0 16</inkml:trace>
  <inkml:trace contextRef="#ctx0" brushRef="#br0" timeOffset="71">5108 5087 0,'0'-22'0,"0"2"16,0-1-1,20 21-15,-20-20 0,21-1 16,62-21-1,-42 42 1,1 0-16,-21 0 16,41 0-16,-20 0 0,-1 0 15,-21 0-15,22 21 0,-21 0 16,-21 0-16,-21 20 16,1 1-16,-22-21 15,1 20-15,-1 0 0,-20 1 16</inkml:trace>
  <inkml:trace contextRef="#ctx0" brushRef="#br0" timeOffset="72">3904 6145 0,'-21'0'15,"21"-21"1,21 21 0,-1 0-16,22-20 0,0 20 15,19-21-15,23 0 16,19 0-16,1-20 0,41 0 15,1-1-15,20 0 16,0 0-16,0-19 0,0 19 16,-21-20-16,-20 20 0,-22 1 15,1 20-15,-41-20 16,-22 19-16,0 2 0,-41-1 16</inkml:trace>
  <inkml:trace contextRef="#ctx0" brushRef="#br0" timeOffset="73">5647 5481 0,'-20'0'0,"20"-21"16,20 1 15,1 20-31,-1 0 0,1 0 16,0 0-16,0 0 0,20 0 16,-20 0-16,21 20 15,-22-20-15,1 21 0,0-1 16,-21 2-1,0-2-15,-21 1 0,-20 20 16,-1-20-16,1 0 0,-22 20 16</inkml:trace>
  <inkml:trace contextRef="#ctx0" brushRef="#br0" timeOffset="74">3654 6145 0,'-62'0'16,"42"0"-16,-2 0 15,44 20 1,-2-20-16,22 0 0,20 0 16,146 0-16,-84-20 15,42 20 1,187-21-16,-145 1 0,-22-1 16,1 21-16,-21-21 15,0 0-15,-21 21 0,83-21 16,-124 1-1,-41 20-15,-1-21 0,-20 21 16,-1 0-16,-21-20 0,-40 20 31,20-22-15,-21 22-16,1 0 0</inkml:trace>
  <inkml:trace contextRef="#ctx0" brushRef="#br0" timeOffset="75">5833 5917 0,'0'-21'15,"-20"21"-15,20-21 0,20 21 31,-20-20-15,22 20-16,-2 0 0,1 0 16,0 0-16,41 20 15,-41 1-15,20-21 0,-20 21 16,21-21-16,-22 20 16,1 2-16,-1-22 0,2 20 15,-22 1-15,0-1 0,0 1 16,-42-21-16,1 21 15,-1 0-15,-20 0 0,-21-1 16,-21 1-16</inkml:trace>
  <inkml:trace contextRef="#ctx0" brushRef="#br1" timeOffset="76">6996 521 0,'0'-22'16,"-21"2"-1,21-1-15,-20 21 16,-1 0-16,0 0 15,0 0-15,1 0 16,-1 21-16,0-21 0,0 20 16,-20 2-16,20-2 15,1-20-15,-2 21 0,1 0 16,1-1-16,20 2 0,0-2 16,20-20-16,1 21 15,1-21-15,-2 20 0,1 1 16,20-21-16,1 21 15,-1-21-15,-20 21 0,21-21 16,-22 21-16,1-1 0,-21 1 16,0-1-16,0 2 15,-21-2-15,1 1 0,-22 0 16,-41 21 0,41-22-16,1 1 0,-22-21 15,43 0-15,-21 0 0,-1 0 16,21 0-16,21-21 15,0 1-15</inkml:trace>
  <inkml:trace contextRef="#ctx0" brushRef="#br1" timeOffset="77">7328 438 0,'0'-21'15,"-21"21"-15,21 21 32,0-1-17,-20 1-15,20 21 16,-21-1-16,0 0 0,21 22 16,-21-22-16,21 22 0,0-2 15,0 2-15,21 0 16,-21-22-16,21 0 15,20-20-15,-20 21 0,21-42 16,-1 0-16,0 0 0,1-21 16,0 0-16</inkml:trace>
  <inkml:trace contextRef="#ctx0" brushRef="#br1" timeOffset="78">7224 749 0,'-20'0'0,"-22"0"16,21 0-16,42 0 31,0 0-31,20 0 16,1 0-16,-21-21 16</inkml:trace>
  <inkml:trace contextRef="#ctx0" brushRef="#br1" timeOffset="79">7681 686 0,'21'0'0,"-21"-20"15,21 20-15,-21-21 16,0 1 15,-21 20-31,0 0 16,0 0-16,21 20 15,-21-20-15,1 21 0,-1-21 16,0 20-16,21 1 16,-21 0-16,21 0 0,-20-21 15,20 21-15,0-1 0,20 1 16,1-21 0,0 0-16,0 0 15,-1 0-15,1 0 16,0-21-16,0 21 0,0-20 15,-1-1-15,1 21 16,-21-21-16,20 21 16,-20-21-16,0 42 47,0 0-47,0 0 15,0-1-15,0 1 16,0-1-16,22 2 0,-2-22 15,-20 20-15,21-20 16,0 0-16,-1-20 0</inkml:trace>
  <inkml:trace contextRef="#ctx0" brushRef="#br1" timeOffset="80">8034 417 0,'0'-21'15,"-21"21"-15,0 21 16,21 0 0,0 20-16,0-21 15,0 22-15,0 0 0,0 0 16,21-1-16,-21-21 0,21 22 16,-21-21-16,0 0 15,0-1-15,21 1 0</inkml:trace>
  <inkml:trace contextRef="#ctx0" brushRef="#br1" timeOffset="81">7971 666 0,'-20'0'0,"-1"0"15,21-21-15,21 21 16,-1 0-1,1 0-15,0 0 0,0 0 16,20 0-16,-20 0 16,21-20-16,-22 20 0,22 0 15,-22-22-15,2 22 0,19 0 16,-21-20-16,1 20 16,0-21-16,0 21 15,-21-21 1,-21 21-1,0 0-15,0 21 16,1-21-16,-1 21 16,1-1-16,-2 2 15,22-2-15,0 1 16,0-1-16,0 1 0,22 0 16,-2 0-16,1-21 15,-1 0-15,1 0 16,21 0-16</inkml:trace>
  <inkml:trace contextRef="#ctx0" brushRef="#br1" timeOffset="82">8760 417 0,'0'-21'0,"0"0"0,0 0 16,0 1-16,0-1 0,0 1 15,0-2-15,0 2 16,0-1-16,-21 0 0,21 1 16,-20-2-16,-1 22 0,1 0 15,-2 22-15,1-2 16,1 1-16,-21 20 0,19 1 15,2-1-15,20 22 16,-21-1-16,21 21 0,-20-20 16,20 19-16,0 1 0,0 0 15,0-21-15,0 21 16,0-20-16,0-1 0,0 0 16,0-20-16,0 0 15</inkml:trace>
  <inkml:trace contextRef="#ctx0" brushRef="#br1" timeOffset="83">8470 728 0,'21'0'16,"-1"-21"-1,1 21 1,-1 0-16,2 0 16,19-21-16,-21 21 0,23 0 15,-23-20-15,21 20 0,0-21 16,-19 21-16,-1-20 16,20 20-16,-21-22 0,2 22 15,-22-20-15,20-1 16,-20 0-16,-20 21 15,-2 0 1,-19 42 0,21-42-16,-1 20 15,21 2-15,-22-2 0,22 1 16,0 20-16,0-20 16,0 0-16,0 0 0,0 20 15,0-21-15,22 2 16,-22-2-16,21-20 0,-1 21 15,1-21-15,-1 0 0,22-21 16,-21 21-16,0-20 16,21-2-16,-22 2 0,1-1 15,-1 1-15,1-22 16,0 21-16,0 0 0,-21 1 16,21-1-16,-21 1 0,0-2 15,-21 44 16,21-2-15,0 1-16,0-1 16,0 1-16,0 0 0,0 0 15,21-21-15,-21 21 16,41-1-16,-21-20 16,2 0-16,19 0 15,-20 0-15,-1-20 16,22-1-16,-21 0 0,20 0 15,-20-20-15,0 0 16,20-1-16,-20 0 0,-21 0 16,21 1-16,-21-21 0,0 20 15,0 1-15,0 21 16,-21-2-16,21 2 0,-21 20 16,1 0-16,-1 0 15,0 20-15,0 2 0,21-2 16,-21 1-16,21 20 0,-20 1 15,20-1-15,20 0 16,-20 1-16,21 0 0,0 0 16,0-22-16,0 21 15,20-20-15,-20 0 0,20-21 16,1 21-16,-22-21 0,22 0 16,20-42-1,-20 42-15,-21-41 0</inkml:trace>
  <inkml:trace contextRef="#ctx0" brushRef="#br1" timeOffset="84">6727 1579 0,'0'-21'16,"-22"21"-1,22-21-15,-21 21 16,1 21-16,20 0 16,-41 0-16,19 20 15,-19 0-15,20 22 0,-20-22 16,-1 43-16,-20-22 0,20 21 15,1 0-15,-21 0 16,20 0-16,0 0 0,1 20 16,0-19-16,-1-1 15,1 0-15,0-1 0,19 2 16,-19-1-16,20 0 0,1-1 16,-2 2-16,2-1 15,-1 0-15,21-21 0,-20 1 16,20-2-16,0 2 15,0 0-15,0-22 0,0 0 16,0 1-16,0-21 0,20-1 16,-20 1-16,0-1 15,21-20 1</inkml:trace>
  <inkml:trace contextRef="#ctx0" brushRef="#br1" timeOffset="85">5627 3530 0,'20'0'63,"-20"20"-48,0 2-15,0-2 16,21 1-16,-21 0 0,0 21 15,0-22-15,20 21 16,-20-20-16,21 0 0,-21 0 16,21 0-16,0-21 0,0 0 15,-1-21 1,1 21-16,21-21 0,-22 0 16,22 0-16,-22-20 0,22 21 15,-1-2-15</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1-12-18T06:10:39.425"/>
    </inkml:context>
    <inkml:brush xml:id="br0">
      <inkml:brushProperty name="width" value="0.05" units="cm"/>
      <inkml:brushProperty name="height" value="0.05" units="cm"/>
      <inkml:brushProperty name="fitToCurve" value="1"/>
    </inkml:brush>
    <inkml:brush xml:id="br1">
      <inkml:brushProperty name="width" value="0.05" units="cm"/>
      <inkml:brushProperty name="height" value="0.05" units="cm"/>
      <inkml:brushProperty name="color" value="#177D36"/>
      <inkml:brushProperty name="fitToCurve" value="1"/>
    </inkml:brush>
  </inkml:definitions>
  <inkml:trace contextRef="#ctx0" brushRef="#br0">4891 340 0,'0'-21'31,"0"42"47,0-1-78,0 0 16,0 19-16,0-18 16,0 19-16,0-1 15,0 2-15,0 18 0,-20 1 16,20 0-16,0 0 15,0 0-15,-20 19 0,20-18 16,0-2-16,0 21 0,0-20 16,0 0-16,0-20 15,0 20-15,0-20 0,20-20 16,-20 0-16,0 0 16</inkml:trace>
  <inkml:trace contextRef="#ctx0" brushRef="#br0" timeOffset="1">4931 1418 0,'0'20'31,"0"0"-31,20-20 16,-20 19-1,20-19 1,0 21 0,20-21-1,0 0-15,0 0 0,39 0 16,21-21-16,41 21 0,-2-19 16,41 19-16,20-20 15,19 20-15,40-20 0,1 20 16,39 0-16,-19 0 0,0 0 15,-1 0-15,-19 20 16,-21-20-16,-39 0 0,-20 0 16,-41 0-16,-19 0 15,-40 0-15,0 0 0,-41 0 16,2-20 0,-41 0-16,-21 20 15</inkml:trace>
  <inkml:trace contextRef="#ctx0" brushRef="#br0" timeOffset="2">4871 260 0,'-20'0'0,"0"0"31,40 20 16,0-20-31,0 0-16,0 0 15,20 0-15,20 20 0,-20-20 16,40 0-16,20 0 16,0 0-16,39 0 0,21 0 15,0 0-15,39 0 0,1 0 16,20 0-16,-1 0 16,1 0-16,-1 0 0,1 0 15,-1 0-15,-19 0 16,-20 0-16,0 0 0,-21 0 15,1 0-15,-40-20 0,0 20 16,-40 0-16,0-20 16,-1 20-16,-19-20 0,-20 20 15,20 0-15,-20-20 16,0 20-16,-20 0 0,19 0 16,-19 0-16,1 0 0,-1 0 15,0 0-15,-1 0 16,1 0-16,1 0 15,-21-20 1,-21 20 15,21 20-15,21-20 15,-21 20-15,0 0 31,0 0-47,0 0 15,0-1-15,0 22 16,-21-2-16,21 2 0,0-1 16,0 20-16,0-21 15,0 21-15,0 0 0,0-20 16,0 20-16,0 0 15,0-20-15,0 20 0,21-1 16,-21-19-16,0 20 0,20-20 16,-20 0-16,19 20 15,-19-20-15,20-20 0,-20 20 16,20 0-16,-20-20 0,0 0 16,0 0-16,0-1 15,0 2-15,0-42 110,-20 21-79,0 0-16,-19 0-15,-21 0 0,-1 0 16,-18 0-16,-41 0 16,-20 0-16</inkml:trace>
  <inkml:trace contextRef="#ctx0" brushRef="#br0" timeOffset="3">5690 719 0,'0'-20'16,"0"0"-1,20 40 1,-20 0-16,19 0 16,-19 20-1,0-20-15,21 0 0,-21 20 16,0 0-16,0-20 16,0 20-16,0-20 0,0 0 15</inkml:trace>
  <inkml:trace contextRef="#ctx0" brushRef="#br0" timeOffset="4">5770 799 0,'-20'-40'15,"20"20"-15,-21-20 0,2 20 16,19-20-16,0 20 0,0 0 15,0 0-15,0 1 0,19 19 16,22-20-16,-2 20 16,2-21-16,-2 21 0,22 0 15,-2 0-15,1 0 0,-20 21 16,20-21-16,-20 20 16,-20-1-16,-1 1 0,2 0 15,-21 0-15,0 0 16,-21 0-16,2 0 0,-21 0 15,20 0-15,-20 0 16,20 0-16,-20-20 0,0 20 16,20-20-16,0 20 0,0-20 15,1 0-15,19 20 32,19-20-32,1 0 15,0 0-15,0 0 0,20 20 16,-20-20-16,20 20 15,0 0-15,-20-20 0,0 20 16,0-1-16,-20 2 0,0-1 16,-20 0-16,0-1 15,-20-19-15,0 20 16,0-20-16,-20 0 0,20 0 16,0 0-16,20 0 15,-19-20-15,19 1 16</inkml:trace>
  <inkml:trace contextRef="#ctx0" brushRef="#br0" timeOffset="5">6309 759 0,'20'0'15,"-1"0"-15,-19-20 16,21 20-16,-1 0 15,-20 20 1,20-20-16,-1 20 0,1-20 16,1 20-16,18 0 15,-19 0-15,0 0 0,0 0 16,0 0-16,-20 0 16,0-1-16,-20 2 15,0-21 1,0 0-16,0 0 15,1-21-15,-1 21 0,-1-19 16,21-1 0,0 0-16,21 0 15,-21 0-15,39 0 0,-19 0 16,0 0-16,20 20 16,0-20-16,-20 20 0,0-20 15,0 20-15,0 0 16,0 0-16,0 0 15,-40 0 1,20 20 0,-20 0-1,20 0-15,0 0 16,0 0-16,0 0 0,20 0 16,-20 0-16,20-20 0,0 20 15,0-1-15,0 2 16,20-21-1,-21 0 1,2 0-16,-21-21 31,0 2-31,0-1 0,0 0 16,-21 0-16,21 0 16,-19 0-16,-1 0 0,20 0 15,-20 20-15,20-20 16,-20 20-16,20-20 31,20 20-15,0 0-16,0 0 15,-1 0-15,2 0 16,-1 0-16,0 0 0,-1 0 16,1 0-16,0 0 15,1 0-15,-1 0 31,-20 20-15,0 0-16,0 0 16,0 0-1,0 0-15,0 0 0,0 0 16,19 0-16,1 0 0,-20-1 16,20-19-16,1 21 15,-2-21-15,1 0 16,0-21-1,0 2 1,0-1 0,-20 0-16,20 0 0,-20 0 15,20 0-15,-20 0 0,0 0 16,20 20-16,0 20 31,-20 0-31,20 0 16,-20 0-16,20 0 15,0 0-15,-20 0 0,20-1 16,0-19-16,-1 0 16,2 0-16,-1 0 0,0-19 15,-1 19-15,-19-20 16,0 0-16,20 0 16,-20 0-16,0 0 0,0-20 15,-20 20-15,1 0 16,-1 0-16,20 0 15,-20 20-15,-1 0 16</inkml:trace>
  <inkml:trace contextRef="#ctx0" brushRef="#br0" timeOffset="6">7706 739 0,'21'-20'15,"-2"0"1,-19 0-16,0 0 16,-19 0-1,-2 20 1,1 0-16,0 20 16,1-20-16,-1 20 15,-1 0-15,1 0 16,20 0-16,0 0 0,0 0 15,20 0-15,1 0 16,-21 0-16,20-20 0,-1 20 16,-19 0-16,20 0 15,-20 0-15,0-1 16,-20-19 0,1 21-16,-1-21 15,-1 0 1,21-21-16</inkml:trace>
  <inkml:trace contextRef="#ctx0" brushRef="#br0" timeOffset="7">7886 799 0,'20'0'78,"-1"0"-78,2 0 15,-1 0-15,0 0 0,19 0 16,-18 0-16,-1-20 16,0 20-16,-1 0 0,1-20 15,-20 0 1,-20 20-1,1-20-15,-1 20 0,0 0 16,-1 0-16,-18 0 16,19 0-16,0 0 0,-1 20 15,2-20-15,19 20 16,0 0-16,0 0 0,0 0 16,0 0-16,19 0 0,2 0 15,-1 0-15,0 0 16,19-20-16,-18 0 0,19 0 15</inkml:trace>
  <inkml:trace contextRef="#ctx0" brushRef="#br0" timeOffset="8">8245 819 0,'0'-20'16,"0"0"-16,-20 0 16,20 0-16,0 0 15,0 0-15,0 0 16,20 20-16,1 20 15,-2-20-15,1 20 16,0 0-16,20 0 0,-20-20 16,-20 20-16,20 0 0,-20 0 15,0 0-15,0 0 16,0 0-16,-20 0 16,0-20-16,0 0 15,0 0 1,20-20-16,0 0 15,0 0-15,20 0 16,-20-20-16,20 20 0,0 0 16,20-20-16,0 20 0,-20 0 15,20 20-15,-21-20 16,2 20-16</inkml:trace>
  <inkml:trace contextRef="#ctx0" brushRef="#br0" timeOffset="9">6588 1438 0,'0'-20'15,"20"20"17,-20 20 15,0 0-32,20-20 1,-20 19-16,0 2 0,0 19 15,20-21-15,-20 22 0,0-2 16,20 22-16,-20-22 16,20 1-16,-20 20 0,0-20 15,20 20-15,-20-1 16,0-18-16,0 18 0,0-18 16,0-2-16,20 22 0,-20-22 15,0 1-15,0 0 16,0 20-16,0-20 0,0 0 15,0 0-15,0 0 16,0-20-16,0 20 0,-20-20 16,20 0-16,0-1 15,0 1 48</inkml:trace>
  <inkml:trace contextRef="#ctx0" brushRef="#br0" timeOffset="10">6588 2556 0,'20'20'31,"-20"0"-15,0-1-1,20 2-15,-20-1 0,20-20 16,-20 20-16,20-1 16,0 1-16</inkml:trace>
  <inkml:trace contextRef="#ctx0" brushRef="#br0" timeOffset="11">6888 2615 0,'20'-19'0,"0"19"0,-20-20 15,19 20-15,-19-20 16,-19 20 0,-1 20-16,0-20 15,-1 20-15,2-1 0,-1 2 16,0-1-16,0 0 16,0-1-16,-20 1 0,20 21 15,-20-21-15</inkml:trace>
  <inkml:trace contextRef="#ctx0" brushRef="#br0" timeOffset="12">2256 3354 0,'-20'21'31,"20"18"-16,0 1-15,0-19 0,0 18 16,0 1-16,0 0 0,0 0 16,0 20-16,0 0 0,0 0 15,0-1-15,0 21 16,0 0-16,0 0 0,0-20 16,-20 20-16,20 0 15,0-1-15,0 1 0,0-20 16,0 20-16,0-20 0,-20 0 15,20 0-15,0 0 16,0-1-16,0 1 0,0-20 16,0 20-16,0 1 15,0-22-15,0 21 0,0 0 16,0-20-16,0 20 16,0 0-16,0-1 0,0-18 15,20 18-15,-20-19 0,0 20 16,0-20-16,0 0 15,0 20-15,0-20 0,0 0 16,0 0-16,0 0 16,0-1-16,0 2 0,0-2 15,-20 1-15,20 20 0,0-20 16,-20 0-16,20 0 16,0 20-16,0-20 0,-20-1 15,20 2-15,0 18 0,-20-18 16,20-2-16,0-19 15,0 21-15,-20-22 0,20 1 16,0 21-16,0-22 16,0 1-16,0 0 15,0 0-15,0 0 16,0 0-16,0 0 0,0 0 16,0 0-16,0 0 0,20 0 15,-20 0-15,0 0 16,0 19-16,0-18 0,0-1 15,0 0-15,0-1 0,0 1 16,0 21-16,0-21 16,0 19-16,0-19 0,0 20 15,0-20-15,0 20 16,0-20-16,-20 0 0,20 0 16,0 0-16,0 0 15,-20-40 1,20 0-16</inkml:trace>
  <inkml:trace contextRef="#ctx0" brushRef="#br0" timeOffset="13">2276 3275 0,'0'20'47,"20"-20"-31,0 0 15,0 0-31,-1 0 16,1 0-16,21 0 0,-2 0 15,2 0-15,18 0 16,1 0-16,20 0 0,0 0 16,0-20-16,0 20 0,20 0 15,-20 0-15,19 0 16,1 0-16,-20 20 0,20-20 16,-1 0-16,-19 0 15,20 19-15,0-19 0,-20 0 16,19 0-16,1 0 0,0 0 15,0 0-15,-20 0 16,20 0-16,-20 0 0,0 0 16,20 0-16,-21-19 15,-19 19-15,20 0 0,0 0 16,-20-20-16,20 20 0,-21 0 16,21 0-16,-19-21 15,18 21-15,-19 0 0,20 0 16,-1 0-16,1 0 15,0 0-15,0 0 0,1 0 16,-2 0-16,1 0 16,0 21-16,20-21 0,-20 0 15,-21 0-15,21 0 0,0 20 16,0-20-16,-20 0 16,79 0-16,-78 0 15,-2 0-15,1 0 0,0 0 16,0 0-16,0 0 15,0 0-15,0 0 0,-1 0 16,1 0-16,1 0 16,-2 0-16,1 0 0,-20-20 15,20 20-15,0 0 0,-20 0 16,20 0-16,-20 0 16,19 0-16,-18-21 0,18 21 15,2 0-15,-2 0 16,-19 0-16,20 0 0,0 0 15,-1 0-15,2 0 0,-2 0 16,-18 0-16,18 0 16,1 0-16,1 0 0,-22 0 15,21 0-15,0 0 16,0 0-16,-20-20 0,20 20 16,-1 0-16,2 0 15,-2 0-15,1 0 0,0 0 16,-20 0-16,20 0 0,-20 0 15,19-19-15,-18 19 16,-2 0-16,2 0 0,-1 0 16,19 0-16,-19 0 0,20 0 15,-20 0-15,20 0 16,0 0-16,0 0 0,-20-20 16,19 20-16,1 0 15,1 0-15,-22 0 0,22 0 16,-2-20-16,-19 20 15,20 0-15,0 0 0,-1-21 16,2 21-16,-2 0 0,1 0 16,1 0-16,-2 0 0,1 0 15,0-19-15,-20 19 16,20 0-16,-20 0 0,0 0 16,-1 0-16,2 0 15,-2 0-15,22-20 0,-42 20 16,21 0-16,0 0 0,0 0 15,-20 0-15,20 0 16,-20 0-16,20 0 16,-20 0-16,0 0 15,0 0-15,0 0 0,0 0 16,-1 0 31,1 0-16,-20 20 47,0-1-62,0 2-1,21-21-15,-21 20 0,0 0 16,20-1-16,-20 1 16,0 1-16,19 18 0,-19-19 15,0 21-15,0-2 0,0 1 16,0 0-16,0 40 16,0-40-16,0 19 15,0-18-15,0 18 16,0-18-16,-19 18 0,19-18 15,0 18-15,0-18 0,0 18 16,0-19-16,0 0 16,0 0-16,0 20 0,0-21 15,0 2-15,0-1 0,0-1 16,19 2-16,-19-2 16,0 2-16,0-2 0,0 1 15,0-20-15,0 20 16,20 0-16,-20-20 0,0 20 15,0-20-15,0 19 16,0-18-16,0 19 0,0-21 16,0 1-16,0 21 0,0-22 15,0 21-15,0-19 16,0 18-16,0-19 0,0 21 16,0-2-16,0 1 15,0 0-15,0-20 0,0 20 16,0 0-16,-20 0 0,20-20 15,0 20-15,0 0 16,0-21-16,0 22 0,0-21 16,0 19-16,0-19 0,0 0 15,0 20-15,0-20 16,0 20-16,20-20 0,-20 20 16,0-20-16,0 0 15,0 40-15,0-21 16,0-18-16,0 19 0,0-20 15,0 19-15,0-18 16,20 18-16,-20 1 0,0-19 16,0 18-16,0-19 15,21 21-15,-21-2 0,0-19 16,0 20-16,20 0 0,-20 0 16,0 0-16,19 0 15,-19-1-15,0 2 0,0-2 16,20 2-16,-20-21 15,0 19-15,20 2 0,-20-2 16,0 1-16,21 0 0,-21-20 16,0 20-16,19-20 15,-19 20-15,0-20 0,20 0 16,-20-1-16,0 22 16,0-21-16,0-1 0,0 1 15,0 1-15,0-1 0,0 0 16,0 19-16,0-19 15,0 1-15,0-2 16,0 1-16,20 0 16,-20 0-16,0 0 0,0 0 15,20 0-15,-20 0 16,0 0 0,20-20-16,-20 20 0,0 0 15,0 0 1,20-20-16,-20 20 15,20-20 1,0 0 0,-20-20-16,20 20 15,-1-20 1,2 20-16,-21-20 16,0 0-1,-21 20-15,2-20 16</inkml:trace>
  <inkml:trace contextRef="#ctx0" brushRef="#br0" timeOffset="14">2056 7527 0,'20'0'15,"-20"-20"1,20 20 0,-20 20 62,0 0-47,0 0-15,0 0-1,0 0 1,0 0-1,0 0-15,20-20 16,-20 20-16,0 0 31,20-20-31,-20 20 16,0 0-16,0-1 16,0 1-1,0 1 1,0-1 15,0-1-31,0 1 16,0 0-16,0 1 15,0-1 1,0-1-16,0 1 31,0 0 16,20-20-16,-20 21-31,20-21 32,-20 19-32,20-19 15,0 0-15,0 0 16,0 20-16,0-20 15,0 0-15,20 0 0,-1 0 16,2-20-16,18 20 0,-18 0 16,18-19-16,21 19 15,-20-21-15,20 21 0,-20-20 16,20 20-16,0-20 16,-21 20-16,21-19 0,-20 19 15,20-20-15,-20 20 16,20 0-16,-20-21 0,0 21 15,79 0 1,-78 0-16,-2 0 16,1-20-16,60 20 0,-61 0 15,2 0-15,19 0 0,-21 0 16,21 0-16,0 0 16,0 0-16,-1 0 0,1 0 15,1 0-15,-21 0 16,19 0-16,1 0 0,-20 0 15,0 0-15,0 0 0,-1 0 16,2 0-16,-22 0 16,22-20-16,-22 20 0,2 0 15,18 0-15,-19 0 16,20 0-16,0 0 0,19-19 16,-18 19-16,19 0 0,0 0 15,-1 0-15,21 0 16,-20 0-16,0 0 0,0 0 15,-21 0-15,21 0 16,-20 0-16,0 19 0,0-19 16,0 0-16,-20 0 0,20 0 15,0 20-15,-1-20 16,2 0-16,19 0 0,-21 0 16,21 0-16,20 20 15,-20-20-15,20 0 0,-21 0 16,21 0-16,-20 0 0,0 0 15,0 21-15,-20-21 16,20 0-16,-20 0 0,19 0 16,-19 0-16,0 0 15,0 0-15,0 0 0,0 0 16,0 0-16,19 0 16,-19 0-16,20 0 0,-20 0 15,20 0-15,-20 0 0,19 0 16,1 0-16,1 0 0,-21 0 15,19 0-15,-19 20 16,0-20-16,0 0 0,20 0 16,-21 19-16,2-19 15,-1 0-15,-1 0 0,21 0 16,40 20 0,-40-20-16,-20 0 0,20 0 15,-20 0-15,19 0 0,1 0 16,-20 0-16,20 20 15,-20-20-15,20 0 0,-21 0 16,21 0-16,-19 0 16,-2 21-16,1-21 0,0 0 15,0 0-15,0 0 0,0 0 16,0 0-16,-21 0 16,22 0-16,-2 0 0,-18 0 15,18 0-15,-19 0 0,0 0 16,0 0-16,20 0 15,-20 0-15,-20 0 0,40 0 16,-21 0-16,2 0 16,-2 0-16,2 0 0,18 0 15,-18 0-15,-2 0 0,1 0 16,0 0-16,0 0 16,-1 0-16,2-21 0,-21 21 15,19 0-15,-18 0 16,-1 0-16,0 0 0,-1 0 15,-19-20-15,20 20 0,1 0 16,-1 0 0,-20-20-1,-20 1 1,-1 19 0,1-20-16,1-1 15,-1 21 1,20-20-16,-20 20 15,20-20-15,0 1 16,0-1 0,-21-1-16,21 1 15,-19 1-15,19-1 16,-20 20-16,20-20 0,-20 0 16,0 0-16,20 0 15,-21 0 1,21 0-16,-19 0 15,19 0 1,-20 20-16,20-20 16,-20 20-16,20 20 47,0 0-32,0 0-15,0 0 16,-20 20-16,20-20 0,-20 20 15,20-1-15,-20 2 16,20-2-16,-20 1 0,0 1 16,0-22-16,1 21 15</inkml:trace>
  <inkml:trace contextRef="#ctx0" brushRef="#br0" timeOffset="15">5510 3395 0,'0'-20'15,"20"20"32,-20 20-16,0-1-15,0 1-16,0 0 16,0 20-16,0-20 15,-20 20-15,20 0 0,-20 0 16,20 20-16,0-20 0,-20-1 15,20 2-15,-20-2 16,20 2-16,0 18 0,-19-39 16,19 21-16,0-2 0,0-19 15,0 20-15,0-20 16,-21 0-16,21 0 0,0 0 16,0 0-1,21-20 1,-2 0-16,1 0 15,0 0-15,20 0 16,0 0-16,0 0 0,0-20 16,20 20-16,20 0 15,-20 0-15,19 0 0,21 0 16,0 0-16,0 0 0,0 0 16,-1 0-16,1 0 15,0 0-15,0 0 0,0 0 16,-20 0-16,-1 0 0,1 0 15,-20 0 1,80 0-16,-80 0 16,0 0-16,0-20 0,59 20 15,-79 0 1,20-20-16,-20 20 0,60-20 16,0 0 15,-81 20-16,2 0-15,19 0 16,-20-20 0,-1 20-16,2 0 0,-1 0 15,0 0-15,-1 0 16,1 0 0</inkml:trace>
  <inkml:trace contextRef="#ctx0" brushRef="#br0" timeOffset="16">8066 3454 0,'0'21'47,"0"-2"-32,0 1 1,0 0 0,0 0-16,0 0 0,0 0 15,0 20-15,0-1 0,0 42 16,0-41-16,0 19 16,0-18-16,0-2 0,0 1 15,0 1-15,0-2 16,0-19-16,0 0 0,0 0 15,0 0-15</inkml:trace>
  <inkml:trace contextRef="#ctx0" brushRef="#br0" timeOffset="17">5870 3634 0,'0'-20'0,"0"0"16,19 20-1,-19-20 1,20 20-16,-20-20 15,20 20-15,-20 20 32,0 0-32,0 0 15,0 20 1,0-21-16,0 22 0,0-21 16,0 19-16,0 2 0,0-2 15,0 2-15,0-2 16,0-19-16,0 20 0,0-19 15,0-2-15</inkml:trace>
  <inkml:trace contextRef="#ctx0" brushRef="#br0" timeOffset="18">6489 3673 0,'0'-19'15,"19"19"-15,-19-20 16,0 0-1,0 0 1,-19 20 0,-1 0-16,-1 0 15,1 0-15,-19 0 16,19 20-16,-1-20 0,-18 20 16,19 0-16,0 20 0,-1-20 15,2 20-15,-1-21 16,20 22-16,0-2 0,0-19 15,0 21-15,0-22 0,20 1 16,-1 0-16,2 0 16,-1 1-16,0-21 0,19 0 15,2 0-15,-2 0 0,2 0 16,-2-21-16,1 1 16</inkml:trace>
  <inkml:trace contextRef="#ctx0" brushRef="#br0" timeOffset="19">6788 3654 0,'-20'-20'31,"20"40"0,0-1-15,0 2-16,0-1 0,0 0 16,-20 19-16,20-18 0,0 19 15,-20-21 1,20 22-16,0-21 0,-20-1 16,20 1-16,0 0 0,0 0 15,0-40 1,0 0-1,0 0 1,20-19-16,-20 18 0,20-18 16,-20-1-16,20 0 15,-20 20-15,20-20 0,0 0 16,-20 20-16,20-20 16,0 40-16,-1-20 0,-19 0 15,21 20-15,-1 0 0,0 0 16,-20 20-1,19 0-15,1 0 16,-20 0-16,20 0 0,-20 20 16,21-20-16,-21 0 15,0 0-15,0 20 0,0-20 16,0 0-16,20-1 16,-20 1-16,0 1 15,0-42 16,0 1-15,19 1 0,-19-1-16,20-21 0,0 22 15,1-21-15,-2 20 0,21-1 16,-20-18-16,0 19 16,0 0-16,0 20 0,0-20 15,0 20-15,0 0 16,-20 20-1,0 0 1,20 0-16,-20 0 16,0-1-16,20 2 0,-20 19 15,20-20-15,-20 20 0,20 0 16,-20-1-16,0-18 16,19 18-16,-19-19 0,0 20 15,0-19-15,0-2 16</inkml:trace>
  <inkml:trace contextRef="#ctx0" brushRef="#br0" timeOffset="20">6947 4433 0,'-19'0'141,"19"20"93,0-1-234,0 1 16,-20 0-16,20 1 15,0-2-15,-20 21 0,20-20 16,0 0-16,0 0 15,0 20-15,0-20 0,0 0 16,0 0-16,0 0 16,0 0-16,0 0 0,0-1 15,0 2-15,0-1 0,0 0 16,0-1-16,0 1 16,0 1-16,0-1 0,0-1 15,20-19-15,-20 20 16,0 0-16,0 1 15,0-1 1,0-1 0,0 1-1,0 0 1</inkml:trace>
  <inkml:trace contextRef="#ctx0" brushRef="#br0" timeOffset="21">6708 5011 0,'20'0'47,"0"20"-32,0-20-15,-20 21 16,20-1-16,0-20 15,-20 19-15,20-19 0,0 20 16,-20 0-16,19 1 16,2-21-1,-21 19-15</inkml:trace>
  <inkml:trace contextRef="#ctx0" brushRef="#br0" timeOffset="22">7087 5031 0,'0'-20'15,"-20"20"-15,0 0 16,1 0 0,19 20-1,0 1 1,0-1-1,0-1-15,-20 1 0,20 0 16,-21 1-16,21-2 16,-20 1-16,20 0 0,-20-20 15,1 20-15,19 0 0,-20-20 16,20 20 0,-20-20-1,20-20 16</inkml:trace>
  <inkml:trace contextRef="#ctx0" brushRef="#br0" timeOffset="23">6588 6069 0,'0'-19'94,"0"-1"-79,20 0 1,-20 0-16,20-1 15,-20 2-15,20-1 16,0 20-16,-20-20 0,20 0 16,0 0-16,0-20 15,-20 20-15,20 0 0,0 0 16,0 0-16,0 0 16,0 0-16,19 1 15,2-2 1,-21 21-16,-1-20 0,1 20 15,0 0-15,1 0 0,-1 0 16,-1 0 0,1 0-16,0 20 0,1 1 15,-2-21-15,-19 19 16,20 1-16,-20 0 16,20 0-16,-20 0 0,20 0 15,-20 0-15,0 0 0,20 0 16,-20 0-16,0 0 15,20 0-15,-20 0 16,0-1-16,0 2 0,20-21 16,-20 20-16,0 0 0,0 0 15,0-1 1,0 1 15</inkml:trace>
  <inkml:trace contextRef="#ctx0" brushRef="#br0" timeOffset="24">7067 6010 0,'0'20'47,"20"-20"-32,1 20 1,-2-20-16,1 19 16,0-19-1,0 20-15,0-20 0,0 21 16,0-1-1,0-20-15,0 0 0,0 19 16,0-19 0</inkml:trace>
  <inkml:trace contextRef="#ctx0" brushRef="#br0" timeOffset="25">7467 5969 0,'19'0'16,"-19"-19"-16,0 38 47,-19-19-47,19 21 15,0-1 1,-20-20-16,20 20 0,-20 0 15,-1-1-15,2 1 16,-1 1 0,0-1-16,20-1 15,-20-19-15,20 20 0,-20-20 16,20 20 15,-20-20 0,20-20-15</inkml:trace>
  <inkml:trace contextRef="#ctx0" brushRef="#br0" timeOffset="26">6688 6369 0,'0'-20'15,"20"20"-15,0 0 16,-40 0 62,0 0-62,0 0-16,0 0 15,0 0-15,0 0 0,0 0 16,0 0-16,0 0 0,0 0 16,0 0 15,40 0 0,0 0 0,-20 20-31,20 0 16,-20 0 0,20 0-1,-20 0-15,20 0 0,-20 0 0,20-1 16,-20 2-16,0-1 16,0 0-16,20-1 0,-20 1 15,0 21-15,20-21 16,-20-1-16,0 1 15,0 1-15,20-21 16,-20 20-16</inkml:trace>
  <inkml:trace contextRef="#ctx0" brushRef="#br0" timeOffset="27">6708 6429 0,'0'-20'15,"20"40"48,-20 0-48,0 0 1,20 0 0,-20-1-16,20 2 0,0-1 15,-20 0-15,20-20 0,0 19 16,0 1-16,-1 1 0,2-1 16,-1-20-16,0 20 15,-1-1-15,1-19 0,0 20 16,1-20-16,-1 21 0,-1-21 15,1 20-15,21-20 16,-22 0-16,21 0 0,-20 0 16,20 0-16,0 0 15,-20-20-15,20 20 0,-20-21 16,0 1-16,0 1 16,-1-1-16,2 0 0,-21-1 15,0 1-15,0 1 0,0-21 16,0 19-16,0 2 15,0-1-15,0 0 0,0 0 16,0 0-16,0 0 0,0 0 31,0 40 32,0 0-63,-21-20 15,21 20-15</inkml:trace>
  <inkml:trace contextRef="#ctx0" brushRef="#br0" timeOffset="28">6229 6110 0,'-20'0'93,"0"0"-77,0 0 0,0 0-16,0 0 15,0 0-15,0 0 0,0 0 16,-20 0-16,0 0 15,1 0-15,-2 0 0,2 0 16,-2 0-16,-18 0 16,18 0-16,-18 0 0,-1 0 15,0 0-15,20 0 0,-20 0 16,0 0-16,1 0 16,18 0-16,-18 0 0,-1 0 15,20 0-15,-20 0 16,20 0-16,0 0 0,0 0 15,0 0-15,0 0 0,0 0 16,21 0-16,-22 0 16,21 0-16,-19 0 0,19 0 15,-21 0-15,22 0 16,-21 0-16,19 0 0,-18 0 16,19-21-16,-20 21 0,20 0 15,0 0-15,-20 0 16,21 0-16,-2 0 0,1 0 15,0 0-15,0 0 16,1 0-16,-2 0 16,1 0-16,0 0 15,1 0-15,-1 0 16,-1 0-16,1 21 0,1-21 16,-1 0-16,0 0 15,-1 0 95,21-21-17,21 21-93,-21-20 16,20 20-16,-20-19 16,20 19-16,-20-20 15,19 0-15,-19 0 0,20 20 16,-20-21-16,21 2 15,-21-1-15,0 0 0,20 0 16,-20 0-16,0-20 0,19 20 16,-19-20-16,0 20 15,20-20-15,-20 0 0,0 0 16,20 1-16,-20-2 16,0 2-16,21-1 0,-21-20 15,0 20-15,0 0 0,19-20 16,-19 20-16,0-20 15,0 20-15,0 0 0,0 1 16,0-2-16,0 2 16,-19-2-16,19 2 0,0-1 15,0 0-15,0 0 16,0 0-16,0 0 0,0 0 16,0 0-16,0 0 0,0 1 15,0-2-15,0 2 16,19 19-16,-19-21 0,0 2 15,0-1-15,0 19 0,0-18 16,0 19-16,0-20 16,0 0-16,0 20 0,0-20 15,0 0-15,0 20 16,0-20-16,0 0 0,0 1 16,0-2-16,0 2 0,0 19 15,0-21-15,0 2 16,0 19-16,0-21 0,0 22 15,0-1-15,0-20 0,0 20 16,0 0-16,0-20 16,0 20-16,0 1 0,0-22 15,0 21-15,0 1 16,0-22-16,0 21 0,0 0 16,0 1-16,0-22 0,0 21 15,0 1-15,0-21 16,0 19-16,0 2 0,0-1 15,0 0-15,0 0 16,0 0-16,0 0 16,0 0-16,0 0 15,0 0 1,0 0-16,0 0 16,0 0-1,0 0-15,0 0 16,0 1-1,0-2 1,20 21 78,0 0-79,0 0-15,20 0 16,-20 0-16,20 0 0,0 0 16,20 0-16,0-20 15,-21 20-15,42 0 0,-21 0 16,-1 0-16,1 0 16,0-20-16,-20 20 0,20 0 15,-20 0-15,0 0 0,-1 0 16,-18 0-16,19 0 15,-21-19-15,1 19 0,0 0 16,1 0-16,-1 0 16,-1 0-16,1 0 0,0 0 15,1 0-15,-2 0 16,1 0 0,0 0-16,-20-20 62,0-1-31,0 1-31,-20 0 16,20 1 0,0-1-16,0 0 15,0-1-15,0-18 16,-20 19-16,20 0 15,0 0-15,0-20 0,0 20 16,0 0-16,0-20 0,0 20 16,-19 0-16,19 0 0,0 0 15,0 0-15,0 0 16,0 0-16,0 1 0,0-1 16,0-1-16,-21 21 15,21-20-15,0 1 0,0-1 16,0 0-16,0-1 15,-20 1-15,20 1 16,0-1 0,-20 0-16,20-1 15,0 2 1,0-1-16,-19 20 16,19-20-1,0 0-15,0 0 16,0 0 15,0 0-15,-20 20-1,20-20 1,0 0 31,0 1 0</inkml:trace>
  <inkml:trace contextRef="#ctx0" brushRef="#br0" timeOffset="29">5310 1698 0,'0'19'62,"-20"-19"-62,20 20 16,-20-20-16,20 20 0,-19 0 15,-1 1-15,20-2 16,-20 1-16,-1 0 0,21 0 16,-19-20-16,19 20 0,-20 0 15,0 0 1,20-40 31,20 0-32,-20 0-15,20 0 16,-20 0-16,19 0 16,-19 1-16,21-2 15,-21 1-15,0 0 0,20 0 16,-20 1 0,0-2-1,0 1 1,20 20 31,-1 20-32,1 1 1,0-2-16,1 1 16,-1 20-16,-1-19 15,1-2-15,-20 1 0,20 0 16,-20 0-16,21 0 15,-21 0-15,19 0 0,-19 0 16,20-20-16,-20 20 16</inkml:trace>
  <inkml:trace contextRef="#ctx0" brushRef="#br0" timeOffset="30">7586 1957 0,'0'-20'15,"0"0"17,20 20-17,-40 0 32,20 20-47,-20-20 16,1 20-16,19 0 15,-41-1-15,21 2 0,1-21 16,-1 20-16,0 0 0,-1-20 16,2 19-16,-1-19 15,0 20-15,0-20 0,0 0 16,0 21-1,40-21 48,-20 20-63,20-20 16,0 0-16,0 20 15,0-1-15,-1-19 16,-19 20-16,21-20 15,-1 21-15,-20-1 0,20-20 16,-1 19-16,1-19 16,1 0-16</inkml:trace>
  <inkml:trace contextRef="#ctx0" brushRef="#br0" timeOffset="31">7647 2057 0,'-20'-20'16,"20"0"-1,20 40 16,-1-20-15,-19 20-16,20-20 0,0 19 16,1 1-1,-2 1-15,1-21 0,-20 20 16,20 0-16,0-1 16,-20 1-16,0-40 46,0 1-30,20-21 0,-20 19-1,20 1-15,0 20 0,0-19 16,0-1-16,-1 0 16,2 20-16,-21-21 15,20 21-15,0 0 0</inkml:trace>
  <inkml:trace contextRef="#ctx0" brushRef="#br0" timeOffset="32">8025 2017 0,'0'20'0,"21"-20"0,-21 20 31,20-20-31,-20 19 16,20-19 0,-1 0-16,1 0 15,1 20-15,-1-20 0,-1 0 16,1 0-16,20 0 16,-19 0-16,-2 0 15,1-20-15,0 20 0,0 0 16,-20-19-16,20 19 0,-20-20 15,0 0-15,-20 20 16,0-21-16,0 21 16,0-19-16,1 19 0,-2 0 15,1 0-15,-20 0 16,21 0-16,-1 0 0,20 19 16,-21-19-16,1 21 0,20-1 15,0 0 1,20-1-16,-20 1 15,21 1-15,-21-1 16,20 0-16,-1-20 0,1 19 16,20-19-16,-19 20 0,18-20 15,1 0-15,0 0 16,0 0-16,0 0 0,0-20 16,-20 20-16,20-19 0,-20 19 15,20-20-15,-21 0 16,1-1-1,-20 1-15,0 1 16,0-1-16,-20 0 16,1 20-1,-1 0-15,0 0 16,0 0-16,-1 20 16,2 0-1,19-1-15,0 1 16,0 1-16,0-1 15,0 0 1,19-20-16,-19 19 0,21-19 16,-1 0-16,-20 20 15,20-20-15,0 0 0,-1 0 16,1 0-16,1 0 16,-21-20-16,20 20 15,-20 20 1,0 1-1,-20-1-15,20 19 16,0-19-16,0 20 0,0 0 16,0-20-16,0 20 15,20 0-15,-20-20 0,19 20 16,-19-20-16,20 0 16</inkml:trace>
  <inkml:trace contextRef="#ctx0" brushRef="#br0" timeOffset="33">8864 1937 0,'0'-20'15,"-20"20"-15,20 20 32,20-20-17,1 0 1,-2 0-16,1 20 16,0-20-16,0 0 0,0 20 15,20-20-15,-20 19 16,0-19-16,-1 21 0,2-21 15,-1 0-15,-20 20 16,20-20-16,-20 20 16,-20-20-16,0 19 15,-1 1 1,-18 1-16,19-1 16,0-20-16,-20 20 0,20-1 15,-20 1-15,0 1 0</inkml:trace>
  <inkml:trace contextRef="#ctx0" brushRef="#br0" timeOffset="34">2496 2037 0,'20'-20'15,"-1"-1"1,1 2 0,0 19-1,-20 19 17,0 2-17,-20-1-15,0 0 16,1-1-16,-1 1 0,-1 21 15,-18-21-15,19-1 16,0 1-16,-1 1 0,1-1 16,1-1-16,19 1 15,0 0-15,0 0 16,19-20-16,1 20 16,1 0-16,19-20 15,-21 20-15,22 0 0,-2 0 16,1 0-16,0-20 0,-20 20 15,20 0-15,-20-20 16,0 0-16</inkml:trace>
  <inkml:trace contextRef="#ctx0" brushRef="#br0" timeOffset="35">3015 2237 0,'0'-20'0,"-21"20"16,21-21-16,-20 21 16,20 21-1,0-1-15,0-1 16,0 1-1,0 0-15,0 0 0,0 0 16,0 0-16,0 0 16,0 0-16,0 0 0,0 0 15,-19-20 1,19-20 0,0 0-16,0 0 15,0 0 1,0-20-16,0 20 0,0 0 15,0-19-15,0-2 0,0 2 16,0-1-16,19-1 16,-19 2-16,20 19 0,1-20 15,-1 0-15,-1 20 0,1 0 16,0 20-16,21 0 16,-22 0-16,1 0 0,20 0 15,-20 20-15,0 0 16,-20 0-16,20 19 0,-20-18 15,0-1-15,-20 19 16,0-19-16,0 1 0,0-1 16,-20 0-16,1-1 0,18 1 15,-19 1-15,1-21 16,18 20-16,-18-20 0,19 19 16,40-19 15,-1 20-31,1-20 15,1 20-15,-1-20 0,-1 20 16,21 0-16,-19 0 0,-1 0 16,19 0-16,-19 0 0,0 0 15,0 0-15,0-20 16,0 20-16,0-20 0</inkml:trace>
  <inkml:trace contextRef="#ctx0" brushRef="#br0" timeOffset="36">3394 2296 0,'0'-20'16,"-20"20"0,40 0 30,-1 20-46,2-20 16,-1 0-16,0 0 16,0 20-1,-1-20-15,2 0 0,-1 0 16,0-20-16,-1 20 16,1-20-16,-20 0 0,20 20 15,-20-19-15,0-1 0,0-1 16,0 1-1,-20 1-15,0 19 0,1-20 16,-1 20-16,0 0 16,-1 0-16,2 0 0,-1 20 15,0-1-15,20 1 0,0 1 16,0 18-16,0-19 16,20 20-16,-20-20 0,20 0 15,-1 20-15,2-20 16,-1 0-16,0 0 0,-1-20 15,1 0-15</inkml:trace>
  <inkml:trace contextRef="#ctx0" brushRef="#br0" timeOffset="37">3993 2237 0,'0'-20'0,"0"-1"15,0 1 1,0 1 0,0-1-16,-20 20 15,20-20 1,-20 20-16,0 0 15,0 20-15,0-20 16,0 20-16,0-20 16,20 19-16,-20-19 0,20 20 15,0 1-15,0-1 16,20-20-16,0 19 16,0-19-16,0 20 0,0-20 15,20 20-15,-20-20 16,19 20-16,-19-20 15,-20 20 1,-20-20-16,1 0 16,-21 20-16,0-20 15,20 0-15,-20 0 16,20 0-16,0 0 16</inkml:trace>
  <inkml:trace contextRef="#ctx0" brushRef="#br0" timeOffset="38">4193 2096 0,'19'0'0,"-19"-20"16,0 1-16,0-1 0,0 0 15,20 20-15,-20-21 16,0 42 0,0-1-1,0 0-15,0 19 0,0-18 16,0 19-16,0 20 0,20-21 15,-20 21-15,0-20 16,0 20-16,0-20 0,0 0 16,0 0-16,0 0 15,-20-1-15,20-18 0,0-1 16,-20-20 0,20-20-1,-19-1-15,19-18 0,0-1 16,0 0-16,0 0 15,19 0-15,-19-20 0,20 20 16,-20 0-16,20 20 16,1-19-16,-2 18 0,1 1 15,0 20-15,0-19 0,1 19 16,-2 0-16,1 0 16,0 19-16,0-19 0,0 20 15,0 1-15,-20-1 0,0-1 16,0 1-1,0 0-15,-20-20 0,0 20 16,0-20-16,0 0 16,0 0-16,1 0 0,-2 0 15</inkml:trace>
  <inkml:trace contextRef="#ctx0" brushRef="#br0" timeOffset="39">4671 2176 0,'-20'0'47,"1"0"-31,19 20-16,-20-20 15,20 21-15,-20-1 16,20-1-16,0 1 15,0 0-15,20 0 16,-20 0-16,20-20 16,-1 20-16,1-20 15,1 0-15,-1 0 16,0-20-16,-1 20 0,1-20 16,1 20-16,-21-20 0,0 0 15,0 0-15,0 1 16,-21-1-16,21-1 0,-20 21 15,1-20-15,-1 1 16,0 19-16,-1-20 0,1 20 16,40 0-1,1 0 1,-1 0-16,0 0 16,-1 0-16,1 0 15,1 0-15,-1 20 0,-1-20 16,1 0-16,0 19 15,0 1 1,-20 1-16,0-1 16,0-1-1,-20 1-15,20 0 16,-20 0-16,40-40 62,0 0-46,0 20-16,-20-20 0,20 20 16,-20-19-16,20 19 15,0 0 1,-20 19 0,20 1-1,-20 0-15,20-20 16,-20 20-16,20-20 15,0 0-15,0 0 16,0 0 0,0-20-16,0 20 15,-20-20-15,0 0 16,0 1-16,0-1 16,0-1-16,0 1 15,-20 20 1,0 0-16,20 20 15,0 1 1,0-1-16,0-1 16,0 1-16,0 0 0,20 0 15,-20 0-15,0 0 16,0 0-16,-20 0 16,0-20-1,0 0-15</inkml:trace>
  <inkml:trace contextRef="#ctx0" brushRef="#br0" timeOffset="40">5231 2256 0,'20'0'62,"-20"-19"-46,19 19-16,1-20 15,0-1 1,1 1 0,-21 1-16,0-1 15,-21 0 1,1 20-1,0 20-15,1 0 16,-1-1 0,20 1-16,0 21 0,0-22 15,0 1-15,0 0 0,0 0 16,20 0-16,-1 0 16,1-20-16,0 20 0,1-20 15</inkml:trace>
  <inkml:trace contextRef="#ctx0" brushRef="#br0" timeOffset="41">5351 2076 0,'19'20'47,"-19"1"-47,20-1 0,-20 0 15,20 19-15,-20 2 16,21-2-16,-21 1 0,0 0 16,-21 20-16,1-20 0,-19 0 15,-2 20-15,-18-20 16</inkml:trace>
  <inkml:trace contextRef="#ctx0" brushRef="#br1" timeOffset="42">439 340 0,'20'0'16,"0"-21"0,-20 2-16,0-1 15,0 0-15,0 0 16,0 0-16,0 0 16,-20 20-1,0 0 1,-20 20-16,20-20 0,-20 20 15,1 0-15,-2 0 0,2 0 16,-1-1-16,19 2 16,1-1-16,1 0 0,19-1 15,0 1-15,19 1 16,1-1-16,1 0 0,19-1 16,-21 1-16,42-20 0,-22 21 15,1-1-15,0-1 16,0 1-16,-20 0 0,0-20 15,-20 20-15,0 0 16,-20 20-16,-20-20 0,0 0 16,-20 0-16,0 0 0,20 0 15,-19-20-15,-1 20 16,20-20-16,19 0 0,2 0 16,-1 0-16,0-20 15,20 0-15</inkml:trace>
  <inkml:trace contextRef="#ctx0" brushRef="#br1" timeOffset="43">819 240 0,'0'-40'16,"0"0"-16,0 20 15,0 40 17,0 0-32,0 0 15,0 20-15,-21 0 0,21 20 16,0-1-16,0-18 15,0 18-15,0 2 0,0-22 16,21 1-16,-21 0 16,20 0-16,-20-20 0,19 0 15,1 0-15,0-20 0,1 0 16</inkml:trace>
  <inkml:trace contextRef="#ctx0" brushRef="#br1" timeOffset="44">898 599 0,'-20'-20'16,"0"1"-16,1 19 0,-1-20 16,-1 20-16,1-21 0,0 21 15,40 0 1,0 0-16,1 0 16,18-20-16,1 20 0,20 0 15,0 0-15,0-19 16,0 19-16,0 0 0,0 0 15,-21-20-15,2 20 16,-2 0-16,-19 0 0,0-20 16,1 20-16,-21-21 15,-21 21 1,1 0-16,0 0 0,1 0 16,-22 0-16,21 0 0,1 21 15,-21-21-15,19 20 16,2 0-16,-1-1 0,0 1 15,0 1-15,20-1 16,0-1-16,0 1 0,0 0 16,20 0-16,0 0 0,0 0 15,-1-20-15,2 20 16,19-20-16,-1 0 0,-18 0 16,18-20-16,-19 20 15,21-20-15,-21 0 0,-1 0 16,1 0-16,-20 0 0,20-19 15,-20 18-15,0 1 16,0 1-16,0 38 31,0 1-15,0 21-16,0-22 16,20 1-16,-20 0 0,0 20 15,20-40-15,0 20 0,0 0 16,0-20-16,0 0 15,0 0-15,40-40 16,-20 20-16,-20-20 16,0 20-16,19-19 0,2-102 31,-41 82-31,0 19 0,0-20 16,0 20-16,0 0 0,-20 0 15,20 20-15,-21 0 0,2 20 16,19 20-1,0 20-15,0-20 0,0 20 16,0 20-16,0-20 16,0 0-16,19 19 0,-19-18 15,21-1-15,-21-1 0,20 2 16,-20-22-16,0 1 16,20 0-16</inkml:trace>
  <inkml:trace contextRef="#ctx0" brushRef="#br1" timeOffset="45">1817 499 0,'-20'-19'16,"20"-1"-16,0 0 0,0-1 31,20 21-31,-1 0 16,2 0-16,-1 0 0,19 0 15,1 0-15,0 0 16,-20 0-16,20 0 0,0 0 15,0 0-15,0 0 0,-20 0 16,0-20-16,20 20 16,-20-19-16,0 19 15,-20-20-15,20 0 16,-20-1-16,-20 21 16,0-19-16,0-1 15,0 20-15,-20 0 16,20 0-16,0 20 0,0-20 15,0 19-15,0 2 16,0 19-16,0-21 0,20 22 16,0-21-16,0 19 0,20 2 15,-20-21-15,20-1 16,0 1-16,20 0 0,-20 0 16,20-20-16,0 0 15,0 0-15</inkml:trace>
  <inkml:trace contextRef="#ctx0" brushRef="#br1" timeOffset="46">2575 60 0,'-20'-20'0,"20"1"15,-20-2-15,1 21 16,19 21-1,0 18 1,0-19-16,19 20 16,-19 0-16,0 0 0,0 20 15,20-20-15,-20 20 0,0-21 16,0 2-16,0-1 16,-20-1-16,20-18 0,0 18 15,0-19-15</inkml:trace>
  <inkml:trace contextRef="#ctx0" brushRef="#br1" timeOffset="47">2815 440 0,'-20'0'47,"20"-21"-47,20 21 31,0 0-15,20 0-16,-21-20 15,2 20-15,-1-19 16,0 19-16,-1-20 0,1 0 16,1-1-16,-21 2 0,0-1 15,-21 0 1,1 20-16,1-20 0,-1 20 15,0 0-15,-20 20 0,0 0 16,0 0-16,20-1 16,-20 22-16,20-2 0,0-19 15,0 21-15,20-2 16,0-19-16,0 21 0,20-22 16,0 1-16,0 0 15,20-20-15,0 0 0,0 0 16,20 0-16,-20-20 0,20 0 15,-21-19-15,22 18 16,-22-18-16,1 19 0,-20-21 16,0 2-16,0-1 0,-20 0 15,0 0-15,0 20 16,0-20-16,0 20 0,-20 20 16,20 20 15,0 0-31,20 0 0,-20 20 15,20-20-15,0-1 16,-20 22-16,0-21 0,20 19 16,-20-18-16,0-1 15,0 0-15,0-1 0,-20 1 16,0 1-16,20-1 16,-20-20-16,0 19 0,0-19 15,0 0-15,0 0 0,0 0 16,1-19-16,19-1 15,0-1-15,19 1 0,1 1 16,0-21-16,20 19 0,0-18 16,0-1-16,20 0 15,-21 0-15,22 0 0,-22 0 16,2 0-16,-2 20 16,-19-20-16,0 20 0,1 0 15,-21 1-15,-21 19 31,1 19-31,0-19 0,1 20 16,-1 0-16,0 0 16,20 0-16,0 0 0,0 0 15,0 20-15,0-20 0,20 20 16,0 0-16,-1 0 16,42 39-1,-42-38-15,-19-21 16,-19-1-16,-22 1 0,-18 1 15,-21-21-15,-20 20 0</inkml:trace>
  <inkml:trace contextRef="#ctx0" brushRef="#br0" timeOffset="48">7008 7946 0,'0'-20'31,"-21"20"-15,21 20 0,-20 0-16,0 1 15,20-2-15,-19 1 0,-1 0 16,0 20-16,-1-20 15,2 0-15,-1 20 0,-20-21 16,40 2-16,-20-1 0,0 0 16,20 0-1,0-40 17,20 20-32,-20-20 15,20 0-15,-20-1 0,20 2 16,0-1-16,0 0 15,-20 0-15,19-20 0,2 20 16,-21 0-16,20 0 0,0 1 16,-1 19-1,1 19 1,0 21 0,-20-20-16,21 20 15,-21-20-15,20 20 16,-20 0-16,0 0 0,19-20 15,-19 20-15,0-20 0,20 0 16,-20-1 0</inkml:trace>
  <inkml:trace contextRef="#ctx0" brushRef="#br0" timeOffset="49">6908 8106 0,'0'-20'0,"-20"-20"16,20 20-16,0 0 0,-21 1 16,21-2-16,0 42 31,0-2-31,0 1 0,0 0 16,0 20-16,0 0 0,21 0 15,-21 0-15,0 20 16,0 0-16,0-1 0,0 1 15,20 1-15,-20-2 16,0 1-16,0-20 0,0 20 16,0-20-16,0-1 0,0 2 15,0-21-15,0 0 16,0-1-16,0 2 0,-20-21 16,20-21 15,0 2-16</inkml:trace>
  <inkml:trace contextRef="#ctx0" brushRef="#br0" timeOffset="50">6928 8845 0,'0'-20'0,"0"-1"0,0 2 15,0-1 1,-20 40 15,20-1-15,0 2-16,0-1 16,0 0-16,20 0 0,-20-1 15,19 2-15,-19-1 16,20-20-16,-20 20 0,20-1 15,1-19-15,-1 0 16,-1 0 0,1-19-16,0-1 15,1 20-15,-2-20 16,1-1-16,0 2 0,-20-1 16,20 20-16,-20-20 15,20 20-15,-20-20 0,-20 20 16,-20 40 15</inkml:trace>
  <inkml:trace contextRef="#ctx0" brushRef="#br0" timeOffset="51">7127 9124 0,'0'-20'15,"-19"20"1,-2 0-1,1 0-15,0 0 0,-19 0 16,-2 0-16,2 0 0,-22 0 16,2 0-16,-1 0 15,-20 0-15,20 0 0,0 0 16,-19 20-16,19-20 16,-1 20-16,2-20 0,-1 20 15,20 0-15,0 0 16,20 0-16,0 0 0,20 0 15,40 0-15,-20 20 0,40-20 16,20 20-16,0-20 16,0 19-16,39-18 0,-19-1 15,20-1-15,-20 1 0,20 0 16,-21 1-16,21-1 16,-20-1-16,-20-19 0,20 0 15,0 0-15,-21 0 16,1 0-16,0-19 0,0-1 15,-20-1-15,-20 1 0,0 0 16,-21-19 0,1 18-16,-20-18 0,-20-1 0,1 0 15,-42 20-15,2-20 0,-21 20 16,0 0-16,-20 0 16,-20 20-16,1-20 0,-1 20 15,0 0-15,1 0 16,-2 20-16,1-20 0,21 20 15,-1-20-15,0 20 0,40-20 16,-20 20-16,41-20 16</inkml:trace>
  <inkml:trace contextRef="#ctx0" brushRef="#br0" timeOffset="52">6229 9284 0,'19'0'15,"-19"-20"-15,0 40 31,0 0-31,0 0 16,0 0-16,0 0 0,0 20 16,-19-1-16,19 2 15,-20-2-15,0 22 0,0-2 16,0 1-16,20 0 0,-20 0 16,0-20-16,0 20 15,20 0-15,-20-20 0,20-1 16,0 2-16,-19-2 0,19-19 15,0 21-15,0-22 16,0 1-16,19 20 0,-19-20 16,20 0-16,0 0 15,0 0-15,0-20 16,20 20-16,0-20 16,0 0-16,0 0 0,20 0 15,-1 20-15,2-20 0,18 0 16,1 0-16,0 0 15,20 0-15,0 20 0,0 0 16,19-20-16,1 20 16,-20-20-16,19 19 0,-19 2 15,0-21-15,-20 20 0,0 0 16,-1-20-16,-18 20 16,-22-20-16,2 0 0,-21 0 15,19 19-15,-18-19 0,-1 0 16,-40-19 15,-1 19-15,1-20-16,1 20 0,-1-20 15,0 0-15</inkml:trace>
  <inkml:trace contextRef="#ctx0" brushRef="#br0" timeOffset="53">8105 9723 0,'0'-20'0,"0"0"16,0 1-16,0-2 16,-19 21-16,-1 21 31,20-2-16,-20 1 1,20 20-16,-21 0 0,21 0 16,-19 0-16,19 0 15,-20 19-15,20 2 0,0-1 16,-20-1-16,20 2 0,0-22 16,-20 1-16,20 20 15,0-20-15,-21-20 0,21 20 16,0-20-16,-19-1 0,19 2 15</inkml:trace>
  <inkml:trace contextRef="#ctx0" brushRef="#br0" timeOffset="54">9064 4692 0,'-20'0'0,"0"20"15,40-20 1,-20 20-16,0 0 15,-20 20-15,0-20 16,20-1-16,-20 22 0,20-21 16,-20 19-16,20-18 15,0-1-15,-20-1 16,20-38 15,0-1-15,20-1-16,-20 1 15,20 1-15,-20-21 0,20 19 16,0-18-16,-20-1 16,20 20-16,0-20 0,-20 20 15,19-20-15,-19 20 0,21 0 16,-1 0 0,-20 40-16,20-20 15,-20 20-15,0 0 16,19 20-16,-19-20 0,20 20 15,1-20-15,-21 20 0,20-1 16,-20-18-16,20-1 16,-20 0-16,19-1 0,-19 1 15,0 1-15,20-21 16,1 0 0,-21-21-16,20 1 15,-1 1-15,1-1 16,0 0-16,1-20 0,-2 20 15,1-20-15,0 0 16,0 20-16,0-20 0,-20 20 16,20 0-16,0 0 15,-40 40 17,20 0-32,-20 0 15,20 0-15</inkml:trace>
  <inkml:trace contextRef="#ctx0" brushRef="#br0" timeOffset="55">9782 4712 0,'0'20'15,"-19"-20"1,-1 20 0,0-20-16,20 20 15,-21 0-15,2-20 0,-1 20 16,20-1-16,0 2 16,0-1-16,0 0 0,0-1 15,20 1-15,-1 1 16,2-21-16,19 20 15,-21-20-15,22 0 0,-21 0 16,19-20-16,-19 20 0,0-21 16,1 21-16,-2-20 15,-19 1-15,0-1 0,0 0 16,0-20-16,-19 20 16,-2 0-16,1 0 0,-19 20 15,19-20-15,-21 20 0,2 0 16,19 0-16,0 0 15</inkml:trace>
  <inkml:trace contextRef="#ctx0" brushRef="#br0" timeOffset="56">9483 5571 0,'20'-21'0,"0"21"15,-20-20 1,20 20-1,0 0 1,-20 20-16,20-20 16,0 21-16,0-21 0,0 0 15,0 20-15,0-20 16,20 19-16,-20-19 16,19 20-16,-19-20 0,21 0 15,-21 0-15,-1 0 0,21 0 16,-19-20-16,-2 20 0,-19-19 15,20 19-15,0-20 16,-20-1-16,20 1 0,-20 1 16,20-1-16,-20 0 0,20-20 15,0 20-15,0 0 16,0 0-16,0 0 0,0 0 16,0 0-16,0 20 15,0 0-15,0 0 16,-20 20-16,20 0 0,0 0 15,0 0 1,-1-20-16,-19 20 0,20-20 16,1 0-16,-1 0 15,39-40 1,-38 20-16,18-20 16,-19 20-16,0-20 0,1 0 15,-2 0-15,1-20 0,-20 21 16,20-2-16,-20-18 15,0-2-15,0 22 0,0-2 16,0 2-16,0-1 0,-20 20 16,20-20-16,0 20 15,0 0 1,0 0 15,0 0-15,0 0-1,-20 0-15,20 0 16,-19 1-16,-2-2 16,1 1-16,0-19 0,0 19 15,-20-21-15,0 22 0,-20-21 16,21 20-16,-81-20 16,60 40-16,20 0 15,0 0-15,0 0 0,20 19 16,0 2-16,1-1 15,19 0-15,-21-20 0,21 20 16,0-1-16,0 1 16,0 1-16,21-21 15,-21-21 17,0 1-32,-21 1 15,21-1-15,-20 0 16,0 0-16,1-1 0,-1-18 15,0 19-15,-1 0 0,1 0 16,1-20-16,-21 20 16,19 0-16,-18 0 0,-1 20 15,20-20-15,-20 20 16,0 0-16,-20-20 16,40 20-16,0 0 15,1 0-15,-22 0 16,21 0-16,-19 20 15,18-20 1,1 0 0,1 0-16,-1 0 15,0 0-15,-1 0 16,-18 0-16,19 0 0,0 0 16,-20 0-16,20 0 15,0 0-15,0 20 0,-20-20 16,20 20-16,0-20 0,0 20 15,1 0-15,-2 0 16,1 0-16,20 0 16,0 0-1,0 0-15,0 0 16,20-20-16,-20 19 16,21-19-1,-42 0 48,1 0-63,-20 21 15,21-21-15,-22 20 16,2-20-16,19 20 0,-21 0 16,2-1-16,-1 1 0,19 1 15,2 18-15,-1-19 0,20 0 16,-20 1-16,20-2 15,0 1-15,20 0 0,0 0 16,-1 0 0,2 0-16,-1-20 0,0 20 15,-20 0-15,20 0 0,-1-20 16,-19 20-16,0 0 16,0 0-16,0 0 0,0 0 15,-19-20-15,-1 19 16,0 2-16,0 19 0,-20-21 15,20 1-15,0-20 0,0 21 16,0-1-16,0-1 16,20 1-16,0 0 0,0 1 15,0-1-15,0-1 16,40 1-16,-20 0 0,0 1 16,19-2-16,2 1 0,18 0 15,-18 0-15,-2-20 16,1 20-16,0-20 0,0 20 15,-20-20-15,20 0 0,-40 20 16,0 0 0,-19 0-1,-22-20-15,21 20 0,0 0 16,-20-20-16,20 20 0,0 0 16,1 0-16,19-1 15,0 2-15,19-21 16,1 20-16,0 0 0,20-1 15,-20-19-15,20 20 16,0-20-16,20 21 0,-20-21 16,0 0-16,-1 0 0,2 0 15,-2 0-15,2 0 16,-1 0-16,-21 0 0,1 0 16,1 0-16,-1 0 15,-1 0-15,-19-21 0,-19 21 31,-1 0-31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22D637-C006-42E6-A174-C6026AE378E9}" type="datetimeFigureOut">
              <a:rPr lang="en-US" smtClean="0"/>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901250-761B-44F6-8368-AF30FD50D892}" type="slidenum">
              <a:rPr lang="en-US" smtClean="0"/>
              <a:t>‹#›</a:t>
            </a:fld>
            <a:endParaRPr lang="en-US"/>
          </a:p>
        </p:txBody>
      </p:sp>
    </p:spTree>
    <p:extLst>
      <p:ext uri="{BB962C8B-B14F-4D97-AF65-F5344CB8AC3E}">
        <p14:creationId xmlns:p14="http://schemas.microsoft.com/office/powerpoint/2010/main" val="2515092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701775E-EDE2-4DE5-A02D-A8BD8C6F6AC0}" type="slidenum">
              <a:rPr lang="en-US" smtClean="0"/>
              <a:t>1</a:t>
            </a:fld>
            <a:endParaRPr lang="en-US"/>
          </a:p>
        </p:txBody>
      </p:sp>
    </p:spTree>
    <p:extLst>
      <p:ext uri="{BB962C8B-B14F-4D97-AF65-F5344CB8AC3E}">
        <p14:creationId xmlns:p14="http://schemas.microsoft.com/office/powerpoint/2010/main" val="1318605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01775E-EDE2-4DE5-A02D-A8BD8C6F6AC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3034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69630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6395E-E079-DACB-6D25-57F51D4C98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11E57C-29F5-F905-5B42-98C60F0F82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1F71E9-5DA9-7716-49A2-F07114C2248C}"/>
              </a:ext>
            </a:extLst>
          </p:cNvPr>
          <p:cNvSpPr>
            <a:spLocks noGrp="1"/>
          </p:cNvSpPr>
          <p:nvPr>
            <p:ph type="dt" sz="half" idx="10"/>
          </p:nvPr>
        </p:nvSpPr>
        <p:spPr/>
        <p:txBody>
          <a:bodyPr/>
          <a:lstStyle/>
          <a:p>
            <a:fld id="{A07C0A8A-41AC-4DAE-9E4E-FDD64E7E0D14}" type="datetimeFigureOut">
              <a:rPr lang="en-US" smtClean="0"/>
              <a:t>5/6/2026</a:t>
            </a:fld>
            <a:endParaRPr lang="en-US"/>
          </a:p>
        </p:txBody>
      </p:sp>
      <p:sp>
        <p:nvSpPr>
          <p:cNvPr id="5" name="Footer Placeholder 4">
            <a:extLst>
              <a:ext uri="{FF2B5EF4-FFF2-40B4-BE49-F238E27FC236}">
                <a16:creationId xmlns:a16="http://schemas.microsoft.com/office/drawing/2014/main" id="{0E18502B-4907-75FF-A9BB-80D9AAFE72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271CF6-B4C0-BF2D-11DE-E0BEA28BC5A0}"/>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410285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889E8-FCB4-9DA9-0A7D-8655E39CBF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D7BFB0-8F07-3C1B-C37E-6D7CB0A185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612626-62C0-F477-6CCC-65005110E278}"/>
              </a:ext>
            </a:extLst>
          </p:cNvPr>
          <p:cNvSpPr>
            <a:spLocks noGrp="1"/>
          </p:cNvSpPr>
          <p:nvPr>
            <p:ph type="dt" sz="half" idx="10"/>
          </p:nvPr>
        </p:nvSpPr>
        <p:spPr/>
        <p:txBody>
          <a:bodyPr/>
          <a:lstStyle/>
          <a:p>
            <a:fld id="{A07C0A8A-41AC-4DAE-9E4E-FDD64E7E0D14}" type="datetimeFigureOut">
              <a:rPr lang="en-US" smtClean="0"/>
              <a:t>5/6/2026</a:t>
            </a:fld>
            <a:endParaRPr lang="en-US"/>
          </a:p>
        </p:txBody>
      </p:sp>
      <p:sp>
        <p:nvSpPr>
          <p:cNvPr id="5" name="Footer Placeholder 4">
            <a:extLst>
              <a:ext uri="{FF2B5EF4-FFF2-40B4-BE49-F238E27FC236}">
                <a16:creationId xmlns:a16="http://schemas.microsoft.com/office/drawing/2014/main" id="{73E81A14-A92C-660C-BFF1-2256458CE6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AFDDE6-514B-C120-9491-856D93CD7E42}"/>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249925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DE49-66CB-31F1-9FB1-26059AA7D3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883F89-DD41-2E22-51DF-3F664083C9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A42583-9B81-8E22-40D8-D858C6B2C5C6}"/>
              </a:ext>
            </a:extLst>
          </p:cNvPr>
          <p:cNvSpPr>
            <a:spLocks noGrp="1"/>
          </p:cNvSpPr>
          <p:nvPr>
            <p:ph type="dt" sz="half" idx="10"/>
          </p:nvPr>
        </p:nvSpPr>
        <p:spPr/>
        <p:txBody>
          <a:bodyPr/>
          <a:lstStyle/>
          <a:p>
            <a:fld id="{A07C0A8A-41AC-4DAE-9E4E-FDD64E7E0D14}" type="datetimeFigureOut">
              <a:rPr lang="en-US" smtClean="0"/>
              <a:t>5/6/2026</a:t>
            </a:fld>
            <a:endParaRPr lang="en-US"/>
          </a:p>
        </p:txBody>
      </p:sp>
      <p:sp>
        <p:nvSpPr>
          <p:cNvPr id="5" name="Footer Placeholder 4">
            <a:extLst>
              <a:ext uri="{FF2B5EF4-FFF2-40B4-BE49-F238E27FC236}">
                <a16:creationId xmlns:a16="http://schemas.microsoft.com/office/drawing/2014/main" id="{6A9E60ED-6415-E3A1-C265-30E2362C39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046095-DBBF-DE47-6DE3-AC6B04F450F7}"/>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426469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7F89F-1659-6ADC-5C23-CA6D6DC1D1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97093D-9C34-89BA-4CAE-C09D987F01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E4605B-DED1-0FE9-A171-7732D075D6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056C3D-7BEB-7411-21D9-DA641225474C}"/>
              </a:ext>
            </a:extLst>
          </p:cNvPr>
          <p:cNvSpPr>
            <a:spLocks noGrp="1"/>
          </p:cNvSpPr>
          <p:nvPr>
            <p:ph type="dt" sz="half" idx="10"/>
          </p:nvPr>
        </p:nvSpPr>
        <p:spPr/>
        <p:txBody>
          <a:bodyPr/>
          <a:lstStyle/>
          <a:p>
            <a:fld id="{A07C0A8A-41AC-4DAE-9E4E-FDD64E7E0D14}" type="datetimeFigureOut">
              <a:rPr lang="en-US" smtClean="0"/>
              <a:t>5/6/2026</a:t>
            </a:fld>
            <a:endParaRPr lang="en-US"/>
          </a:p>
        </p:txBody>
      </p:sp>
      <p:sp>
        <p:nvSpPr>
          <p:cNvPr id="6" name="Footer Placeholder 5">
            <a:extLst>
              <a:ext uri="{FF2B5EF4-FFF2-40B4-BE49-F238E27FC236}">
                <a16:creationId xmlns:a16="http://schemas.microsoft.com/office/drawing/2014/main" id="{E2E14848-119F-0F22-5E3E-EF27FC13B6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3F5BDF-DA69-6CA4-0E68-1D9BD9F21593}"/>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333675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D7A2-D118-7739-D659-DFF55A9486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897781-3927-4358-341E-FBC58DA9BD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66BBA0-9B8D-A118-6CB6-3A58186FFA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D9F280-F299-00B9-8708-87B5B5566F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469B73-0A37-32C7-7EFE-CA944A25FA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722BFB-5D16-D151-CDC9-0503AD186C75}"/>
              </a:ext>
            </a:extLst>
          </p:cNvPr>
          <p:cNvSpPr>
            <a:spLocks noGrp="1"/>
          </p:cNvSpPr>
          <p:nvPr>
            <p:ph type="dt" sz="half" idx="10"/>
          </p:nvPr>
        </p:nvSpPr>
        <p:spPr/>
        <p:txBody>
          <a:bodyPr/>
          <a:lstStyle/>
          <a:p>
            <a:fld id="{A07C0A8A-41AC-4DAE-9E4E-FDD64E7E0D14}" type="datetimeFigureOut">
              <a:rPr lang="en-US" smtClean="0"/>
              <a:t>5/6/2026</a:t>
            </a:fld>
            <a:endParaRPr lang="en-US"/>
          </a:p>
        </p:txBody>
      </p:sp>
      <p:sp>
        <p:nvSpPr>
          <p:cNvPr id="8" name="Footer Placeholder 7">
            <a:extLst>
              <a:ext uri="{FF2B5EF4-FFF2-40B4-BE49-F238E27FC236}">
                <a16:creationId xmlns:a16="http://schemas.microsoft.com/office/drawing/2014/main" id="{D787A83C-873D-2132-A807-823449AC61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3039121-25AA-5210-271C-D81FADD017CC}"/>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306212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B2B7-ADD3-F38E-0BC4-21ED3359EB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3E4067-9BC8-6E83-5B87-013F4232E9F3}"/>
              </a:ext>
            </a:extLst>
          </p:cNvPr>
          <p:cNvSpPr>
            <a:spLocks noGrp="1"/>
          </p:cNvSpPr>
          <p:nvPr>
            <p:ph type="dt" sz="half" idx="10"/>
          </p:nvPr>
        </p:nvSpPr>
        <p:spPr/>
        <p:txBody>
          <a:bodyPr/>
          <a:lstStyle/>
          <a:p>
            <a:fld id="{A07C0A8A-41AC-4DAE-9E4E-FDD64E7E0D14}" type="datetimeFigureOut">
              <a:rPr lang="en-US" smtClean="0"/>
              <a:t>5/6/2026</a:t>
            </a:fld>
            <a:endParaRPr lang="en-US"/>
          </a:p>
        </p:txBody>
      </p:sp>
      <p:sp>
        <p:nvSpPr>
          <p:cNvPr id="4" name="Footer Placeholder 3">
            <a:extLst>
              <a:ext uri="{FF2B5EF4-FFF2-40B4-BE49-F238E27FC236}">
                <a16:creationId xmlns:a16="http://schemas.microsoft.com/office/drawing/2014/main" id="{FDD0997B-C324-3856-6EA1-C25D9F703E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91111C-142F-7C72-5849-8AA401A2FD5D}"/>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903409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1EDFE2-60CD-B3B1-B4B2-42D1FDA3C74E}"/>
              </a:ext>
            </a:extLst>
          </p:cNvPr>
          <p:cNvSpPr>
            <a:spLocks noGrp="1"/>
          </p:cNvSpPr>
          <p:nvPr>
            <p:ph type="dt" sz="half" idx="10"/>
          </p:nvPr>
        </p:nvSpPr>
        <p:spPr/>
        <p:txBody>
          <a:bodyPr/>
          <a:lstStyle/>
          <a:p>
            <a:fld id="{A07C0A8A-41AC-4DAE-9E4E-FDD64E7E0D14}" type="datetimeFigureOut">
              <a:rPr lang="en-US" smtClean="0"/>
              <a:t>5/6/2026</a:t>
            </a:fld>
            <a:endParaRPr lang="en-US"/>
          </a:p>
        </p:txBody>
      </p:sp>
      <p:sp>
        <p:nvSpPr>
          <p:cNvPr id="3" name="Footer Placeholder 2">
            <a:extLst>
              <a:ext uri="{FF2B5EF4-FFF2-40B4-BE49-F238E27FC236}">
                <a16:creationId xmlns:a16="http://schemas.microsoft.com/office/drawing/2014/main" id="{D2B317B3-B0F4-473A-0AF2-297BAD47F4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8378CF-1FF8-0175-AB59-DDDB669A2213}"/>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2415970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9E2DA-CD90-4D21-CECB-9C6D5B8F3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BE4B0E-7D6B-BC5C-4F21-A013E8D541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E58BE8-98A4-EBA6-E87B-9A490FF099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67C946-03D1-3B40-1975-BBBCCB6D7E10}"/>
              </a:ext>
            </a:extLst>
          </p:cNvPr>
          <p:cNvSpPr>
            <a:spLocks noGrp="1"/>
          </p:cNvSpPr>
          <p:nvPr>
            <p:ph type="dt" sz="half" idx="10"/>
          </p:nvPr>
        </p:nvSpPr>
        <p:spPr/>
        <p:txBody>
          <a:bodyPr/>
          <a:lstStyle/>
          <a:p>
            <a:fld id="{A07C0A8A-41AC-4DAE-9E4E-FDD64E7E0D14}" type="datetimeFigureOut">
              <a:rPr lang="en-US" smtClean="0"/>
              <a:t>5/6/2026</a:t>
            </a:fld>
            <a:endParaRPr lang="en-US"/>
          </a:p>
        </p:txBody>
      </p:sp>
      <p:sp>
        <p:nvSpPr>
          <p:cNvPr id="6" name="Footer Placeholder 5">
            <a:extLst>
              <a:ext uri="{FF2B5EF4-FFF2-40B4-BE49-F238E27FC236}">
                <a16:creationId xmlns:a16="http://schemas.microsoft.com/office/drawing/2014/main" id="{E5377332-801A-85BB-0C55-AA0F32C509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5D4EAC-E46E-EE20-FB5B-CA709ED0F4FC}"/>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779853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D2EC4-5BAC-99BD-A525-A130C8B429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EF67D5-1C5D-9DCF-4AE1-082A7C519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CDD2C99-36B1-C8B8-21D0-3540E714E5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5886B7-56B2-05F6-417C-4429B1615BC7}"/>
              </a:ext>
            </a:extLst>
          </p:cNvPr>
          <p:cNvSpPr>
            <a:spLocks noGrp="1"/>
          </p:cNvSpPr>
          <p:nvPr>
            <p:ph type="dt" sz="half" idx="10"/>
          </p:nvPr>
        </p:nvSpPr>
        <p:spPr/>
        <p:txBody>
          <a:bodyPr/>
          <a:lstStyle/>
          <a:p>
            <a:fld id="{A07C0A8A-41AC-4DAE-9E4E-FDD64E7E0D14}" type="datetimeFigureOut">
              <a:rPr lang="en-US" smtClean="0"/>
              <a:t>5/6/2026</a:t>
            </a:fld>
            <a:endParaRPr lang="en-US"/>
          </a:p>
        </p:txBody>
      </p:sp>
      <p:sp>
        <p:nvSpPr>
          <p:cNvPr id="6" name="Footer Placeholder 5">
            <a:extLst>
              <a:ext uri="{FF2B5EF4-FFF2-40B4-BE49-F238E27FC236}">
                <a16:creationId xmlns:a16="http://schemas.microsoft.com/office/drawing/2014/main" id="{BE26761A-6FDB-FF76-70E2-C4AE1D0B77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253415-C75E-0F45-3E41-EDDDC1478567}"/>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332502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46F19-9775-741C-EC49-DCCF3BD2C4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8F0242-646E-6F4E-4E1B-AC31A2A15A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95D07D-9B81-ABE3-7185-B4C08B8F46C9}"/>
              </a:ext>
            </a:extLst>
          </p:cNvPr>
          <p:cNvSpPr>
            <a:spLocks noGrp="1"/>
          </p:cNvSpPr>
          <p:nvPr>
            <p:ph type="dt" sz="half" idx="10"/>
          </p:nvPr>
        </p:nvSpPr>
        <p:spPr/>
        <p:txBody>
          <a:bodyPr/>
          <a:lstStyle/>
          <a:p>
            <a:fld id="{A07C0A8A-41AC-4DAE-9E4E-FDD64E7E0D14}" type="datetimeFigureOut">
              <a:rPr lang="en-US" smtClean="0"/>
              <a:t>5/6/2026</a:t>
            </a:fld>
            <a:endParaRPr lang="en-US"/>
          </a:p>
        </p:txBody>
      </p:sp>
      <p:sp>
        <p:nvSpPr>
          <p:cNvPr id="5" name="Footer Placeholder 4">
            <a:extLst>
              <a:ext uri="{FF2B5EF4-FFF2-40B4-BE49-F238E27FC236}">
                <a16:creationId xmlns:a16="http://schemas.microsoft.com/office/drawing/2014/main" id="{066A1A36-FE5F-FA2B-E9EB-26D3D7CB15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A02252-D52F-CD5B-E286-2EBB19BBECD2}"/>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2763561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0644E3-D095-45E8-8EA0-E2AFF3A4DA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36AE5F-5955-AAB2-4652-F50EBBA57F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1DC67C-13F0-0123-EE54-C39B5162E443}"/>
              </a:ext>
            </a:extLst>
          </p:cNvPr>
          <p:cNvSpPr>
            <a:spLocks noGrp="1"/>
          </p:cNvSpPr>
          <p:nvPr>
            <p:ph type="dt" sz="half" idx="10"/>
          </p:nvPr>
        </p:nvSpPr>
        <p:spPr/>
        <p:txBody>
          <a:bodyPr/>
          <a:lstStyle/>
          <a:p>
            <a:fld id="{A07C0A8A-41AC-4DAE-9E4E-FDD64E7E0D14}" type="datetimeFigureOut">
              <a:rPr lang="en-US" smtClean="0"/>
              <a:t>5/6/2026</a:t>
            </a:fld>
            <a:endParaRPr lang="en-US"/>
          </a:p>
        </p:txBody>
      </p:sp>
      <p:sp>
        <p:nvSpPr>
          <p:cNvPr id="5" name="Footer Placeholder 4">
            <a:extLst>
              <a:ext uri="{FF2B5EF4-FFF2-40B4-BE49-F238E27FC236}">
                <a16:creationId xmlns:a16="http://schemas.microsoft.com/office/drawing/2014/main" id="{27D9E99A-F71D-6B91-D588-F6996A617D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73557B-A0F3-3845-E09A-48858AAB998D}"/>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94514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92000"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230258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6E32D0-F8E7-6CFB-FABB-8CC60C4794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799FAE-B5CA-E0E4-F007-632D8D52C4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A84C42-F4BB-671F-8EC9-FE1A75D3E2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7C0A8A-41AC-4DAE-9E4E-FDD64E7E0D14}" type="datetimeFigureOut">
              <a:rPr lang="en-US" smtClean="0"/>
              <a:t>5/6/2026</a:t>
            </a:fld>
            <a:endParaRPr lang="en-US"/>
          </a:p>
        </p:txBody>
      </p:sp>
      <p:sp>
        <p:nvSpPr>
          <p:cNvPr id="5" name="Footer Placeholder 4">
            <a:extLst>
              <a:ext uri="{FF2B5EF4-FFF2-40B4-BE49-F238E27FC236}">
                <a16:creationId xmlns:a16="http://schemas.microsoft.com/office/drawing/2014/main" id="{7A4E3665-1FF2-646B-F7DC-DBF5D58224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627846-5AAA-0208-57FF-05A7D36F6E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859B9F-1392-4886-95E1-6327877061A5}" type="slidenum">
              <a:rPr lang="en-US" smtClean="0"/>
              <a:t>‹#›</a:t>
            </a:fld>
            <a:endParaRPr lang="en-US"/>
          </a:p>
        </p:txBody>
      </p:sp>
    </p:spTree>
    <p:extLst>
      <p:ext uri="{BB962C8B-B14F-4D97-AF65-F5344CB8AC3E}">
        <p14:creationId xmlns:p14="http://schemas.microsoft.com/office/powerpoint/2010/main" val="862183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NULL"/><Relationship Id="rId5" Type="http://schemas.openxmlformats.org/officeDocument/2006/relationships/customXml" Target="../ink/ink2.xml"/><Relationship Id="rId4" Type="http://schemas.openxmlformats.org/officeDocument/2006/relationships/image" Target="NULL"/></Relationships>
</file>

<file path=ppt/slides/_rels/slide7.xml.rels><?xml version="1.0" encoding="UTF-8" standalone="yes"?>
<Relationships xmlns="http://schemas.openxmlformats.org/package/2006/relationships"><Relationship Id="rId3" Type="http://schemas.openxmlformats.org/officeDocument/2006/relationships/hyperlink" Target="https://odata.org/" TargetMode="External"/><Relationship Id="rId7" Type="http://schemas.openxmlformats.org/officeDocument/2006/relationships/hyperlink" Target="https://chrome.google.com/webstore/detail/xml-tree/gbammbheopgpmaagmckhpjbfgdfkpadb"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chrome.google.com/webstore/detail/jsonview/chklaanhfefbnpoihckbnefhakgolnmc" TargetMode="External"/><Relationship Id="rId5" Type="http://schemas.openxmlformats.org/officeDocument/2006/relationships/hyperlink" Target="https://services.odata.org/V3/Northwind/Northwind.svc/$metadata" TargetMode="External"/><Relationship Id="rId4" Type="http://schemas.openxmlformats.org/officeDocument/2006/relationships/hyperlink" Target="https://services.odata.org/V3/Northwind/Northwind.svc/"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hyperlink" Target="https://services.odata.org/V2/Northwind/Northwind.svc/Customers?$format=json&amp;$filter=CustomerID%20eq%20'ANATR'&amp;$expand=Orders,CustomerDemographics" TargetMode="External"/><Relationship Id="rId3" Type="http://schemas.openxmlformats.org/officeDocument/2006/relationships/hyperlink" Target="https://services.odata.org/V2/Northwind/Northwind.svc/Customers?$format=json&amp;$top=2" TargetMode="External"/><Relationship Id="rId7" Type="http://schemas.openxmlformats.org/officeDocument/2006/relationships/hyperlink" Target="https://services.odata.org/V2/Northwind/Northwind.svc/Customers?$format=json"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services.odata.org/V2/Northwind/Northwind.svc/Customers?$format=json&amp;$filter=CustomerID%20eq%20'ANATR'" TargetMode="External"/><Relationship Id="rId5" Type="http://schemas.openxmlformats.org/officeDocument/2006/relationships/hyperlink" Target="https://services.odata.org/V2/Northwind/Northwind.svc/Customers?$format=json&amp;$top=2&amp;$skip=1&amp;$select=CustomerID,CompanyName" TargetMode="External"/><Relationship Id="rId4" Type="http://schemas.openxmlformats.org/officeDocument/2006/relationships/hyperlink" Target="https://services.odata.org/V2/Northwind/Northwind.svc/Customers?$format=json&amp;$top=2&amp;$skip=1"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services.odata.org/V3/Northwind/Northwind.svc/Products/$count" TargetMode="External"/><Relationship Id="rId3" Type="http://schemas.openxmlformats.org/officeDocument/2006/relationships/hyperlink" Target="https://services.odata.org/V3/Northwind/Northwind.svc/Products?$format=json" TargetMode="External"/><Relationship Id="rId7" Type="http://schemas.openxmlformats.org/officeDocument/2006/relationships/hyperlink" Target="https://services.odata.org/V3/Northwind/Northwind.svc/Products?$format=json&amp;$filter=substringof('Cola',ProductName)%20eq%20true"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services.odata.org/V3/Northwind/Northwind.svc/Products?$format=json&amp;$filter=SupplierID%20eq%203" TargetMode="External"/><Relationship Id="rId5" Type="http://schemas.openxmlformats.org/officeDocument/2006/relationships/hyperlink" Target="https://services.odata.org/V3/Northwind/Northwind.svc/Products?$format=json&amp;$top=3&amp;$skip=10" TargetMode="External"/><Relationship Id="rId10" Type="http://schemas.openxmlformats.org/officeDocument/2006/relationships/hyperlink" Target="https://services.odata.org/V3/Northwind/Northwind.svc/Products(11)?$format=json&amp;$expand=Supplier,Category" TargetMode="External"/><Relationship Id="rId4" Type="http://schemas.openxmlformats.org/officeDocument/2006/relationships/hyperlink" Target="https://services.odata.org/V3/Northwind/Northwind.svc/Products?$format=json&amp;$select=ProductID,SupplierID" TargetMode="External"/><Relationship Id="rId9" Type="http://schemas.openxmlformats.org/officeDocument/2006/relationships/hyperlink" Target="https://services.odata.org/V3/Northwind/Northwind.svc/Products(11)?$format=json"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www.sap.com/documents/2018/02/f0148939-f27c-0010-82c7-eda71af511fa.html"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github.com/soyuztechnologies/Nvidia_Ui5_Fiori_Feb1/blob/master/Day%2012/GetEntitySet.txt" TargetMode="External"/><Relationship Id="rId5" Type="http://schemas.openxmlformats.org/officeDocument/2006/relationships/image" Target="../media/image28.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hyperlink" Target="https://github.com/soyuztechnologies/Nvidia_Ui5_Fiori_Feb1/blob/master/Day%2012/GETEntity%20(Single%20Record)%20Method.txt"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www.postman.com/downloads/" TargetMode="External"/><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hyperlink" Target="https://github.com/soyuztechnologies/Nvidia_Ui5_Fiori_Feb1/blob/master/Day%2013/Create_Update&amp;Delete%20ProductSet/CreateEntity(Post%20call).txt" TargetMode="External"/><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github.com/soyuztechnologies/Nvidia_Ui5_Fiori_Feb1/blob/master/Day%2013/Create_Update&amp;Delete%20ProductSet/UpdateEntity.txt" TargetMode="External"/><Relationship Id="rId5" Type="http://schemas.openxmlformats.org/officeDocument/2006/relationships/hyperlink" Target="https://github.com/soyuztechnologies/Nvidia_Ui5_Fiori_Feb1/blob/master/Day%2013/Create_Update&amp;Delete%20ProductSet/DeleteEntity.txt" TargetMode="External"/><Relationship Id="rId4" Type="http://schemas.openxmlformats.org/officeDocument/2006/relationships/image" Target="../media/image53.png"/></Relationships>
</file>

<file path=ppt/slides/_rels/slide3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hyperlink" Target="https://github.com/soyuztechnologies/Nvidia_Ui5_Fiori_Feb1/blob/master/Day%2013/SupplierSet/GetSupplierEntity.txt"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hyperlink" Target="https://github.com/soyuztechnologies/Nvidia_Ui5_Fiori_Feb1/blob/master/Day%2013/Association/Association.txt"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3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4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3.png"/></Relationships>
</file>

<file path=ppt/slides/_rels/slide4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hyperlink" Target="https://github.com/soyuztechnologies/Nvidia_Ui5_Fiori_Feb1/blob/master/Day%2013/Function_Import/function_import.txt" TargetMode="External"/><Relationship Id="rId4" Type="http://schemas.openxmlformats.org/officeDocument/2006/relationships/image" Target="../media/image65.png"/></Relationships>
</file>

<file path=ppt/slides/_rels/slide4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8.png"/></Relationships>
</file>

<file path=ppt/slides/_rels/slide44.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hyperlink" Target="https://tools.hana.ondemand.com/#cloud" TargetMode="External"/><Relationship Id="rId7" Type="http://schemas.openxmlformats.org/officeDocument/2006/relationships/image" Target="../media/image72.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 Id="rId9" Type="http://schemas.openxmlformats.org/officeDocument/2006/relationships/image" Target="../media/image74.png"/></Relationships>
</file>

<file path=ppt/slides/_rels/slide45.xml.rels><?xml version="1.0" encoding="UTF-8" standalone="yes"?>
<Relationships xmlns="http://schemas.openxmlformats.org/package/2006/relationships"><Relationship Id="rId3" Type="http://schemas.openxmlformats.org/officeDocument/2006/relationships/hyperlink" Target="https://localhost:8443/" TargetMode="External"/><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76.png"/><Relationship Id="rId4" Type="http://schemas.openxmlformats.org/officeDocument/2006/relationships/image" Target="../media/image75.png"/></Relationships>
</file>

<file path=ppt/slides/_rels/slide4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2.png"/><Relationship Id="rId5" Type="http://schemas.openxmlformats.org/officeDocument/2006/relationships/image" Target="../media/image81.png"/><Relationship Id="rId10" Type="http://schemas.openxmlformats.org/officeDocument/2006/relationships/image" Target="../media/image86.png"/><Relationship Id="rId4" Type="http://schemas.openxmlformats.org/officeDocument/2006/relationships/image" Target="../media/image80.png"/><Relationship Id="rId9" Type="http://schemas.openxmlformats.org/officeDocument/2006/relationships/image" Target="../media/image85.png"/></Relationships>
</file>

<file path=ppt/slides/_rels/slide4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5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96.png"/><Relationship Id="rId4" Type="http://schemas.openxmlformats.org/officeDocument/2006/relationships/image" Target="../media/image95.png"/></Relationships>
</file>

<file path=ppt/slides/_rels/slide53.xml.rels><?xml version="1.0" encoding="UTF-8" standalone="yes"?>
<Relationships xmlns="http://schemas.openxmlformats.org/package/2006/relationships"><Relationship Id="rId3" Type="http://schemas.openxmlformats.org/officeDocument/2006/relationships/image" Target="../media/image97.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8.jpe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6.xml.rels><?xml version="1.0" encoding="UTF-8" standalone="yes"?>
<Relationships xmlns="http://schemas.openxmlformats.org/package/2006/relationships"><Relationship Id="rId8" Type="http://schemas.openxmlformats.org/officeDocument/2006/relationships/image" Target="../media/image105.jpeg"/><Relationship Id="rId3" Type="http://schemas.openxmlformats.org/officeDocument/2006/relationships/image" Target="../media/image100.jpeg"/><Relationship Id="rId7" Type="http://schemas.openxmlformats.org/officeDocument/2006/relationships/image" Target="../media/image104.tiff"/><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03.tiff"/><Relationship Id="rId5" Type="http://schemas.openxmlformats.org/officeDocument/2006/relationships/image" Target="../media/image102.tiff"/><Relationship Id="rId10" Type="http://schemas.openxmlformats.org/officeDocument/2006/relationships/image" Target="../media/image2.png"/><Relationship Id="rId4" Type="http://schemas.openxmlformats.org/officeDocument/2006/relationships/image" Target="../media/image101.tiff"/><Relationship Id="rId9" Type="http://schemas.openxmlformats.org/officeDocument/2006/relationships/hyperlink" Target="https://anubhavtrainings.com/" TargetMode="External"/></Relationships>
</file>

<file path=ppt/slides/_rels/slide57.xml.rels><?xml version="1.0" encoding="UTF-8" standalone="yes"?>
<Relationships xmlns="http://schemas.openxmlformats.org/package/2006/relationships"><Relationship Id="rId8" Type="http://schemas.openxmlformats.org/officeDocument/2006/relationships/hyperlink" Target="https://www.youtube.com/watch?v=NV8UD9QnJ4A&amp;list=PLcxqFaocb9WLaza2kOjkUCDIQGbzNos6p" TargetMode="External"/><Relationship Id="rId3" Type="http://schemas.openxmlformats.org/officeDocument/2006/relationships/image" Target="../media/image106.jpg"/><Relationship Id="rId7" Type="http://schemas.openxmlformats.org/officeDocument/2006/relationships/image" Target="../media/image108.jpg"/><Relationship Id="rId2" Type="http://schemas.openxmlformats.org/officeDocument/2006/relationships/hyperlink" Target="https://www.youtube.com/watch?v=vlKBQ3g0w_E&amp;list=PLcxqFaocb9WIQJ-kptyPuiMSVWZVd2ff_&amp;index=1" TargetMode="External"/><Relationship Id="rId1" Type="http://schemas.openxmlformats.org/officeDocument/2006/relationships/slideLayout" Target="../slideLayouts/slideLayout7.xml"/><Relationship Id="rId6" Type="http://schemas.openxmlformats.org/officeDocument/2006/relationships/hyperlink" Target="https://www.youtube.com/watch?v=xQzhXhq1ZyI&amp;list=PLcxqFaocb9WLtnq-rpXbRy5hnKECxr95G" TargetMode="External"/><Relationship Id="rId5" Type="http://schemas.openxmlformats.org/officeDocument/2006/relationships/image" Target="../media/image107.jpg"/><Relationship Id="rId4" Type="http://schemas.openxmlformats.org/officeDocument/2006/relationships/hyperlink" Target="https://www.youtube.com/watch?v=aVPk_FE9O3s&amp;list=PLcxqFaocb9WJ8g8TZPsHQIEcSjKW9F0IE&amp;index=2" TargetMode="External"/><Relationship Id="rId9" Type="http://schemas.openxmlformats.org/officeDocument/2006/relationships/image" Target="../media/image109.png"/></Relationships>
</file>

<file path=ppt/slides/_rels/slide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192000"/>
              <a:gd name="connsiteY0" fmla="*/ 0 h 6858000"/>
              <a:gd name="connsiteX1" fmla="*/ 12192000 w 12192000"/>
              <a:gd name="connsiteY1" fmla="*/ 0 h 6858000"/>
              <a:gd name="connsiteX2" fmla="*/ 8915400 w 12192000"/>
              <a:gd name="connsiteY2" fmla="*/ 4593771 h 6858000"/>
              <a:gd name="connsiteX3" fmla="*/ 0 w 12192000"/>
              <a:gd name="connsiteY3" fmla="*/ 6858000 h 6858000"/>
              <a:gd name="connsiteX4" fmla="*/ 0 w 12192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8915400" y="4593771"/>
                </a:lnTo>
                <a:lnTo>
                  <a:pt x="0" y="6858000"/>
                </a:lnTo>
                <a:lnTo>
                  <a:pt x="0" y="0"/>
                </a:lnTo>
                <a:close/>
              </a:path>
            </a:pathLst>
          </a:custGeom>
          <a:blipFill dpi="0" rotWithShape="1">
            <a:blip r:embed="rId3">
              <a:extLst>
                <a:ext uri="{BEBA8EAE-BF5A-486C-A8C5-ECC9F3942E4B}">
                  <a14:imgProps xmlns:a14="http://schemas.microsoft.com/office/drawing/2010/main">
                    <a14:imgLayer r:embed="rId4">
                      <a14:imgEffect>
                        <a14:brightnessContrast bright="-70000"/>
                      </a14:imgEffect>
                    </a14:imgLayer>
                  </a14:imgProps>
                </a:ex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p:cNvSpPr txBox="1"/>
          <p:nvPr/>
        </p:nvSpPr>
        <p:spPr>
          <a:xfrm>
            <a:off x="122712" y="2918300"/>
            <a:ext cx="6629399" cy="646331"/>
          </a:xfrm>
          <a:prstGeom prst="rect">
            <a:avLst/>
          </a:prstGeom>
          <a:noFill/>
        </p:spPr>
        <p:txBody>
          <a:bodyPr wrap="square" rtlCol="0">
            <a:spAutoFit/>
          </a:bodyPr>
          <a:lstStyle/>
          <a:p>
            <a:r>
              <a:rPr lang="en-US" sz="3600" spc="-150" dirty="0">
                <a:solidFill>
                  <a:schemeClr val="bg1"/>
                </a:solidFill>
              </a:rPr>
              <a:t>Anubhav Oberoy</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28355" y="5017269"/>
            <a:ext cx="1863645" cy="1840731"/>
          </a:xfrm>
          <a:prstGeom prst="rect">
            <a:avLst/>
          </a:prstGeom>
        </p:spPr>
      </p:pic>
      <p:sp>
        <p:nvSpPr>
          <p:cNvPr id="8" name="TextBox 7"/>
          <p:cNvSpPr txBox="1"/>
          <p:nvPr/>
        </p:nvSpPr>
        <p:spPr>
          <a:xfrm>
            <a:off x="167491" y="3579798"/>
            <a:ext cx="6629399" cy="830997"/>
          </a:xfrm>
          <a:prstGeom prst="rect">
            <a:avLst/>
          </a:prstGeom>
          <a:noFill/>
        </p:spPr>
        <p:txBody>
          <a:bodyPr wrap="square" rtlCol="0">
            <a:spAutoFit/>
          </a:bodyPr>
          <a:lstStyle/>
          <a:p>
            <a:r>
              <a:rPr lang="en-US" sz="4800" spc="-150" dirty="0">
                <a:solidFill>
                  <a:schemeClr val="bg1"/>
                </a:solidFill>
                <a:latin typeface="Cooper Black" panose="0208090404030B020404" pitchFamily="18" charset="0"/>
              </a:rPr>
              <a:t>Day – 18 </a:t>
            </a:r>
          </a:p>
        </p:txBody>
      </p:sp>
      <p:sp>
        <p:nvSpPr>
          <p:cNvPr id="9" name="TextBox 8">
            <a:extLst>
              <a:ext uri="{FF2B5EF4-FFF2-40B4-BE49-F238E27FC236}">
                <a16:creationId xmlns:a16="http://schemas.microsoft.com/office/drawing/2014/main" id="{029AD5CA-C2E2-40A6-8CE6-90DA460ACF0D}"/>
              </a:ext>
            </a:extLst>
          </p:cNvPr>
          <p:cNvSpPr txBox="1"/>
          <p:nvPr/>
        </p:nvSpPr>
        <p:spPr>
          <a:xfrm>
            <a:off x="122712" y="154049"/>
            <a:ext cx="11664004" cy="1754326"/>
          </a:xfrm>
          <a:prstGeom prst="rect">
            <a:avLst/>
          </a:prstGeom>
          <a:noFill/>
        </p:spPr>
        <p:txBody>
          <a:bodyPr wrap="square" rtlCol="0">
            <a:spAutoFit/>
          </a:bodyPr>
          <a:lstStyle/>
          <a:p>
            <a:r>
              <a:rPr lang="en-US" sz="5400" b="1" cap="all" spc="-150" dirty="0">
                <a:solidFill>
                  <a:srgbClr val="92D050"/>
                </a:solidFill>
              </a:rPr>
              <a:t>SAP </a:t>
            </a:r>
            <a:r>
              <a:rPr lang="en-US" sz="5400" b="1" dirty="0">
                <a:solidFill>
                  <a:srgbClr val="92D050"/>
                </a:solidFill>
              </a:rPr>
              <a:t>UI5 &amp; FIORI with OData TRAINING using BAS</a:t>
            </a:r>
          </a:p>
        </p:txBody>
      </p:sp>
    </p:spTree>
    <p:extLst>
      <p:ext uri="{BB962C8B-B14F-4D97-AF65-F5344CB8AC3E}">
        <p14:creationId xmlns:p14="http://schemas.microsoft.com/office/powerpoint/2010/main" val="698128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620B393-B059-4008-BE9A-31AEBF787D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0042" y="779090"/>
            <a:ext cx="5353730" cy="535373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3">
            <a:extLst>
              <a:ext uri="{FF2B5EF4-FFF2-40B4-BE49-F238E27FC236}">
                <a16:creationId xmlns:a16="http://schemas.microsoft.com/office/drawing/2014/main" id="{F07FC580-E2AB-4C55-8C95-D5E077A1D127}"/>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i="0" u="none" strike="noStrike" kern="1200" cap="none" spc="0" normalizeH="0" baseline="0" noProof="0" dirty="0">
                <a:ln>
                  <a:noFill/>
                </a:ln>
                <a:solidFill>
                  <a:prstClr val="black"/>
                </a:solidFill>
                <a:effectLst/>
                <a:uLnTx/>
                <a:uFillTx/>
                <a:latin typeface="Cooper Black" panose="0208090404030B020404" pitchFamily="18" charset="0"/>
              </a:rPr>
              <a:t>Agenda – Day 17</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3" name="TextBox 2">
            <a:extLst>
              <a:ext uri="{FF2B5EF4-FFF2-40B4-BE49-F238E27FC236}">
                <a16:creationId xmlns:a16="http://schemas.microsoft.com/office/drawing/2014/main" id="{73A79EAA-1647-4107-B296-669CE3D2F38F}"/>
              </a:ext>
            </a:extLst>
          </p:cNvPr>
          <p:cNvSpPr txBox="1"/>
          <p:nvPr/>
        </p:nvSpPr>
        <p:spPr>
          <a:xfrm>
            <a:off x="638228" y="899721"/>
            <a:ext cx="5353730" cy="9787295"/>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dirty="0"/>
              <a:t>Fragments</a:t>
            </a:r>
          </a:p>
          <a:p>
            <a:pPr marL="285750" indent="-285750">
              <a:buClr>
                <a:schemeClr val="tx1"/>
              </a:buClr>
              <a:buFont typeface="Arial" panose="020B0604020202020204" pitchFamily="34" charset="0"/>
              <a:buChar char="•"/>
            </a:pPr>
            <a:r>
              <a:rPr lang="en-US" dirty="0"/>
              <a:t>Different Ways of loading fragment</a:t>
            </a:r>
          </a:p>
          <a:p>
            <a:pPr marL="285750" indent="-285750">
              <a:buClr>
                <a:schemeClr val="tx1"/>
              </a:buClr>
              <a:buFont typeface="Arial" panose="020B0604020202020204" pitchFamily="34" charset="0"/>
              <a:buChar char="•"/>
            </a:pPr>
            <a:r>
              <a:rPr lang="en-US" dirty="0"/>
              <a:t>Value Help Popup </a:t>
            </a:r>
          </a:p>
          <a:p>
            <a:pPr marL="285750" indent="-285750">
              <a:buClr>
                <a:schemeClr val="tx1"/>
              </a:buClr>
              <a:buFont typeface="Arial" panose="020B0604020202020204" pitchFamily="34" charset="0"/>
              <a:buChar char="•"/>
            </a:pPr>
            <a:r>
              <a:rPr lang="en-US" dirty="0"/>
              <a:t>What is OData?</a:t>
            </a:r>
          </a:p>
          <a:p>
            <a:pPr marL="285750" indent="-285750">
              <a:buClr>
                <a:schemeClr val="tx1"/>
              </a:buClr>
              <a:buFont typeface="Arial" panose="020B0604020202020204" pitchFamily="34" charset="0"/>
              <a:buChar char="•"/>
            </a:pPr>
            <a:r>
              <a:rPr lang="en-US" dirty="0" err="1"/>
              <a:t>oData</a:t>
            </a:r>
            <a:r>
              <a:rPr lang="en-US" dirty="0"/>
              <a:t> Basics.</a:t>
            </a:r>
          </a:p>
          <a:p>
            <a:pPr marL="285750" indent="-285750">
              <a:buClr>
                <a:schemeClr val="tx1"/>
              </a:buClr>
              <a:buFont typeface="Arial" panose="020B0604020202020204" pitchFamily="34" charset="0"/>
              <a:buChar char="•"/>
            </a:pPr>
            <a:r>
              <a:rPr lang="en-US" dirty="0"/>
              <a:t>Structure of </a:t>
            </a:r>
            <a:r>
              <a:rPr lang="en-US" dirty="0" err="1"/>
              <a:t>Odata</a:t>
            </a:r>
            <a:r>
              <a:rPr lang="en-US" dirty="0"/>
              <a:t>.</a:t>
            </a:r>
          </a:p>
          <a:p>
            <a:pPr marL="285750" indent="-285750">
              <a:buClr>
                <a:schemeClr val="tx1"/>
              </a:buClr>
              <a:buFont typeface="Arial" panose="020B0604020202020204" pitchFamily="34" charset="0"/>
              <a:buChar char="•"/>
            </a:pPr>
            <a:r>
              <a:rPr lang="en-US" dirty="0"/>
              <a:t>Client Side Query With </a:t>
            </a:r>
            <a:r>
              <a:rPr lang="en-US" dirty="0" err="1"/>
              <a:t>Odata</a:t>
            </a:r>
            <a:r>
              <a:rPr lang="en-US" dirty="0"/>
              <a:t>.</a:t>
            </a:r>
          </a:p>
          <a:p>
            <a:pPr marL="285750" indent="-285750">
              <a:buClr>
                <a:schemeClr val="tx1"/>
              </a:buClr>
              <a:buFont typeface="Arial" panose="020B0604020202020204" pitchFamily="34" charset="0"/>
              <a:buChar char="•"/>
            </a:pPr>
            <a:r>
              <a:rPr lang="en-US" dirty="0"/>
              <a:t>Get Operations.</a:t>
            </a:r>
          </a:p>
          <a:p>
            <a:pPr marL="285750" indent="-285750">
              <a:buClr>
                <a:schemeClr val="tx1"/>
              </a:buClr>
              <a:buFont typeface="Arial" panose="020B0604020202020204" pitchFamily="34" charset="0"/>
              <a:buChar char="•"/>
            </a:pPr>
            <a:r>
              <a:rPr lang="en-US" dirty="0"/>
              <a:t>SAP Deployment Options</a:t>
            </a:r>
          </a:p>
          <a:p>
            <a:pPr marL="285750" indent="-285750">
              <a:buClr>
                <a:schemeClr val="tx1"/>
              </a:buClr>
              <a:buFont typeface="Arial" panose="020B0604020202020204" pitchFamily="34" charset="0"/>
              <a:buChar char="•"/>
            </a:pPr>
            <a:r>
              <a:rPr lang="en-US" dirty="0" err="1"/>
              <a:t>TCodes</a:t>
            </a:r>
            <a:r>
              <a:rPr lang="en-US" dirty="0"/>
              <a:t> and Services</a:t>
            </a:r>
          </a:p>
          <a:p>
            <a:pPr marL="285750" indent="-285750">
              <a:buClr>
                <a:schemeClr val="tx1"/>
              </a:buClr>
              <a:buFont typeface="Arial" panose="020B0604020202020204" pitchFamily="34" charset="0"/>
              <a:buChar char="•"/>
            </a:pPr>
            <a:r>
              <a:rPr lang="en-US" dirty="0"/>
              <a:t>Data Model for our use case</a:t>
            </a:r>
          </a:p>
          <a:p>
            <a:pPr marL="285750" indent="-285750">
              <a:buClr>
                <a:schemeClr val="tx1"/>
              </a:buClr>
              <a:buFont typeface="Arial" panose="020B0604020202020204" pitchFamily="34" charset="0"/>
              <a:buChar char="•"/>
            </a:pPr>
            <a:r>
              <a:rPr lang="en-US" dirty="0"/>
              <a:t>Creating OData Service. </a:t>
            </a:r>
          </a:p>
          <a:p>
            <a:pPr marL="285750" indent="-285750">
              <a:buClr>
                <a:schemeClr val="tx1"/>
              </a:buClr>
              <a:buFont typeface="Arial" panose="020B0604020202020204" pitchFamily="34" charset="0"/>
              <a:buChar char="•"/>
            </a:pPr>
            <a:r>
              <a:rPr lang="en-US" dirty="0"/>
              <a:t>Building Get Entity set Method</a:t>
            </a:r>
          </a:p>
          <a:p>
            <a:pPr marL="285750" indent="-285750">
              <a:buClr>
                <a:schemeClr val="tx1"/>
              </a:buClr>
              <a:buFont typeface="Arial" panose="020B0604020202020204" pitchFamily="34" charset="0"/>
              <a:buChar char="•"/>
            </a:pPr>
            <a:r>
              <a:rPr lang="en-US" dirty="0"/>
              <a:t>Testing the Get Entity set Method in Browser</a:t>
            </a:r>
          </a:p>
          <a:p>
            <a:pPr marL="285750" indent="-285750">
              <a:buClr>
                <a:schemeClr val="tx1"/>
              </a:buClr>
              <a:buFont typeface="Arial" panose="020B0604020202020204" pitchFamily="34" charset="0"/>
              <a:buChar char="•"/>
            </a:pPr>
            <a:r>
              <a:rPr lang="en-US" dirty="0"/>
              <a:t>Building Get Entity method (Single Product)</a:t>
            </a:r>
          </a:p>
          <a:p>
            <a:pPr marL="285750" indent="-285750">
              <a:buClr>
                <a:schemeClr val="tx1"/>
              </a:buClr>
              <a:buFont typeface="Arial" panose="020B0604020202020204" pitchFamily="34" charset="0"/>
              <a:buChar char="•"/>
            </a:pPr>
            <a:r>
              <a:rPr lang="en-US" dirty="0"/>
              <a:t>Introduction to the Postman Tool</a:t>
            </a:r>
          </a:p>
          <a:p>
            <a:pPr marL="285750" indent="-285750">
              <a:buClr>
                <a:schemeClr val="tx1"/>
              </a:buClr>
              <a:buFont typeface="Arial" panose="020B0604020202020204" pitchFamily="34" charset="0"/>
              <a:buChar char="•"/>
            </a:pPr>
            <a:r>
              <a:rPr lang="en-US" dirty="0"/>
              <a:t>Setting the Authorization in Postman</a:t>
            </a:r>
          </a:p>
          <a:p>
            <a:pPr marL="285750" indent="-285750">
              <a:buClr>
                <a:schemeClr val="tx1"/>
              </a:buClr>
              <a:buFont typeface="Arial" panose="020B0604020202020204" pitchFamily="34" charset="0"/>
              <a:buChar char="•"/>
            </a:pPr>
            <a:r>
              <a:rPr lang="en-US" dirty="0"/>
              <a:t>Testing Get Entity and Entity set using Postman</a:t>
            </a:r>
          </a:p>
          <a:p>
            <a:pPr marL="285750" indent="-285750">
              <a:buClr>
                <a:schemeClr val="tx1"/>
              </a:buClr>
              <a:buFont typeface="Arial" panose="020B0604020202020204" pitchFamily="34" charset="0"/>
              <a:buChar char="•"/>
            </a:pPr>
            <a:r>
              <a:rPr lang="en-US" dirty="0"/>
              <a:t>Implementing Create in OData Service</a:t>
            </a:r>
          </a:p>
          <a:p>
            <a:pPr marL="285750" indent="-285750">
              <a:buClr>
                <a:schemeClr val="tx1"/>
              </a:buClr>
              <a:buFont typeface="Arial" panose="020B0604020202020204" pitchFamily="34" charset="0"/>
              <a:buChar char="•"/>
            </a:pPr>
            <a:r>
              <a:rPr lang="en-US" dirty="0"/>
              <a:t>Testing POST calls in the SAP Logon</a:t>
            </a:r>
          </a:p>
          <a:p>
            <a:pPr marL="285750" indent="-285750">
              <a:buClr>
                <a:schemeClr val="tx1"/>
              </a:buClr>
              <a:buFont typeface="Arial" panose="020B0604020202020204" pitchFamily="34" charset="0"/>
              <a:buChar char="•"/>
            </a:pPr>
            <a:r>
              <a:rPr lang="en-US" dirty="0"/>
              <a:t>Testing POST calls using postman</a:t>
            </a:r>
          </a:p>
          <a:p>
            <a:pPr marL="285750" indent="-285750">
              <a:buClr>
                <a:schemeClr val="tx1"/>
              </a:buClr>
              <a:buFont typeface="Arial" panose="020B0604020202020204" pitchFamily="34" charset="0"/>
              <a:buChar char="•"/>
            </a:pPr>
            <a:r>
              <a:rPr lang="en-US" dirty="0"/>
              <a:t>How to set payload in postman to test POST call</a:t>
            </a:r>
          </a:p>
          <a:p>
            <a:pPr marL="285750" indent="-285750">
              <a:buClr>
                <a:schemeClr val="tx1"/>
              </a:buClr>
              <a:buFont typeface="Arial" panose="020B0604020202020204" pitchFamily="34" charset="0"/>
              <a:buChar char="•"/>
            </a:pPr>
            <a:r>
              <a:rPr lang="en-US" dirty="0"/>
              <a:t>Introduction to x-csrf-token</a:t>
            </a:r>
          </a:p>
          <a:p>
            <a:pPr marL="285750" indent="-285750">
              <a:buClr>
                <a:schemeClr val="tx1"/>
              </a:buClr>
              <a:buFont typeface="Arial" panose="020B0604020202020204" pitchFamily="34" charset="0"/>
              <a:buChar char="•"/>
            </a:pPr>
            <a:r>
              <a:rPr lang="en-US" dirty="0"/>
              <a:t>Implementing Update and Delete in service</a:t>
            </a:r>
          </a:p>
          <a:p>
            <a:pPr marL="285750" indent="-285750">
              <a:buClr>
                <a:schemeClr val="tx1"/>
              </a:buClr>
              <a:buFont typeface="Arial" panose="020B0604020202020204" pitchFamily="34" charset="0"/>
              <a:buChar char="•"/>
            </a:pPr>
            <a:r>
              <a:rPr lang="en-US" dirty="0"/>
              <a:t>Adding Supplier Entity set</a:t>
            </a:r>
          </a:p>
          <a:p>
            <a:pPr marL="285750" indent="-285750">
              <a:buClr>
                <a:schemeClr val="tx1"/>
              </a:buClr>
              <a:buFont typeface="Arial" panose="020B0604020202020204" pitchFamily="34" charset="0"/>
              <a:buChar char="•"/>
            </a:pPr>
            <a:r>
              <a:rPr lang="en-US" dirty="0"/>
              <a:t>Introduction to Association</a:t>
            </a:r>
          </a:p>
          <a:p>
            <a:pPr marL="285750" indent="-285750">
              <a:buClr>
                <a:schemeClr val="tx1"/>
              </a:buClr>
              <a:buFont typeface="Arial" panose="020B0604020202020204" pitchFamily="34" charset="0"/>
              <a:buChar char="•"/>
            </a:pPr>
            <a:r>
              <a:rPr lang="en-US" dirty="0"/>
              <a:t>Associating Supplier Set to Product Set</a:t>
            </a:r>
          </a:p>
          <a:p>
            <a:pPr marL="285750" indent="-285750">
              <a:buClr>
                <a:schemeClr val="tx1"/>
              </a:buClr>
              <a:buFont typeface="Arial" panose="020B0604020202020204" pitchFamily="34" charset="0"/>
              <a:buChar char="•"/>
            </a:pPr>
            <a:r>
              <a:rPr lang="en-US" dirty="0"/>
              <a:t>Introduction to Function Import</a:t>
            </a:r>
          </a:p>
          <a:p>
            <a:pPr marL="285750" indent="-285750">
              <a:buClr>
                <a:schemeClr val="tx1"/>
              </a:buClr>
              <a:buFont typeface="Arial" panose="020B0604020202020204" pitchFamily="34" charset="0"/>
              <a:buChar char="•"/>
            </a:pPr>
            <a:r>
              <a:rPr lang="en-US" dirty="0"/>
              <a:t>Creating a Function to get Most expensive product</a:t>
            </a:r>
          </a:p>
          <a:p>
            <a:pPr marL="285750" indent="-285750">
              <a:buFont typeface="Arial" panose="020B0604020202020204" pitchFamily="34" charset="0"/>
              <a:buChar char="•"/>
            </a:pPr>
            <a:r>
              <a:rPr lang="it-IT" dirty="0">
                <a:solidFill>
                  <a:srgbClr val="242424"/>
                </a:solidFill>
              </a:rPr>
              <a:t>Basics of Connectivity</a:t>
            </a:r>
          </a:p>
          <a:p>
            <a:pPr marL="285750" indent="-285750">
              <a:buFont typeface="Arial" panose="020B0604020202020204" pitchFamily="34" charset="0"/>
              <a:buChar char="•"/>
            </a:pPr>
            <a:r>
              <a:rPr lang="it-IT" dirty="0">
                <a:solidFill>
                  <a:srgbClr val="242424"/>
                </a:solidFill>
              </a:rPr>
              <a:t>Introduction to Cloud Connector</a:t>
            </a:r>
          </a:p>
          <a:p>
            <a:pPr marL="285750" indent="-285750">
              <a:buFont typeface="Arial" panose="020B0604020202020204" pitchFamily="34" charset="0"/>
              <a:buChar char="•"/>
            </a:pPr>
            <a:r>
              <a:rPr lang="it-IT" dirty="0">
                <a:solidFill>
                  <a:srgbClr val="242424"/>
                </a:solidFill>
              </a:rPr>
              <a:t>Steps to Setup the Cloud Connection.</a:t>
            </a:r>
          </a:p>
          <a:p>
            <a:pPr marL="285750" indent="-285750">
              <a:buFont typeface="Arial" panose="020B0604020202020204" pitchFamily="34" charset="0"/>
              <a:buChar char="•"/>
            </a:pPr>
            <a:r>
              <a:rPr lang="it-IT" dirty="0">
                <a:solidFill>
                  <a:srgbClr val="242424"/>
                </a:solidFill>
              </a:rPr>
              <a:t>Creating the destination in the BTP for BAS</a:t>
            </a:r>
          </a:p>
          <a:p>
            <a:pPr marL="285750" indent="-285750">
              <a:buClr>
                <a:schemeClr val="tx1"/>
              </a:buClr>
              <a:buFont typeface="Arial" panose="020B0604020202020204" pitchFamily="34" charset="0"/>
              <a:buChar char="•"/>
            </a:pPr>
            <a:r>
              <a:rPr lang="en-US" dirty="0"/>
              <a:t>Creating the destination in the Vscode</a:t>
            </a:r>
          </a:p>
          <a:p>
            <a:pPr>
              <a:buClr>
                <a:schemeClr val="tx1"/>
              </a:buClr>
            </a:pPr>
            <a:endParaRPr lang="en-US" dirty="0"/>
          </a:p>
        </p:txBody>
      </p:sp>
      <p:sp>
        <p:nvSpPr>
          <p:cNvPr id="9" name="Footer Placeholder 45">
            <a:extLst>
              <a:ext uri="{FF2B5EF4-FFF2-40B4-BE49-F238E27FC236}">
                <a16:creationId xmlns:a16="http://schemas.microsoft.com/office/drawing/2014/main" id="{51D77C38-BB47-4E3F-84A5-C28B21492055}"/>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2321857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Fragments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693045"/>
          </a:xfrm>
          <a:prstGeom prst="rect">
            <a:avLst/>
          </a:prstGeom>
          <a:noFill/>
        </p:spPr>
        <p:txBody>
          <a:bodyPr wrap="square" rtlCol="0">
            <a:spAutoFit/>
          </a:bodyPr>
          <a:lstStyle/>
          <a:p>
            <a:pPr marL="285750" indent="-285750" algn="just" defTabSz="685800">
              <a:spcBef>
                <a:spcPts val="600"/>
              </a:spcBef>
              <a:buFont typeface="Arial" panose="020B0604020202020204" pitchFamily="34" charset="0"/>
              <a:buChar char="•"/>
            </a:pPr>
            <a:r>
              <a:rPr lang="en-US" sz="1800" dirty="0">
                <a:solidFill>
                  <a:prstClr val="black"/>
                </a:solidFill>
                <a:latin typeface="Calibri (Body)"/>
              </a:rPr>
              <a:t>Fragments are light-weight UI parts. They are used to modularize views. We can reuse a fragment multiple times in same view or other views.</a:t>
            </a:r>
          </a:p>
          <a:p>
            <a:pPr marL="285750" indent="-285750" algn="just" defTabSz="685800">
              <a:spcBef>
                <a:spcPts val="600"/>
              </a:spcBef>
              <a:buFont typeface="Arial" panose="020B0604020202020204" pitchFamily="34" charset="0"/>
              <a:buChar char="•"/>
            </a:pPr>
            <a:r>
              <a:rPr lang="en-US" sz="1800" b="0" i="0" dirty="0">
                <a:solidFill>
                  <a:srgbClr val="32363A"/>
                </a:solidFill>
                <a:effectLst/>
                <a:latin typeface="Calibri (Body)"/>
              </a:rPr>
              <a:t>Fragments are used similar as sap.ui.core.mvc.Views, but </a:t>
            </a:r>
            <a:r>
              <a:rPr lang="en-US" sz="1800" dirty="0">
                <a:solidFill>
                  <a:prstClr val="black"/>
                </a:solidFill>
                <a:latin typeface="Calibri (Body)"/>
              </a:rPr>
              <a:t>Fragments do not have their own controllers. Logic related to fragment’s UI elements is written in the host view’s controller.</a:t>
            </a:r>
            <a:endParaRPr lang="en-US" dirty="0">
              <a:solidFill>
                <a:prstClr val="black"/>
              </a:solidFill>
              <a:latin typeface="Calibri (Body)"/>
            </a:endParaRPr>
          </a:p>
          <a:p>
            <a:pPr marL="285750" indent="-285750" algn="just" defTabSz="685800">
              <a:spcBef>
                <a:spcPts val="600"/>
              </a:spcBef>
              <a:buFont typeface="Arial" panose="020B0604020202020204" pitchFamily="34" charset="0"/>
              <a:buChar char="•"/>
            </a:pPr>
            <a:r>
              <a:rPr lang="en-US" sz="1800" dirty="0"/>
              <a:t>Fragments are like parasite, they rely on the controllers of the host views.</a:t>
            </a:r>
          </a:p>
          <a:p>
            <a:pPr marL="285750" indent="-285750" algn="just" defTabSz="685800">
              <a:spcBef>
                <a:spcPts val="600"/>
              </a:spcBef>
              <a:buFont typeface="Arial" panose="020B0604020202020204" pitchFamily="34" charset="0"/>
              <a:buChar char="•"/>
            </a:pPr>
            <a:r>
              <a:rPr lang="en-US" sz="1800" dirty="0"/>
              <a:t>There are 2 techniques to create and work with fragments</a:t>
            </a:r>
          </a:p>
          <a:p>
            <a:pPr marL="742950" lvl="1" indent="-285750" algn="just" defTabSz="685800">
              <a:spcBef>
                <a:spcPts val="600"/>
              </a:spcBef>
              <a:buFont typeface="Arial" panose="020B0604020202020204" pitchFamily="34" charset="0"/>
              <a:buChar char="•"/>
            </a:pPr>
            <a:r>
              <a:rPr lang="en-US" dirty="0"/>
              <a:t>Direct embedding using fragment</a:t>
            </a:r>
          </a:p>
          <a:p>
            <a:pPr marL="742950" lvl="1" indent="-285750" algn="just" defTabSz="685800">
              <a:spcBef>
                <a:spcPts val="600"/>
              </a:spcBef>
              <a:buFont typeface="Arial" panose="020B0604020202020204" pitchFamily="34" charset="0"/>
              <a:buChar char="•"/>
            </a:pPr>
            <a:r>
              <a:rPr lang="en-US" sz="1800" dirty="0"/>
              <a:t>Use JS class sap/ui/core/Fragment and use load function to load it</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Rectangle 5">
            <a:extLst>
              <a:ext uri="{FF2B5EF4-FFF2-40B4-BE49-F238E27FC236}">
                <a16:creationId xmlns:a16="http://schemas.microsoft.com/office/drawing/2014/main" id="{E0598812-C60F-408D-90EB-84BDD5364E48}"/>
              </a:ext>
            </a:extLst>
          </p:cNvPr>
          <p:cNvSpPr/>
          <p:nvPr/>
        </p:nvSpPr>
        <p:spPr>
          <a:xfrm>
            <a:off x="1031130" y="4785158"/>
            <a:ext cx="2161172" cy="441545"/>
          </a:xfrm>
          <a:prstGeom prst="rect">
            <a:avLst/>
          </a:prstGeom>
          <a:solidFill>
            <a:schemeClr val="accent5">
              <a:lumMod val="75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dirty="0"/>
              <a:t>fragment</a:t>
            </a:r>
          </a:p>
        </p:txBody>
      </p:sp>
      <p:sp>
        <p:nvSpPr>
          <p:cNvPr id="7" name="Rectangle: Rounded Corners 6">
            <a:extLst>
              <a:ext uri="{FF2B5EF4-FFF2-40B4-BE49-F238E27FC236}">
                <a16:creationId xmlns:a16="http://schemas.microsoft.com/office/drawing/2014/main" id="{48B5D86D-511F-4CD6-80B2-9A7F346CAAAC}"/>
              </a:ext>
            </a:extLst>
          </p:cNvPr>
          <p:cNvSpPr/>
          <p:nvPr/>
        </p:nvSpPr>
        <p:spPr>
          <a:xfrm>
            <a:off x="4717769" y="3774872"/>
            <a:ext cx="2362965" cy="11637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dirty="0"/>
              <a:t>View1</a:t>
            </a:r>
          </a:p>
          <a:p>
            <a:pPr algn="ctr"/>
            <a:endParaRPr lang="en-US" dirty="0"/>
          </a:p>
          <a:p>
            <a:pPr algn="ctr"/>
            <a:endParaRPr lang="en-US" dirty="0"/>
          </a:p>
        </p:txBody>
      </p:sp>
      <p:sp>
        <p:nvSpPr>
          <p:cNvPr id="9" name="Rectangle: Rounded Corners 8">
            <a:extLst>
              <a:ext uri="{FF2B5EF4-FFF2-40B4-BE49-F238E27FC236}">
                <a16:creationId xmlns:a16="http://schemas.microsoft.com/office/drawing/2014/main" id="{C452A1A2-08ED-4E3C-8CB7-D92AD3A37D38}"/>
              </a:ext>
            </a:extLst>
          </p:cNvPr>
          <p:cNvSpPr/>
          <p:nvPr/>
        </p:nvSpPr>
        <p:spPr>
          <a:xfrm>
            <a:off x="4717768" y="5318534"/>
            <a:ext cx="2362965" cy="11637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dirty="0"/>
              <a:t>View 2</a:t>
            </a:r>
          </a:p>
          <a:p>
            <a:pPr algn="ctr"/>
            <a:endParaRPr lang="en-US" dirty="0"/>
          </a:p>
          <a:p>
            <a:pPr algn="ctr"/>
            <a:endParaRPr lang="en-US" dirty="0"/>
          </a:p>
        </p:txBody>
      </p:sp>
      <p:sp>
        <p:nvSpPr>
          <p:cNvPr id="10" name="Rectangle 9">
            <a:extLst>
              <a:ext uri="{FF2B5EF4-FFF2-40B4-BE49-F238E27FC236}">
                <a16:creationId xmlns:a16="http://schemas.microsoft.com/office/drawing/2014/main" id="{31B371CB-D7A0-4ED7-B3E8-97A638C100F8}"/>
              </a:ext>
            </a:extLst>
          </p:cNvPr>
          <p:cNvSpPr/>
          <p:nvPr/>
        </p:nvSpPr>
        <p:spPr>
          <a:xfrm>
            <a:off x="5075149" y="4387051"/>
            <a:ext cx="1648511" cy="302932"/>
          </a:xfrm>
          <a:prstGeom prst="rect">
            <a:avLst/>
          </a:prstGeom>
          <a:solidFill>
            <a:schemeClr val="accent5">
              <a:lumMod val="75000"/>
            </a:schemeClr>
          </a:solidFill>
          <a:ln>
            <a:solidFill>
              <a:schemeClr val="accent6">
                <a:lumMod val="40000"/>
                <a:lumOff val="60000"/>
              </a:schemeClr>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dirty="0"/>
              <a:t>fragment</a:t>
            </a:r>
          </a:p>
        </p:txBody>
      </p:sp>
      <p:sp>
        <p:nvSpPr>
          <p:cNvPr id="11" name="Rectangle 10">
            <a:extLst>
              <a:ext uri="{FF2B5EF4-FFF2-40B4-BE49-F238E27FC236}">
                <a16:creationId xmlns:a16="http://schemas.microsoft.com/office/drawing/2014/main" id="{DC95D3AB-456B-49D8-A4E6-42F8D91604B4}"/>
              </a:ext>
            </a:extLst>
          </p:cNvPr>
          <p:cNvSpPr/>
          <p:nvPr/>
        </p:nvSpPr>
        <p:spPr>
          <a:xfrm>
            <a:off x="5075149" y="5906433"/>
            <a:ext cx="1648511" cy="302932"/>
          </a:xfrm>
          <a:prstGeom prst="rect">
            <a:avLst/>
          </a:prstGeom>
          <a:solidFill>
            <a:schemeClr val="accent5">
              <a:lumMod val="75000"/>
            </a:schemeClr>
          </a:solidFill>
          <a:ln>
            <a:solidFill>
              <a:schemeClr val="accent6">
                <a:lumMod val="40000"/>
                <a:lumOff val="60000"/>
              </a:schemeClr>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dirty="0"/>
              <a:t>fragment</a:t>
            </a:r>
          </a:p>
        </p:txBody>
      </p:sp>
      <p:cxnSp>
        <p:nvCxnSpPr>
          <p:cNvPr id="12" name="Straight Arrow Connector 11">
            <a:extLst>
              <a:ext uri="{FF2B5EF4-FFF2-40B4-BE49-F238E27FC236}">
                <a16:creationId xmlns:a16="http://schemas.microsoft.com/office/drawing/2014/main" id="{D162D8BD-F839-43C5-89F4-0C3A0898E4CD}"/>
              </a:ext>
            </a:extLst>
          </p:cNvPr>
          <p:cNvCxnSpPr>
            <a:stCxn id="6" idx="3"/>
          </p:cNvCxnSpPr>
          <p:nvPr/>
        </p:nvCxnSpPr>
        <p:spPr>
          <a:xfrm flipV="1">
            <a:off x="3192302" y="4369287"/>
            <a:ext cx="1883558" cy="63664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id="{7F898BF2-6AD9-49AE-B549-76A8612F3CDB}"/>
              </a:ext>
            </a:extLst>
          </p:cNvPr>
          <p:cNvCxnSpPr>
            <a:cxnSpLocks/>
            <a:stCxn id="6" idx="3"/>
            <a:endCxn id="11" idx="1"/>
          </p:cNvCxnSpPr>
          <p:nvPr/>
        </p:nvCxnSpPr>
        <p:spPr>
          <a:xfrm>
            <a:off x="3192302" y="5005931"/>
            <a:ext cx="1882847" cy="105196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 name="Rectangle: Rounded Corners 13">
            <a:extLst>
              <a:ext uri="{FF2B5EF4-FFF2-40B4-BE49-F238E27FC236}">
                <a16:creationId xmlns:a16="http://schemas.microsoft.com/office/drawing/2014/main" id="{DDEFC355-4BE5-4E19-AFB9-544389195FB0}"/>
              </a:ext>
            </a:extLst>
          </p:cNvPr>
          <p:cNvSpPr/>
          <p:nvPr/>
        </p:nvSpPr>
        <p:spPr>
          <a:xfrm>
            <a:off x="7799794" y="3761512"/>
            <a:ext cx="2362965" cy="116379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dirty="0"/>
              <a:t>Controller1</a:t>
            </a:r>
          </a:p>
          <a:p>
            <a:pPr algn="ctr"/>
            <a:endParaRPr lang="en-US" dirty="0"/>
          </a:p>
          <a:p>
            <a:pPr algn="ctr"/>
            <a:endParaRPr lang="en-US" dirty="0"/>
          </a:p>
        </p:txBody>
      </p:sp>
      <p:sp>
        <p:nvSpPr>
          <p:cNvPr id="15" name="Rectangle: Rounded Corners 14">
            <a:extLst>
              <a:ext uri="{FF2B5EF4-FFF2-40B4-BE49-F238E27FC236}">
                <a16:creationId xmlns:a16="http://schemas.microsoft.com/office/drawing/2014/main" id="{47684521-3404-4432-8F3E-0AD4A32E0130}"/>
              </a:ext>
            </a:extLst>
          </p:cNvPr>
          <p:cNvSpPr/>
          <p:nvPr/>
        </p:nvSpPr>
        <p:spPr>
          <a:xfrm>
            <a:off x="7814705" y="5326154"/>
            <a:ext cx="2362965" cy="116379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dirty="0"/>
              <a:t>Controller2</a:t>
            </a:r>
          </a:p>
          <a:p>
            <a:pPr algn="ctr"/>
            <a:endParaRPr lang="en-US" dirty="0"/>
          </a:p>
          <a:p>
            <a:pPr algn="ctr"/>
            <a:endParaRPr lang="en-US" dirty="0"/>
          </a:p>
        </p:txBody>
      </p:sp>
      <p:sp>
        <p:nvSpPr>
          <p:cNvPr id="16" name="Arrow: Left-Right 15">
            <a:extLst>
              <a:ext uri="{FF2B5EF4-FFF2-40B4-BE49-F238E27FC236}">
                <a16:creationId xmlns:a16="http://schemas.microsoft.com/office/drawing/2014/main" id="{E8F0086D-D1AD-4D3F-B5EE-CAE8E8D848D5}"/>
              </a:ext>
            </a:extLst>
          </p:cNvPr>
          <p:cNvSpPr/>
          <p:nvPr/>
        </p:nvSpPr>
        <p:spPr>
          <a:xfrm>
            <a:off x="7080423" y="4212260"/>
            <a:ext cx="720392" cy="294363"/>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endParaRPr lang="en-US"/>
          </a:p>
        </p:txBody>
      </p:sp>
      <p:sp>
        <p:nvSpPr>
          <p:cNvPr id="17" name="Arrow: Left-Right 16">
            <a:extLst>
              <a:ext uri="{FF2B5EF4-FFF2-40B4-BE49-F238E27FC236}">
                <a16:creationId xmlns:a16="http://schemas.microsoft.com/office/drawing/2014/main" id="{56464D73-F08C-4C72-9C9E-D6E669D7479C}"/>
              </a:ext>
            </a:extLst>
          </p:cNvPr>
          <p:cNvSpPr/>
          <p:nvPr/>
        </p:nvSpPr>
        <p:spPr>
          <a:xfrm>
            <a:off x="7077454" y="5762602"/>
            <a:ext cx="720392" cy="294363"/>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endParaRPr lang="en-US"/>
          </a:p>
        </p:txBody>
      </p:sp>
      <p:sp>
        <p:nvSpPr>
          <p:cNvPr id="18" name="Oval 17">
            <a:extLst>
              <a:ext uri="{FF2B5EF4-FFF2-40B4-BE49-F238E27FC236}">
                <a16:creationId xmlns:a16="http://schemas.microsoft.com/office/drawing/2014/main" id="{BDFE9293-E0EA-4172-B2C1-9AFEE65BF498}"/>
              </a:ext>
            </a:extLst>
          </p:cNvPr>
          <p:cNvSpPr/>
          <p:nvPr/>
        </p:nvSpPr>
        <p:spPr>
          <a:xfrm>
            <a:off x="2759974" y="5076785"/>
            <a:ext cx="648352" cy="2744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dirty="0"/>
              <a:t>B</a:t>
            </a:r>
          </a:p>
        </p:txBody>
      </p:sp>
      <p:sp>
        <p:nvSpPr>
          <p:cNvPr id="19" name="Oval 18">
            <a:extLst>
              <a:ext uri="{FF2B5EF4-FFF2-40B4-BE49-F238E27FC236}">
                <a16:creationId xmlns:a16="http://schemas.microsoft.com/office/drawing/2014/main" id="{6157FFFE-EE93-465C-B3A5-CA225A10A631}"/>
              </a:ext>
            </a:extLst>
          </p:cNvPr>
          <p:cNvSpPr/>
          <p:nvPr/>
        </p:nvSpPr>
        <p:spPr>
          <a:xfrm>
            <a:off x="6556628" y="4488500"/>
            <a:ext cx="648352" cy="2744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dirty="0"/>
              <a:t>B</a:t>
            </a:r>
          </a:p>
        </p:txBody>
      </p:sp>
      <p:sp>
        <p:nvSpPr>
          <p:cNvPr id="21" name="Oval 20">
            <a:extLst>
              <a:ext uri="{FF2B5EF4-FFF2-40B4-BE49-F238E27FC236}">
                <a16:creationId xmlns:a16="http://schemas.microsoft.com/office/drawing/2014/main" id="{E3C0E547-5F07-4E9C-8D42-0FCAE9BEA7B4}"/>
              </a:ext>
            </a:extLst>
          </p:cNvPr>
          <p:cNvSpPr/>
          <p:nvPr/>
        </p:nvSpPr>
        <p:spPr>
          <a:xfrm>
            <a:off x="6554731" y="6129498"/>
            <a:ext cx="648352" cy="2744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dirty="0"/>
              <a:t>B</a:t>
            </a:r>
          </a:p>
        </p:txBody>
      </p:sp>
      <p:sp>
        <p:nvSpPr>
          <p:cNvPr id="23" name="Flowchart: Terminator 22">
            <a:extLst>
              <a:ext uri="{FF2B5EF4-FFF2-40B4-BE49-F238E27FC236}">
                <a16:creationId xmlns:a16="http://schemas.microsoft.com/office/drawing/2014/main" id="{8B562742-3AB3-4B38-AFD6-3A3DBF39AE52}"/>
              </a:ext>
            </a:extLst>
          </p:cNvPr>
          <p:cNvSpPr/>
          <p:nvPr/>
        </p:nvSpPr>
        <p:spPr>
          <a:xfrm>
            <a:off x="8304186" y="4359937"/>
            <a:ext cx="1584860" cy="434718"/>
          </a:xfrm>
          <a:prstGeom prst="flowChartTermina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sz="1100" dirty="0"/>
              <a:t>Event for fragment button</a:t>
            </a:r>
          </a:p>
        </p:txBody>
      </p:sp>
      <p:sp>
        <p:nvSpPr>
          <p:cNvPr id="24" name="Flowchart: Terminator 23">
            <a:extLst>
              <a:ext uri="{FF2B5EF4-FFF2-40B4-BE49-F238E27FC236}">
                <a16:creationId xmlns:a16="http://schemas.microsoft.com/office/drawing/2014/main" id="{401EE5BF-D5C8-48CC-9061-B753E8896420}"/>
              </a:ext>
            </a:extLst>
          </p:cNvPr>
          <p:cNvSpPr/>
          <p:nvPr/>
        </p:nvSpPr>
        <p:spPr>
          <a:xfrm>
            <a:off x="8304186" y="5874242"/>
            <a:ext cx="1584860" cy="434718"/>
          </a:xfrm>
          <a:prstGeom prst="flowChartTermina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sz="1100" dirty="0"/>
              <a:t>Event for fragment button</a:t>
            </a:r>
          </a:p>
        </p:txBody>
      </p:sp>
      <p:sp>
        <p:nvSpPr>
          <p:cNvPr id="25" name="TextBox 25">
            <a:extLst>
              <a:ext uri="{FF2B5EF4-FFF2-40B4-BE49-F238E27FC236}">
                <a16:creationId xmlns:a16="http://schemas.microsoft.com/office/drawing/2014/main" id="{22BAF55C-0116-4515-B2E4-6206DCFB3207}"/>
              </a:ext>
            </a:extLst>
          </p:cNvPr>
          <p:cNvSpPr txBox="1"/>
          <p:nvPr/>
        </p:nvSpPr>
        <p:spPr>
          <a:xfrm>
            <a:off x="940878" y="4163760"/>
            <a:ext cx="2296863" cy="597629"/>
          </a:xfrm>
          <a:prstGeom prst="rect">
            <a:avLst/>
          </a:prstGeom>
          <a:noFill/>
        </p:spPr>
        <p:txBody>
          <a:bodyPr wrap="square" rtlCol="0">
            <a:spAutoFit/>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600" dirty="0"/>
              <a:t>Address – street, house, city, country</a:t>
            </a:r>
          </a:p>
        </p:txBody>
      </p:sp>
    </p:spTree>
    <p:extLst>
      <p:ext uri="{BB962C8B-B14F-4D97-AF65-F5344CB8AC3E}">
        <p14:creationId xmlns:p14="http://schemas.microsoft.com/office/powerpoint/2010/main" val="3546823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Hands – on: Embedding Fragment in View</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970318"/>
          </a:xfrm>
          <a:prstGeom prst="rect">
            <a:avLst/>
          </a:prstGeom>
          <a:noFill/>
        </p:spPr>
        <p:txBody>
          <a:bodyPr wrap="square" rtlCol="0">
            <a:spAutoFit/>
          </a:bodyPr>
          <a:lstStyle/>
          <a:p>
            <a:pPr algn="just"/>
            <a:r>
              <a:rPr lang="en-US" dirty="0"/>
              <a:t>For this hands – on we have to create a folder named </a:t>
            </a:r>
            <a:r>
              <a:rPr lang="en-US" dirty="0">
                <a:solidFill>
                  <a:schemeClr val="accent6"/>
                </a:solidFill>
              </a:rPr>
              <a:t>fragments</a:t>
            </a:r>
            <a:r>
              <a:rPr lang="en-US" dirty="0"/>
              <a:t> in the webapp folder and in that folder create fragment files with the extension </a:t>
            </a:r>
            <a:r>
              <a:rPr lang="en-US" dirty="0">
                <a:solidFill>
                  <a:schemeClr val="accent6"/>
                </a:solidFill>
              </a:rPr>
              <a:t>.fragment.xml</a:t>
            </a:r>
            <a:r>
              <a:rPr lang="en-US" dirty="0"/>
              <a:t>.</a:t>
            </a:r>
          </a:p>
          <a:p>
            <a:pPr algn="just"/>
            <a:r>
              <a:rPr lang="en-US" dirty="0"/>
              <a:t>We will move the Icon Tab bar code to the fragments and will embed them in the View2 to modularize the code of View2.</a:t>
            </a:r>
          </a:p>
          <a:p>
            <a:pPr algn="just"/>
            <a:r>
              <a:rPr lang="en-US" dirty="0"/>
              <a:t>Create three file in the fragments folder for more Info Section, Supplier Table section and Cities Section.</a:t>
            </a:r>
          </a:p>
          <a:p>
            <a:pPr algn="just"/>
            <a:endParaRPr lang="en-US" dirty="0"/>
          </a:p>
          <a:p>
            <a:pPr algn="just"/>
            <a:r>
              <a:rPr lang="en-US" dirty="0"/>
              <a:t>To including the fragment directly into the XML View use the sap.ui.core.Fragment class as shown below</a:t>
            </a:r>
          </a:p>
          <a:p>
            <a:pPr lvl="1" algn="just"/>
            <a:r>
              <a:rPr lang="en-US" dirty="0"/>
              <a:t>Ex:	</a:t>
            </a:r>
            <a:r>
              <a:rPr lang="en-US" b="0" dirty="0">
                <a:solidFill>
                  <a:srgbClr val="800000"/>
                </a:solidFill>
                <a:effectLst/>
              </a:rPr>
              <a:t>&lt;core:Fragment</a:t>
            </a:r>
            <a:r>
              <a:rPr lang="en-US" b="0" dirty="0">
                <a:solidFill>
                  <a:srgbClr val="000000"/>
                </a:solidFill>
                <a:effectLst/>
              </a:rPr>
              <a:t> </a:t>
            </a:r>
            <a:r>
              <a:rPr lang="en-US" b="0" dirty="0">
                <a:solidFill>
                  <a:srgbClr val="FF0000"/>
                </a:solidFill>
                <a:effectLst/>
              </a:rPr>
              <a:t>fragmentName</a:t>
            </a:r>
            <a:r>
              <a:rPr lang="en-US" b="0" dirty="0">
                <a:solidFill>
                  <a:srgbClr val="000000"/>
                </a:solidFill>
                <a:effectLst/>
              </a:rPr>
              <a:t>=</a:t>
            </a:r>
            <a:r>
              <a:rPr lang="en-US" b="0" dirty="0">
                <a:solidFill>
                  <a:srgbClr val="0000FF"/>
                </a:solidFill>
                <a:effectLst/>
              </a:rPr>
              <a:t>“namespace.fragments.fragmentName"</a:t>
            </a:r>
            <a:r>
              <a:rPr lang="en-US" b="0" dirty="0">
                <a:solidFill>
                  <a:srgbClr val="000000"/>
                </a:solidFill>
                <a:effectLst/>
              </a:rPr>
              <a:t> </a:t>
            </a:r>
            <a:r>
              <a:rPr lang="en-US" b="0" dirty="0">
                <a:solidFill>
                  <a:srgbClr val="FF0000"/>
                </a:solidFill>
                <a:effectLst/>
              </a:rPr>
              <a:t>type</a:t>
            </a:r>
            <a:r>
              <a:rPr lang="en-US" b="0" dirty="0">
                <a:solidFill>
                  <a:srgbClr val="000000"/>
                </a:solidFill>
                <a:effectLst/>
              </a:rPr>
              <a:t>=</a:t>
            </a:r>
            <a:r>
              <a:rPr lang="en-US" b="0" dirty="0">
                <a:solidFill>
                  <a:srgbClr val="0000FF"/>
                </a:solidFill>
                <a:effectLst/>
              </a:rPr>
              <a:t>"XML"</a:t>
            </a:r>
            <a:r>
              <a:rPr lang="en-US" b="0" dirty="0">
                <a:solidFill>
                  <a:srgbClr val="000000"/>
                </a:solidFill>
                <a:effectLst/>
              </a:rPr>
              <a:t> </a:t>
            </a:r>
            <a:r>
              <a:rPr lang="en-US" b="0" dirty="0">
                <a:solidFill>
                  <a:srgbClr val="800000"/>
                </a:solidFill>
                <a:effectLst/>
              </a:rPr>
              <a:t>/&gt;</a:t>
            </a:r>
            <a:endParaRPr lang="en-US" dirty="0"/>
          </a:p>
          <a:p>
            <a:pPr lvl="1" algn="just"/>
            <a:r>
              <a:rPr lang="en-US" b="0" i="0" dirty="0">
                <a:solidFill>
                  <a:srgbClr val="232629"/>
                </a:solidFill>
                <a:effectLst/>
              </a:rPr>
              <a:t>	</a:t>
            </a:r>
            <a:endParaRPr lang="en-US" dirty="0"/>
          </a:p>
          <a:p>
            <a:pPr algn="just"/>
            <a:r>
              <a:rPr lang="en-US" dirty="0"/>
              <a:t>Code Links:- </a:t>
            </a:r>
          </a:p>
          <a:p>
            <a:pPr marL="285750" indent="-285750" algn="just">
              <a:buFontTx/>
              <a:buChar char="-"/>
            </a:pPr>
            <a:r>
              <a:rPr lang="en-US" dirty="0"/>
              <a:t>View2.view.xml</a:t>
            </a:r>
          </a:p>
          <a:p>
            <a:pPr marL="285750" indent="-285750" algn="just">
              <a:buFontTx/>
              <a:buChar char="-"/>
            </a:pPr>
            <a:r>
              <a:rPr lang="en-US" dirty="0"/>
              <a:t>moreInfo.fragment.xml</a:t>
            </a:r>
          </a:p>
          <a:p>
            <a:pPr marL="285750" indent="-285750" algn="just">
              <a:buFontTx/>
              <a:buChar char="-"/>
            </a:pPr>
            <a:r>
              <a:rPr lang="en-US" dirty="0"/>
              <a:t>cities.fragment.xml</a:t>
            </a:r>
          </a:p>
          <a:p>
            <a:pPr marL="285750" indent="-285750" algn="just">
              <a:buFontTx/>
              <a:buChar char="-"/>
            </a:pPr>
            <a:r>
              <a:rPr lang="en-US" dirty="0"/>
              <a:t>supplierTab.fragment.xml</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93914945-0588-4E33-9195-FD28BFC49238}"/>
              </a:ext>
            </a:extLst>
          </p:cNvPr>
          <p:cNvPicPr>
            <a:picLocks noChangeAspect="1"/>
          </p:cNvPicPr>
          <p:nvPr/>
        </p:nvPicPr>
        <p:blipFill>
          <a:blip r:embed="rId3"/>
          <a:stretch>
            <a:fillRect/>
          </a:stretch>
        </p:blipFill>
        <p:spPr>
          <a:xfrm>
            <a:off x="3720654" y="3429000"/>
            <a:ext cx="7660024" cy="289800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936589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Hands – on: Fragment Use Case 2 (</a:t>
            </a:r>
            <a:r>
              <a:rPr lang="en-US" sz="2800" dirty="0">
                <a:latin typeface="Cooper Black" panose="0208090404030B020404" pitchFamily="18" charset="0"/>
              </a:rPr>
              <a:t>Using JS Code</a:t>
            </a:r>
            <a:r>
              <a:rPr lang="en-US" sz="3600" dirty="0">
                <a:latin typeface="Cooper Black" panose="0208090404030B020404" pitchFamily="18" charset="0"/>
              </a:rPr>
              <a:t>)</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5078313"/>
          </a:xfrm>
          <a:prstGeom prst="rect">
            <a:avLst/>
          </a:prstGeom>
          <a:noFill/>
        </p:spPr>
        <p:txBody>
          <a:bodyPr wrap="square" rtlCol="0">
            <a:spAutoFit/>
          </a:bodyPr>
          <a:lstStyle/>
          <a:p>
            <a:r>
              <a:rPr lang="en-US" sz="1800" dirty="0"/>
              <a:t>My manager asked me to develop following requirements</a:t>
            </a:r>
          </a:p>
          <a:p>
            <a:pPr marL="342900" indent="-342900">
              <a:buAutoNum type="arabicPeriod"/>
            </a:pPr>
            <a:r>
              <a:rPr lang="en-US" sz="1800" dirty="0"/>
              <a:t>Add a filter button in the toolbar of the table, and when we click filter icon, it should load </a:t>
            </a:r>
            <a:r>
              <a:rPr lang="en-US" sz="1800" b="1" i="1" u="sng" dirty="0"/>
              <a:t>a popup </a:t>
            </a:r>
            <a:r>
              <a:rPr lang="en-US" sz="1800" dirty="0"/>
              <a:t>with all the list of suppliers. When we select supplier inside filter it should filter data in the table.</a:t>
            </a:r>
          </a:p>
          <a:p>
            <a:pPr marL="342900" indent="-342900">
              <a:buAutoNum type="arabicPeriod"/>
            </a:pPr>
            <a:r>
              <a:rPr lang="en-US" sz="1800" dirty="0"/>
              <a:t>Inside the table we have a city field. We would like to enable a value help (F4 Help), when we click on same, it should open </a:t>
            </a:r>
            <a:r>
              <a:rPr lang="en-US" sz="1800" b="1" i="1" u="sng" dirty="0"/>
              <a:t>a popup </a:t>
            </a:r>
            <a:r>
              <a:rPr lang="en-US" sz="1800" dirty="0"/>
              <a:t>which shows all the list of cities on screen.</a:t>
            </a:r>
          </a:p>
          <a:p>
            <a:pPr marL="342900" indent="-342900">
              <a:buAutoNum type="arabicPeriod"/>
            </a:pPr>
            <a:endParaRPr lang="en-US" dirty="0"/>
          </a:p>
          <a:p>
            <a:pPr marL="342900" indent="-342900">
              <a:buAutoNum type="arabicPeriod"/>
            </a:pPr>
            <a:endParaRPr lang="en-US" sz="1800" dirty="0"/>
          </a:p>
          <a:p>
            <a:r>
              <a:rPr lang="en-US" dirty="0">
                <a:solidFill>
                  <a:schemeClr val="accent6"/>
                </a:solidFill>
              </a:rPr>
              <a:t>Part 1: Opening filter popup using the Filter Button</a:t>
            </a:r>
            <a:r>
              <a:rPr lang="en-US" dirty="0"/>
              <a:t>.</a:t>
            </a:r>
          </a:p>
          <a:p>
            <a:pPr marL="285750" indent="-285750">
              <a:buFontTx/>
              <a:buChar char="-"/>
            </a:pPr>
            <a:r>
              <a:rPr lang="en-US" dirty="0"/>
              <a:t>popup.fragment.xml</a:t>
            </a:r>
          </a:p>
          <a:p>
            <a:pPr marL="285750" indent="-285750">
              <a:buFontTx/>
              <a:buChar char="-"/>
            </a:pPr>
            <a:r>
              <a:rPr lang="en-US" dirty="0"/>
              <a:t>supplierTab.fragment.xml</a:t>
            </a:r>
          </a:p>
          <a:p>
            <a:pPr marL="285750" indent="-285750">
              <a:buFontTx/>
              <a:buChar char="-"/>
            </a:pPr>
            <a:r>
              <a:rPr lang="en-US" dirty="0"/>
              <a:t>View2.controller.js</a:t>
            </a:r>
          </a:p>
          <a:p>
            <a:endParaRPr lang="en-US" sz="1800" dirty="0"/>
          </a:p>
          <a:p>
            <a:endParaRPr lang="en-US" dirty="0"/>
          </a:p>
          <a:p>
            <a:r>
              <a:rPr lang="en-US" sz="1800" dirty="0">
                <a:solidFill>
                  <a:schemeClr val="accent6"/>
                </a:solidFill>
              </a:rPr>
              <a:t>Part 2: Opening the Value help popup in the Supplier Table</a:t>
            </a:r>
          </a:p>
          <a:p>
            <a:pPr marL="285750" indent="-285750">
              <a:buFontTx/>
              <a:buChar char="-"/>
            </a:pPr>
            <a:r>
              <a:rPr lang="en-US" dirty="0"/>
              <a:t>popup.fragment.xml</a:t>
            </a:r>
          </a:p>
          <a:p>
            <a:pPr marL="285750" indent="-285750">
              <a:buFontTx/>
              <a:buChar char="-"/>
            </a:pPr>
            <a:r>
              <a:rPr lang="en-US" dirty="0"/>
              <a:t>supplierTab.fragment.xml</a:t>
            </a:r>
          </a:p>
          <a:p>
            <a:pPr marL="285750" indent="-285750">
              <a:buFontTx/>
              <a:buChar char="-"/>
            </a:pPr>
            <a:r>
              <a:rPr lang="en-US" dirty="0"/>
              <a:t>View2.controller.js</a:t>
            </a:r>
          </a:p>
          <a:p>
            <a:endParaRPr lang="en-US" sz="1800"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5" name="Picture 4">
            <a:extLst>
              <a:ext uri="{FF2B5EF4-FFF2-40B4-BE49-F238E27FC236}">
                <a16:creationId xmlns:a16="http://schemas.microsoft.com/office/drawing/2014/main" id="{86A239DE-F0C3-4BFD-BCBC-E3F3D5F1B1D0}"/>
              </a:ext>
            </a:extLst>
          </p:cNvPr>
          <p:cNvPicPr>
            <a:picLocks noChangeAspect="1"/>
          </p:cNvPicPr>
          <p:nvPr/>
        </p:nvPicPr>
        <p:blipFill>
          <a:blip r:embed="rId3"/>
          <a:stretch>
            <a:fillRect/>
          </a:stretch>
        </p:blipFill>
        <p:spPr>
          <a:xfrm>
            <a:off x="5102447" y="4825321"/>
            <a:ext cx="4438630" cy="196147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28177397-1585-4983-BF82-12ED69460AE0}"/>
              </a:ext>
            </a:extLst>
          </p:cNvPr>
          <p:cNvPicPr>
            <a:picLocks noChangeAspect="1"/>
          </p:cNvPicPr>
          <p:nvPr/>
        </p:nvPicPr>
        <p:blipFill>
          <a:blip r:embed="rId4"/>
          <a:stretch>
            <a:fillRect/>
          </a:stretch>
        </p:blipFill>
        <p:spPr>
          <a:xfrm>
            <a:off x="9896930" y="2431701"/>
            <a:ext cx="1842097" cy="27387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53956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What is OData?</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396836" cy="1754326"/>
          </a:xfrm>
          <a:prstGeom prst="rect">
            <a:avLst/>
          </a:prstGeom>
          <a:noFill/>
        </p:spPr>
        <p:txBody>
          <a:bodyPr wrap="square" rtlCol="0">
            <a:spAutoFit/>
          </a:bodyPr>
          <a:lstStyle/>
          <a:p>
            <a:pPr algn="just"/>
            <a:r>
              <a:rPr lang="en-US" dirty="0"/>
              <a:t>OData Stands for Open Data Protocol, It is an stateless protocol; it is an OASIS standard to communicate to server using  REST(</a:t>
            </a:r>
            <a:r>
              <a:rPr lang="en-US" dirty="0" err="1"/>
              <a:t>Represerntational</a:t>
            </a:r>
            <a:r>
              <a:rPr lang="en-US" dirty="0"/>
              <a:t> state Transfer) based service. It was acquired by Microsoft in 2012 and adopted by many companies to build REST services to expose data over internet HTTP/HTTPs protocol.</a:t>
            </a:r>
          </a:p>
          <a:p>
            <a:pPr algn="just"/>
            <a:r>
              <a:rPr lang="en-US" b="1" dirty="0"/>
              <a:t>Funda Fox</a:t>
            </a:r>
          </a:p>
          <a:p>
            <a:pPr algn="just"/>
            <a:r>
              <a:rPr lang="en-US" dirty="0"/>
              <a:t>Fiori cannot talk to FM, program, CDS views, …. Fiori only and only talk to OData service which is built on top of FM, ABAP code, CDS view.</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mc:AlternateContent xmlns:mc="http://schemas.openxmlformats.org/markup-compatibility/2006" xmlns:p14="http://schemas.microsoft.com/office/powerpoint/2010/main">
        <mc:Choice Requires="p14">
          <p:contentPart p14:bwMode="auto" r:id="rId3">
            <p14:nvContentPartPr>
              <p14:cNvPr id="21" name="Ink 20">
                <a:extLst>
                  <a:ext uri="{FF2B5EF4-FFF2-40B4-BE49-F238E27FC236}">
                    <a16:creationId xmlns:a16="http://schemas.microsoft.com/office/drawing/2014/main" id="{B857D0A6-0F52-4A6F-A7C4-0D8290F9F0A2}"/>
                  </a:ext>
                </a:extLst>
              </p14:cNvPr>
              <p14:cNvContentPartPr/>
              <p14:nvPr/>
            </p14:nvContentPartPr>
            <p14:xfrm>
              <a:off x="1302026" y="2670379"/>
              <a:ext cx="3871380" cy="3983191"/>
            </p14:xfrm>
          </p:contentPart>
        </mc:Choice>
        <mc:Fallback xmlns="">
          <p:pic>
            <p:nvPicPr>
              <p:cNvPr id="21" name="Ink 20">
                <a:extLst>
                  <a:ext uri="{FF2B5EF4-FFF2-40B4-BE49-F238E27FC236}">
                    <a16:creationId xmlns:a16="http://schemas.microsoft.com/office/drawing/2014/main" id="{B857D0A6-0F52-4A6F-A7C4-0D8290F9F0A2}"/>
                  </a:ext>
                </a:extLst>
              </p:cNvPr>
              <p:cNvPicPr/>
              <p:nvPr/>
            </p:nvPicPr>
            <p:blipFill>
              <a:blip r:embed="rId4"/>
              <a:stretch>
                <a:fillRect/>
              </a:stretch>
            </p:blipFill>
            <p:spPr>
              <a:xfrm>
                <a:off x="1293026" y="2661379"/>
                <a:ext cx="3889020" cy="400083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3" name="Ink 22">
                <a:extLst>
                  <a:ext uri="{FF2B5EF4-FFF2-40B4-BE49-F238E27FC236}">
                    <a16:creationId xmlns:a16="http://schemas.microsoft.com/office/drawing/2014/main" id="{B91464E5-1FDA-47D1-90E2-03820E1A6BB7}"/>
                  </a:ext>
                </a:extLst>
              </p14:cNvPr>
              <p14:cNvContentPartPr/>
              <p14:nvPr/>
            </p14:nvContentPartPr>
            <p14:xfrm>
              <a:off x="6325724" y="2829756"/>
              <a:ext cx="4564250" cy="3809583"/>
            </p14:xfrm>
          </p:contentPart>
        </mc:Choice>
        <mc:Fallback xmlns="">
          <p:pic>
            <p:nvPicPr>
              <p:cNvPr id="23" name="Ink 22">
                <a:extLst>
                  <a:ext uri="{FF2B5EF4-FFF2-40B4-BE49-F238E27FC236}">
                    <a16:creationId xmlns:a16="http://schemas.microsoft.com/office/drawing/2014/main" id="{B91464E5-1FDA-47D1-90E2-03820E1A6BB7}"/>
                  </a:ext>
                </a:extLst>
              </p:cNvPr>
              <p:cNvPicPr/>
              <p:nvPr/>
            </p:nvPicPr>
            <p:blipFill>
              <a:blip r:embed="rId6"/>
              <a:stretch>
                <a:fillRect/>
              </a:stretch>
            </p:blipFill>
            <p:spPr>
              <a:xfrm>
                <a:off x="6316724" y="2820756"/>
                <a:ext cx="4581889" cy="3827223"/>
              </a:xfrm>
              <a:prstGeom prst="rect">
                <a:avLst/>
              </a:prstGeom>
            </p:spPr>
          </p:pic>
        </mc:Fallback>
      </mc:AlternateContent>
    </p:spTree>
    <p:extLst>
      <p:ext uri="{BB962C8B-B14F-4D97-AF65-F5344CB8AC3E}">
        <p14:creationId xmlns:p14="http://schemas.microsoft.com/office/powerpoint/2010/main" val="1795692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OData Basics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5629875"/>
          </a:xfrm>
          <a:prstGeom prst="rect">
            <a:avLst/>
          </a:prstGeom>
          <a:noFill/>
        </p:spPr>
        <p:txBody>
          <a:bodyPr wrap="square" rtlCol="0">
            <a:spAutoFit/>
          </a:bodyPr>
          <a:lstStyle/>
          <a:p>
            <a:pPr defTabSz="914126"/>
            <a:r>
              <a:rPr lang="en-US" sz="1799" dirty="0">
                <a:solidFill>
                  <a:prstClr val="black"/>
                </a:solidFill>
                <a:latin typeface="Calibri"/>
              </a:rPr>
              <a:t>This OData Protocol is mainly used to expose data over HTTP. It does not matter from consumer point, which technology the OData is built on. This way we are abstracted from the underlaying programming/database. </a:t>
            </a:r>
            <a:r>
              <a:rPr lang="en-US" sz="1799" b="1" dirty="0">
                <a:solidFill>
                  <a:prstClr val="black"/>
                </a:solidFill>
                <a:latin typeface="Calibri"/>
              </a:rPr>
              <a:t>Fiori only and only understand OData, it cannot talk to BAPI, BADI, FM, CDS View, Interface, Class.</a:t>
            </a:r>
          </a:p>
          <a:p>
            <a:pPr defTabSz="914126"/>
            <a:r>
              <a:rPr lang="en-US" sz="1799" dirty="0">
                <a:solidFill>
                  <a:prstClr val="black"/>
                </a:solidFill>
                <a:latin typeface="Calibri"/>
              </a:rPr>
              <a:t>Lets start understanding a sample odata given by Microsoft on </a:t>
            </a:r>
            <a:r>
              <a:rPr lang="en-US" sz="1799" dirty="0">
                <a:solidFill>
                  <a:prstClr val="black"/>
                </a:solidFill>
                <a:latin typeface="Calibri"/>
                <a:hlinkClick r:id="rId3"/>
              </a:rPr>
              <a:t>odata.org</a:t>
            </a:r>
            <a:endParaRPr lang="en-US" sz="1799" dirty="0">
              <a:solidFill>
                <a:prstClr val="black"/>
              </a:solidFill>
              <a:latin typeface="Calibri"/>
            </a:endParaRPr>
          </a:p>
          <a:p>
            <a:pPr defTabSz="914126"/>
            <a:r>
              <a:rPr lang="en-US" sz="1799" dirty="0">
                <a:solidFill>
                  <a:prstClr val="black"/>
                </a:solidFill>
                <a:latin typeface="Calibri"/>
              </a:rPr>
              <a:t>1. </a:t>
            </a:r>
            <a:r>
              <a:rPr lang="en-US" sz="1799" b="1" dirty="0">
                <a:solidFill>
                  <a:prstClr val="black"/>
                </a:solidFill>
                <a:latin typeface="Calibri"/>
              </a:rPr>
              <a:t>Service document </a:t>
            </a:r>
            <a:r>
              <a:rPr lang="en-US" sz="1799" dirty="0">
                <a:solidFill>
                  <a:prstClr val="black"/>
                </a:solidFill>
                <a:latin typeface="Calibri"/>
              </a:rPr>
              <a:t>– is a collection of entity sets to access the data. </a:t>
            </a:r>
          </a:p>
          <a:p>
            <a:pPr marL="285750" indent="-285750" defTabSz="914126">
              <a:buFontTx/>
              <a:buChar char="-"/>
            </a:pPr>
            <a:r>
              <a:rPr lang="en-US" sz="1799" dirty="0">
                <a:solidFill>
                  <a:prstClr val="black"/>
                </a:solidFill>
                <a:latin typeface="Calibri"/>
              </a:rPr>
              <a:t>An Entity set is built by an Entity Type. Entity Set is the right end point to perform CURDQ operations</a:t>
            </a:r>
          </a:p>
          <a:p>
            <a:pPr marL="285750" indent="-285750" defTabSz="914126">
              <a:buFontTx/>
              <a:buChar char="-"/>
            </a:pPr>
            <a:r>
              <a:rPr lang="en-US" sz="1799" dirty="0">
                <a:solidFill>
                  <a:prstClr val="black"/>
                </a:solidFill>
                <a:latin typeface="Calibri"/>
              </a:rPr>
              <a:t>Entity Type describes the structure of the data – metadata</a:t>
            </a:r>
          </a:p>
          <a:p>
            <a:pPr marL="285750" indent="-285750" defTabSz="914126">
              <a:buFontTx/>
              <a:buChar char="-"/>
            </a:pPr>
            <a:endParaRPr lang="en-US" sz="1799" dirty="0">
              <a:solidFill>
                <a:prstClr val="black"/>
              </a:solidFill>
              <a:latin typeface="Calibri"/>
            </a:endParaRPr>
          </a:p>
          <a:p>
            <a:pPr defTabSz="914126"/>
            <a:r>
              <a:rPr lang="en-US" sz="1799" dirty="0">
                <a:solidFill>
                  <a:prstClr val="black"/>
                </a:solidFill>
                <a:latin typeface="Calibri"/>
                <a:hlinkClick r:id="rId4"/>
              </a:rPr>
              <a:t>https://services.odata.org/V3/Northwind/Northwind.svc/</a:t>
            </a:r>
            <a:endParaRPr lang="en-US" sz="1799" dirty="0">
              <a:solidFill>
                <a:prstClr val="black"/>
              </a:solidFill>
              <a:latin typeface="Calibri"/>
            </a:endParaRPr>
          </a:p>
          <a:p>
            <a:pPr defTabSz="914126"/>
            <a:endParaRPr lang="en-US" sz="1799" dirty="0">
              <a:solidFill>
                <a:prstClr val="black"/>
              </a:solidFill>
              <a:latin typeface="Calibri"/>
            </a:endParaRPr>
          </a:p>
          <a:p>
            <a:pPr defTabSz="914126"/>
            <a:r>
              <a:rPr lang="en-US" sz="1799" dirty="0">
                <a:solidFill>
                  <a:prstClr val="black"/>
                </a:solidFill>
                <a:latin typeface="Calibri"/>
              </a:rPr>
              <a:t>2. </a:t>
            </a:r>
            <a:r>
              <a:rPr lang="en-US" sz="1799" b="1" dirty="0">
                <a:solidFill>
                  <a:prstClr val="black"/>
                </a:solidFill>
                <a:latin typeface="Calibri"/>
              </a:rPr>
              <a:t>Service metadata document </a:t>
            </a:r>
            <a:r>
              <a:rPr lang="en-US" sz="1799" dirty="0">
                <a:solidFill>
                  <a:prstClr val="black"/>
                </a:solidFill>
                <a:latin typeface="Calibri"/>
              </a:rPr>
              <a:t>– describes all the properties and entity types</a:t>
            </a:r>
          </a:p>
          <a:p>
            <a:pPr defTabSz="914126"/>
            <a:r>
              <a:rPr lang="en-US" sz="1799" dirty="0">
                <a:solidFill>
                  <a:prstClr val="black"/>
                </a:solidFill>
                <a:latin typeface="Calibri"/>
              </a:rPr>
              <a:t>Which includes key, properties, attributes (nullable, key, max length, create), NavigationProperty</a:t>
            </a:r>
          </a:p>
          <a:p>
            <a:pPr defTabSz="914126"/>
            <a:r>
              <a:rPr lang="en-US" sz="1799" dirty="0">
                <a:solidFill>
                  <a:prstClr val="black"/>
                </a:solidFill>
                <a:latin typeface="Calibri"/>
              </a:rPr>
              <a:t>Also includes the relations between entities called </a:t>
            </a:r>
            <a:r>
              <a:rPr lang="en-US" sz="1799" b="1" dirty="0">
                <a:solidFill>
                  <a:prstClr val="black"/>
                </a:solidFill>
                <a:latin typeface="Calibri"/>
              </a:rPr>
              <a:t>association </a:t>
            </a:r>
            <a:r>
              <a:rPr lang="en-US" sz="1799" dirty="0">
                <a:solidFill>
                  <a:prstClr val="black"/>
                </a:solidFill>
                <a:latin typeface="Calibri"/>
              </a:rPr>
              <a:t>(compare with Foreign key)</a:t>
            </a:r>
          </a:p>
          <a:p>
            <a:pPr defTabSz="914126"/>
            <a:r>
              <a:rPr lang="en-US" sz="1799" dirty="0">
                <a:solidFill>
                  <a:prstClr val="black"/>
                </a:solidFill>
                <a:latin typeface="Calibri"/>
              </a:rPr>
              <a:t>Usually one database table is considered as one entity.</a:t>
            </a:r>
          </a:p>
          <a:p>
            <a:pPr defTabSz="914126"/>
            <a:endParaRPr lang="en-US" sz="1799" dirty="0">
              <a:solidFill>
                <a:prstClr val="black"/>
              </a:solidFill>
              <a:latin typeface="Calibri"/>
            </a:endParaRPr>
          </a:p>
          <a:p>
            <a:pPr defTabSz="914126"/>
            <a:r>
              <a:rPr lang="en-US" sz="1799" dirty="0">
                <a:solidFill>
                  <a:prstClr val="black"/>
                </a:solidFill>
                <a:latin typeface="Calibri"/>
                <a:hlinkClick r:id="rId5"/>
              </a:rPr>
              <a:t>https://services.odata.org/V3/Northwind/Northwind.svc/$metadata</a:t>
            </a:r>
            <a:endParaRPr lang="en-US" sz="1799" dirty="0">
              <a:solidFill>
                <a:prstClr val="black"/>
              </a:solidFill>
              <a:latin typeface="Calibri"/>
            </a:endParaRPr>
          </a:p>
          <a:p>
            <a:pPr defTabSz="914126"/>
            <a:endParaRPr lang="en-US" sz="1799" dirty="0">
              <a:solidFill>
                <a:prstClr val="black"/>
              </a:solidFill>
              <a:latin typeface="Calibri"/>
            </a:endParaRPr>
          </a:p>
          <a:p>
            <a:pPr defTabSz="914126"/>
            <a:r>
              <a:rPr lang="en-US" sz="1799" dirty="0">
                <a:solidFill>
                  <a:prstClr val="black"/>
                </a:solidFill>
                <a:latin typeface="Calibri"/>
                <a:hlinkClick r:id="rId6"/>
              </a:rPr>
              <a:t>https://chrome.google.com/webstore/detail/jsonview/chklaanhfefbnpoihckbnefhakgolnmc</a:t>
            </a:r>
            <a:endParaRPr lang="en-US" sz="1799" dirty="0">
              <a:solidFill>
                <a:prstClr val="black"/>
              </a:solidFill>
              <a:latin typeface="Calibri"/>
            </a:endParaRPr>
          </a:p>
          <a:p>
            <a:pPr defTabSz="914126"/>
            <a:r>
              <a:rPr lang="en-US" sz="1799" dirty="0">
                <a:solidFill>
                  <a:prstClr val="black"/>
                </a:solidFill>
                <a:latin typeface="Calibri"/>
                <a:hlinkClick r:id="rId7"/>
              </a:rPr>
              <a:t>https://chrome.google.com/webstore/detail/xml-tree/gbammbheopgpmaagmckhpjbfgdfkpadb</a:t>
            </a:r>
            <a:endParaRPr lang="en-US" sz="1799" dirty="0">
              <a:solidFill>
                <a:prstClr val="black"/>
              </a:solidFill>
              <a:latin typeface="Calibri"/>
            </a:endParaRPr>
          </a:p>
          <a:p>
            <a:endParaRPr lang="en-US"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544514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Structure </a:t>
            </a:r>
            <a:r>
              <a:rPr lang="en-US" sz="3600" b="1" i="0" dirty="0">
                <a:effectLst/>
                <a:latin typeface="Cooper Black" panose="0208090404030B020404" pitchFamily="18" charset="0"/>
              </a:rPr>
              <a:t>of an OData URL</a:t>
            </a:r>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r>
              <a:rPr lang="en-US" sz="1800" dirty="0"/>
              <a:t>http://stcfin.st.com:8021/sap/opu/odata/IWBEP/GWSAMPLE_BASIC/ProductSet?$format=json</a:t>
            </a:r>
          </a:p>
          <a:p>
            <a:endParaRPr lang="en-US"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extBox 5">
            <a:extLst>
              <a:ext uri="{FF2B5EF4-FFF2-40B4-BE49-F238E27FC236}">
                <a16:creationId xmlns:a16="http://schemas.microsoft.com/office/drawing/2014/main" id="{64800F8D-EE3A-4C4C-8D47-41C322824E2A}"/>
              </a:ext>
            </a:extLst>
          </p:cNvPr>
          <p:cNvSpPr txBox="1"/>
          <p:nvPr/>
        </p:nvSpPr>
        <p:spPr>
          <a:xfrm>
            <a:off x="286327" y="2142836"/>
            <a:ext cx="11841018" cy="830997"/>
          </a:xfrm>
          <a:prstGeom prst="rect">
            <a:avLst/>
          </a:prstGeom>
          <a:noFill/>
        </p:spPr>
        <p:txBody>
          <a:bodyPr wrap="square" rtlCol="0">
            <a:spAutoFit/>
          </a:bodyPr>
          <a:lstStyle/>
          <a:p>
            <a:r>
              <a:rPr lang="en-US" sz="2400" dirty="0"/>
              <a:t>http(s)://hostname:port/sap/opu/odata/sap/SERVICENAME_SRV/ENTITYSET?p1=val&amp;p2=</a:t>
            </a:r>
            <a:r>
              <a:rPr lang="en-US" sz="2400" dirty="0" err="1"/>
              <a:t>val</a:t>
            </a:r>
            <a:endParaRPr lang="en-US" sz="2400" dirty="0"/>
          </a:p>
          <a:p>
            <a:endParaRPr lang="en-IN" sz="2400" dirty="0"/>
          </a:p>
        </p:txBody>
      </p:sp>
      <p:sp>
        <p:nvSpPr>
          <p:cNvPr id="7" name="Left Brace 6">
            <a:extLst>
              <a:ext uri="{FF2B5EF4-FFF2-40B4-BE49-F238E27FC236}">
                <a16:creationId xmlns:a16="http://schemas.microsoft.com/office/drawing/2014/main" id="{2B296661-837B-4F76-85C8-DE13D4AB4CF5}"/>
              </a:ext>
            </a:extLst>
          </p:cNvPr>
          <p:cNvSpPr/>
          <p:nvPr/>
        </p:nvSpPr>
        <p:spPr>
          <a:xfrm rot="16200000">
            <a:off x="526543" y="2192984"/>
            <a:ext cx="424734" cy="93767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9" name="Left Brace 8">
            <a:extLst>
              <a:ext uri="{FF2B5EF4-FFF2-40B4-BE49-F238E27FC236}">
                <a16:creationId xmlns:a16="http://schemas.microsoft.com/office/drawing/2014/main" id="{B16662C1-6EB3-4D1D-81CB-B4E67795C7AC}"/>
              </a:ext>
            </a:extLst>
          </p:cNvPr>
          <p:cNvSpPr/>
          <p:nvPr/>
        </p:nvSpPr>
        <p:spPr>
          <a:xfrm rot="16200000">
            <a:off x="2179852" y="1749104"/>
            <a:ext cx="424734" cy="1865743"/>
          </a:xfrm>
          <a:prstGeom prst="leftBrace">
            <a:avLst>
              <a:gd name="adj1" fmla="val 14857"/>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0" name="Left Brace 9">
            <a:extLst>
              <a:ext uri="{FF2B5EF4-FFF2-40B4-BE49-F238E27FC236}">
                <a16:creationId xmlns:a16="http://schemas.microsoft.com/office/drawing/2014/main" id="{2931404F-E0D5-4E1A-B8E7-074345BBBB1C}"/>
              </a:ext>
            </a:extLst>
          </p:cNvPr>
          <p:cNvSpPr/>
          <p:nvPr/>
        </p:nvSpPr>
        <p:spPr>
          <a:xfrm rot="16200000">
            <a:off x="4427708" y="1484667"/>
            <a:ext cx="424734" cy="239462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1" name="Left Brace 10">
            <a:extLst>
              <a:ext uri="{FF2B5EF4-FFF2-40B4-BE49-F238E27FC236}">
                <a16:creationId xmlns:a16="http://schemas.microsoft.com/office/drawing/2014/main" id="{F914696D-8281-4E84-ADEF-C55BA5E06DEE}"/>
              </a:ext>
            </a:extLst>
          </p:cNvPr>
          <p:cNvSpPr/>
          <p:nvPr/>
        </p:nvSpPr>
        <p:spPr>
          <a:xfrm rot="16200000">
            <a:off x="6940005" y="1464511"/>
            <a:ext cx="424734" cy="239462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2" name="Left Brace 11">
            <a:extLst>
              <a:ext uri="{FF2B5EF4-FFF2-40B4-BE49-F238E27FC236}">
                <a16:creationId xmlns:a16="http://schemas.microsoft.com/office/drawing/2014/main" id="{A97A5547-0DFF-42A9-8872-D973EFF8D618}"/>
              </a:ext>
            </a:extLst>
          </p:cNvPr>
          <p:cNvSpPr/>
          <p:nvPr/>
        </p:nvSpPr>
        <p:spPr>
          <a:xfrm rot="16200000">
            <a:off x="8921203" y="1995607"/>
            <a:ext cx="424734" cy="133243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3" name="Left Brace 12">
            <a:extLst>
              <a:ext uri="{FF2B5EF4-FFF2-40B4-BE49-F238E27FC236}">
                <a16:creationId xmlns:a16="http://schemas.microsoft.com/office/drawing/2014/main" id="{29B92AAF-1803-4419-8740-B4EC3C348DD9}"/>
              </a:ext>
            </a:extLst>
          </p:cNvPr>
          <p:cNvSpPr/>
          <p:nvPr/>
        </p:nvSpPr>
        <p:spPr>
          <a:xfrm rot="16200000">
            <a:off x="10606928" y="1678722"/>
            <a:ext cx="424734" cy="200650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4" name="TextBox 13">
            <a:extLst>
              <a:ext uri="{FF2B5EF4-FFF2-40B4-BE49-F238E27FC236}">
                <a16:creationId xmlns:a16="http://schemas.microsoft.com/office/drawing/2014/main" id="{3D34BAEA-16A6-432A-A005-3DB654A24E47}"/>
              </a:ext>
            </a:extLst>
          </p:cNvPr>
          <p:cNvSpPr txBox="1"/>
          <p:nvPr/>
        </p:nvSpPr>
        <p:spPr>
          <a:xfrm>
            <a:off x="1625600" y="2844225"/>
            <a:ext cx="1597892" cy="369332"/>
          </a:xfrm>
          <a:prstGeom prst="rect">
            <a:avLst/>
          </a:prstGeom>
          <a:noFill/>
        </p:spPr>
        <p:txBody>
          <a:bodyPr wrap="square" rtlCol="0">
            <a:spAutoFit/>
          </a:bodyPr>
          <a:lstStyle/>
          <a:p>
            <a:r>
              <a:rPr lang="en-US" b="1" dirty="0"/>
              <a:t>Address</a:t>
            </a:r>
            <a:r>
              <a:rPr lang="en-US" sz="1600" b="1" dirty="0"/>
              <a:t> &amp; Port</a:t>
            </a:r>
            <a:endParaRPr lang="en-IN" sz="1600" b="1" dirty="0"/>
          </a:p>
        </p:txBody>
      </p:sp>
      <p:sp>
        <p:nvSpPr>
          <p:cNvPr id="15" name="TextBox 14">
            <a:extLst>
              <a:ext uri="{FF2B5EF4-FFF2-40B4-BE49-F238E27FC236}">
                <a16:creationId xmlns:a16="http://schemas.microsoft.com/office/drawing/2014/main" id="{CC97D53D-88BC-4A6A-BD81-41D0142542A3}"/>
              </a:ext>
            </a:extLst>
          </p:cNvPr>
          <p:cNvSpPr txBox="1"/>
          <p:nvPr/>
        </p:nvSpPr>
        <p:spPr>
          <a:xfrm>
            <a:off x="4145841" y="2922052"/>
            <a:ext cx="1266668" cy="369332"/>
          </a:xfrm>
          <a:prstGeom prst="rect">
            <a:avLst/>
          </a:prstGeom>
          <a:noFill/>
        </p:spPr>
        <p:txBody>
          <a:bodyPr wrap="square" rtlCol="0">
            <a:spAutoFit/>
          </a:bodyPr>
          <a:lstStyle/>
          <a:p>
            <a:r>
              <a:rPr lang="en-US" b="1" dirty="0"/>
              <a:t>Path prefix</a:t>
            </a:r>
            <a:endParaRPr lang="en-IN" b="1" dirty="0"/>
          </a:p>
        </p:txBody>
      </p:sp>
      <p:sp>
        <p:nvSpPr>
          <p:cNvPr id="16" name="TextBox 15">
            <a:extLst>
              <a:ext uri="{FF2B5EF4-FFF2-40B4-BE49-F238E27FC236}">
                <a16:creationId xmlns:a16="http://schemas.microsoft.com/office/drawing/2014/main" id="{883E2D83-60B9-4991-B0C0-16B04DE256CF}"/>
              </a:ext>
            </a:extLst>
          </p:cNvPr>
          <p:cNvSpPr txBox="1"/>
          <p:nvPr/>
        </p:nvSpPr>
        <p:spPr>
          <a:xfrm>
            <a:off x="6354617" y="2844225"/>
            <a:ext cx="1514765" cy="369332"/>
          </a:xfrm>
          <a:prstGeom prst="rect">
            <a:avLst/>
          </a:prstGeom>
          <a:noFill/>
        </p:spPr>
        <p:txBody>
          <a:bodyPr wrap="square" rtlCol="0">
            <a:spAutoFit/>
          </a:bodyPr>
          <a:lstStyle/>
          <a:p>
            <a:r>
              <a:rPr lang="en-US" b="1" dirty="0"/>
              <a:t>Service Name</a:t>
            </a:r>
            <a:endParaRPr lang="en-IN" b="1" dirty="0"/>
          </a:p>
        </p:txBody>
      </p:sp>
      <p:sp>
        <p:nvSpPr>
          <p:cNvPr id="17" name="TextBox 16">
            <a:extLst>
              <a:ext uri="{FF2B5EF4-FFF2-40B4-BE49-F238E27FC236}">
                <a16:creationId xmlns:a16="http://schemas.microsoft.com/office/drawing/2014/main" id="{53B780CA-DDD2-4AA2-8603-B7F83C382681}"/>
              </a:ext>
            </a:extLst>
          </p:cNvPr>
          <p:cNvSpPr txBox="1"/>
          <p:nvPr/>
        </p:nvSpPr>
        <p:spPr>
          <a:xfrm>
            <a:off x="7961745" y="2874189"/>
            <a:ext cx="2604655" cy="369332"/>
          </a:xfrm>
          <a:prstGeom prst="rect">
            <a:avLst/>
          </a:prstGeom>
          <a:noFill/>
        </p:spPr>
        <p:txBody>
          <a:bodyPr wrap="square" rtlCol="0">
            <a:spAutoFit/>
          </a:bodyPr>
          <a:lstStyle/>
          <a:p>
            <a:r>
              <a:rPr lang="en-US" b="1" dirty="0"/>
              <a:t>End Point Access Data</a:t>
            </a:r>
            <a:endParaRPr lang="en-IN" b="1" dirty="0"/>
          </a:p>
        </p:txBody>
      </p:sp>
      <p:sp>
        <p:nvSpPr>
          <p:cNvPr id="18" name="TextBox 17">
            <a:extLst>
              <a:ext uri="{FF2B5EF4-FFF2-40B4-BE49-F238E27FC236}">
                <a16:creationId xmlns:a16="http://schemas.microsoft.com/office/drawing/2014/main" id="{33698DF1-ED34-45BB-A39F-1423872685AD}"/>
              </a:ext>
            </a:extLst>
          </p:cNvPr>
          <p:cNvSpPr txBox="1"/>
          <p:nvPr/>
        </p:nvSpPr>
        <p:spPr>
          <a:xfrm>
            <a:off x="267681" y="2872083"/>
            <a:ext cx="1419068" cy="369332"/>
          </a:xfrm>
          <a:prstGeom prst="rect">
            <a:avLst/>
          </a:prstGeom>
          <a:noFill/>
        </p:spPr>
        <p:txBody>
          <a:bodyPr wrap="square" rtlCol="0">
            <a:spAutoFit/>
          </a:bodyPr>
          <a:lstStyle/>
          <a:p>
            <a:r>
              <a:rPr lang="en-US" b="1" dirty="0"/>
              <a:t>Protocol</a:t>
            </a:r>
            <a:endParaRPr lang="en-IN" b="1" dirty="0"/>
          </a:p>
        </p:txBody>
      </p:sp>
      <p:pic>
        <p:nvPicPr>
          <p:cNvPr id="19" name="Picture 4">
            <a:extLst>
              <a:ext uri="{FF2B5EF4-FFF2-40B4-BE49-F238E27FC236}">
                <a16:creationId xmlns:a16="http://schemas.microsoft.com/office/drawing/2014/main" id="{BC19D8B4-BEAE-4CDD-B523-1B9D5201FF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617" y="3396462"/>
            <a:ext cx="4356892" cy="3267669"/>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1E8214A8-7E89-400F-B11F-0934EA2C2656}"/>
              </a:ext>
            </a:extLst>
          </p:cNvPr>
          <p:cNvSpPr txBox="1"/>
          <p:nvPr/>
        </p:nvSpPr>
        <p:spPr>
          <a:xfrm>
            <a:off x="10363199" y="2922052"/>
            <a:ext cx="1734178" cy="369332"/>
          </a:xfrm>
          <a:prstGeom prst="rect">
            <a:avLst/>
          </a:prstGeom>
          <a:noFill/>
        </p:spPr>
        <p:txBody>
          <a:bodyPr wrap="square" rtlCol="0">
            <a:spAutoFit/>
          </a:bodyPr>
          <a:lstStyle/>
          <a:p>
            <a:r>
              <a:rPr lang="en-US" b="1" dirty="0"/>
              <a:t>Query Options</a:t>
            </a:r>
            <a:endParaRPr lang="en-IN" b="1" dirty="0"/>
          </a:p>
        </p:txBody>
      </p:sp>
    </p:spTree>
    <p:extLst>
      <p:ext uri="{BB962C8B-B14F-4D97-AF65-F5344CB8AC3E}">
        <p14:creationId xmlns:p14="http://schemas.microsoft.com/office/powerpoint/2010/main" val="817331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dirty="0">
                <a:latin typeface="Cooper Black" panose="0208090404030B020404" pitchFamily="18" charset="0"/>
              </a:rPr>
              <a:t>Client Side Query with OData</a:t>
            </a:r>
            <a:endParaRPr lang="en-IN" sz="3600" b="0" i="0" dirty="0">
              <a:effectLst/>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grpSp>
        <p:nvGrpSpPr>
          <p:cNvPr id="6" name="Group 5">
            <a:extLst>
              <a:ext uri="{FF2B5EF4-FFF2-40B4-BE49-F238E27FC236}">
                <a16:creationId xmlns:a16="http://schemas.microsoft.com/office/drawing/2014/main" id="{E7A93411-92DE-4248-A567-CAD146852EB9}"/>
              </a:ext>
            </a:extLst>
          </p:cNvPr>
          <p:cNvGrpSpPr/>
          <p:nvPr/>
        </p:nvGrpSpPr>
        <p:grpSpPr>
          <a:xfrm>
            <a:off x="3042071" y="941652"/>
            <a:ext cx="4996318" cy="5214620"/>
            <a:chOff x="3346437" y="985720"/>
            <a:chExt cx="5495950" cy="5736082"/>
          </a:xfrm>
        </p:grpSpPr>
        <p:sp>
          <p:nvSpPr>
            <p:cNvPr id="7" name="Freeform: Shape 6">
              <a:extLst>
                <a:ext uri="{FF2B5EF4-FFF2-40B4-BE49-F238E27FC236}">
                  <a16:creationId xmlns:a16="http://schemas.microsoft.com/office/drawing/2014/main" id="{5C6AEF9B-6A7C-4521-A041-896C47BFCB19}"/>
                </a:ext>
              </a:extLst>
            </p:cNvPr>
            <p:cNvSpPr/>
            <p:nvPr/>
          </p:nvSpPr>
          <p:spPr>
            <a:xfrm>
              <a:off x="6934200" y="2887979"/>
              <a:ext cx="708660" cy="407215"/>
            </a:xfrm>
            <a:custGeom>
              <a:avLst/>
              <a:gdLst>
                <a:gd name="connsiteX0" fmla="*/ 3063240 w 3063240"/>
                <a:gd name="connsiteY0" fmla="*/ 0 h 1760220"/>
                <a:gd name="connsiteX1" fmla="*/ 0 w 3063240"/>
                <a:gd name="connsiteY1" fmla="*/ 1760220 h 1760220"/>
              </a:gdLst>
              <a:ahLst/>
              <a:cxnLst>
                <a:cxn ang="0">
                  <a:pos x="connsiteX0" y="connsiteY0"/>
                </a:cxn>
                <a:cxn ang="0">
                  <a:pos x="connsiteX1" y="connsiteY1"/>
                </a:cxn>
              </a:cxnLst>
              <a:rect l="l" t="t" r="r" b="b"/>
              <a:pathLst>
                <a:path w="3063240" h="1760220">
                  <a:moveTo>
                    <a:pt x="3063240" y="0"/>
                  </a:moveTo>
                  <a:lnTo>
                    <a:pt x="0" y="1760220"/>
                  </a:lnTo>
                </a:path>
              </a:pathLst>
            </a:custGeom>
            <a:ln w="57150">
              <a:solidFill>
                <a:schemeClr val="accent2"/>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solidFill>
                  <a:schemeClr val="tx1"/>
                </a:solidFill>
              </a:endParaRPr>
            </a:p>
          </p:txBody>
        </p:sp>
        <p:sp>
          <p:nvSpPr>
            <p:cNvPr id="9" name="Freeform: Shape 8">
              <a:extLst>
                <a:ext uri="{FF2B5EF4-FFF2-40B4-BE49-F238E27FC236}">
                  <a16:creationId xmlns:a16="http://schemas.microsoft.com/office/drawing/2014/main" id="{DA4CCC12-607D-40C0-9EAF-C0B67968155E}"/>
                </a:ext>
              </a:extLst>
            </p:cNvPr>
            <p:cNvSpPr/>
            <p:nvPr/>
          </p:nvSpPr>
          <p:spPr>
            <a:xfrm>
              <a:off x="4537583" y="4265941"/>
              <a:ext cx="708660" cy="407215"/>
            </a:xfrm>
            <a:custGeom>
              <a:avLst/>
              <a:gdLst>
                <a:gd name="connsiteX0" fmla="*/ 3063240 w 3063240"/>
                <a:gd name="connsiteY0" fmla="*/ 0 h 1760220"/>
                <a:gd name="connsiteX1" fmla="*/ 0 w 3063240"/>
                <a:gd name="connsiteY1" fmla="*/ 1760220 h 1760220"/>
              </a:gdLst>
              <a:ahLst/>
              <a:cxnLst>
                <a:cxn ang="0">
                  <a:pos x="connsiteX0" y="connsiteY0"/>
                </a:cxn>
                <a:cxn ang="0">
                  <a:pos x="connsiteX1" y="connsiteY1"/>
                </a:cxn>
              </a:cxnLst>
              <a:rect l="l" t="t" r="r" b="b"/>
              <a:pathLst>
                <a:path w="3063240" h="1760220">
                  <a:moveTo>
                    <a:pt x="3063240" y="0"/>
                  </a:moveTo>
                  <a:lnTo>
                    <a:pt x="0" y="1760220"/>
                  </a:lnTo>
                </a:path>
              </a:pathLst>
            </a:custGeom>
            <a:ln w="57150">
              <a:solidFill>
                <a:schemeClr val="accent5"/>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p>
          </p:txBody>
        </p:sp>
        <p:sp>
          <p:nvSpPr>
            <p:cNvPr id="10" name="Freeform: Shape 9">
              <a:extLst>
                <a:ext uri="{FF2B5EF4-FFF2-40B4-BE49-F238E27FC236}">
                  <a16:creationId xmlns:a16="http://schemas.microsoft.com/office/drawing/2014/main" id="{D9F59C89-4A25-45F2-8BF7-FADC86429667}"/>
                </a:ext>
              </a:extLst>
            </p:cNvPr>
            <p:cNvSpPr/>
            <p:nvPr/>
          </p:nvSpPr>
          <p:spPr>
            <a:xfrm>
              <a:off x="4451350" y="3009900"/>
              <a:ext cx="704850" cy="374650"/>
            </a:xfrm>
            <a:custGeom>
              <a:avLst/>
              <a:gdLst>
                <a:gd name="connsiteX0" fmla="*/ 0 w 3219450"/>
                <a:gd name="connsiteY0" fmla="*/ 0 h 1708150"/>
                <a:gd name="connsiteX1" fmla="*/ 3219450 w 3219450"/>
                <a:gd name="connsiteY1" fmla="*/ 1708150 h 1708150"/>
              </a:gdLst>
              <a:ahLst/>
              <a:cxnLst>
                <a:cxn ang="0">
                  <a:pos x="connsiteX0" y="connsiteY0"/>
                </a:cxn>
                <a:cxn ang="0">
                  <a:pos x="connsiteX1" y="connsiteY1"/>
                </a:cxn>
              </a:cxnLst>
              <a:rect l="l" t="t" r="r" b="b"/>
              <a:pathLst>
                <a:path w="3219450" h="1708150">
                  <a:moveTo>
                    <a:pt x="0" y="0"/>
                  </a:moveTo>
                  <a:lnTo>
                    <a:pt x="3219450" y="1708150"/>
                  </a:lnTo>
                </a:path>
              </a:pathLst>
            </a:custGeom>
            <a:ln w="57150">
              <a:solidFill>
                <a:schemeClr val="accent6"/>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solidFill>
                  <a:schemeClr val="tx1"/>
                </a:solidFill>
              </a:endParaRPr>
            </a:p>
          </p:txBody>
        </p:sp>
        <p:sp>
          <p:nvSpPr>
            <p:cNvPr id="11" name="Freeform 5">
              <a:extLst>
                <a:ext uri="{FF2B5EF4-FFF2-40B4-BE49-F238E27FC236}">
                  <a16:creationId xmlns:a16="http://schemas.microsoft.com/office/drawing/2014/main" id="{6BC636AB-0044-476D-8F58-3F31A9633591}"/>
                </a:ext>
              </a:extLst>
            </p:cNvPr>
            <p:cNvSpPr>
              <a:spLocks/>
            </p:cNvSpPr>
            <p:nvPr/>
          </p:nvSpPr>
          <p:spPr bwMode="gray">
            <a:xfrm rot="1819435">
              <a:off x="6390581" y="3082953"/>
              <a:ext cx="915458" cy="667198"/>
            </a:xfrm>
            <a:custGeom>
              <a:avLst/>
              <a:gdLst>
                <a:gd name="T0" fmla="*/ 0 w 1511"/>
                <a:gd name="T1" fmla="*/ 0 h 1090"/>
                <a:gd name="T2" fmla="*/ 1511 w 1511"/>
                <a:gd name="T3" fmla="*/ 872 h 1090"/>
                <a:gd name="T4" fmla="*/ 1133 w 1511"/>
                <a:gd name="T5" fmla="*/ 1090 h 1090"/>
                <a:gd name="T6" fmla="*/ 0 w 1511"/>
                <a:gd name="T7" fmla="*/ 436 h 1090"/>
                <a:gd name="T8" fmla="*/ 0 w 1511"/>
                <a:gd name="T9" fmla="*/ 0 h 1090"/>
              </a:gdLst>
              <a:ahLst/>
              <a:cxnLst>
                <a:cxn ang="0">
                  <a:pos x="T0" y="T1"/>
                </a:cxn>
                <a:cxn ang="0">
                  <a:pos x="T2" y="T3"/>
                </a:cxn>
                <a:cxn ang="0">
                  <a:pos x="T4" y="T5"/>
                </a:cxn>
                <a:cxn ang="0">
                  <a:pos x="T6" y="T7"/>
                </a:cxn>
                <a:cxn ang="0">
                  <a:pos x="T8" y="T9"/>
                </a:cxn>
              </a:cxnLst>
              <a:rect l="0" t="0" r="r" b="b"/>
              <a:pathLst>
                <a:path w="1511" h="1090">
                  <a:moveTo>
                    <a:pt x="0" y="0"/>
                  </a:moveTo>
                  <a:cubicBezTo>
                    <a:pt x="623" y="0"/>
                    <a:pt x="1199" y="332"/>
                    <a:pt x="1511" y="872"/>
                  </a:cubicBezTo>
                  <a:lnTo>
                    <a:pt x="1133" y="1090"/>
                  </a:lnTo>
                  <a:cubicBezTo>
                    <a:pt x="899" y="685"/>
                    <a:pt x="467" y="436"/>
                    <a:pt x="0" y="436"/>
                  </a:cubicBezTo>
                  <a:lnTo>
                    <a:pt x="0" y="0"/>
                  </a:lnTo>
                  <a:close/>
                </a:path>
              </a:pathLst>
            </a:custGeom>
            <a:solidFill>
              <a:schemeClr val="accent2"/>
            </a:solid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sz="2000"/>
            </a:p>
          </p:txBody>
        </p:sp>
        <p:sp>
          <p:nvSpPr>
            <p:cNvPr id="12" name="Freeform 7">
              <a:extLst>
                <a:ext uri="{FF2B5EF4-FFF2-40B4-BE49-F238E27FC236}">
                  <a16:creationId xmlns:a16="http://schemas.microsoft.com/office/drawing/2014/main" id="{93EF2DE3-6934-456D-86AD-8E6F3E5C4CD8}"/>
                </a:ext>
              </a:extLst>
            </p:cNvPr>
            <p:cNvSpPr>
              <a:spLocks/>
            </p:cNvSpPr>
            <p:nvPr/>
          </p:nvSpPr>
          <p:spPr bwMode="gray">
            <a:xfrm rot="1819435">
              <a:off x="6645153" y="3737774"/>
              <a:ext cx="418939" cy="1070621"/>
            </a:xfrm>
            <a:custGeom>
              <a:avLst/>
              <a:gdLst>
                <a:gd name="T0" fmla="*/ 378 w 689"/>
                <a:gd name="T1" fmla="*/ 0 h 1745"/>
                <a:gd name="T2" fmla="*/ 378 w 689"/>
                <a:gd name="T3" fmla="*/ 1745 h 1745"/>
                <a:gd name="T4" fmla="*/ 0 w 689"/>
                <a:gd name="T5" fmla="*/ 1527 h 1745"/>
                <a:gd name="T6" fmla="*/ 0 w 689"/>
                <a:gd name="T7" fmla="*/ 218 h 1745"/>
                <a:gd name="T8" fmla="*/ 378 w 689"/>
                <a:gd name="T9" fmla="*/ 0 h 1745"/>
              </a:gdLst>
              <a:ahLst/>
              <a:cxnLst>
                <a:cxn ang="0">
                  <a:pos x="T0" y="T1"/>
                </a:cxn>
                <a:cxn ang="0">
                  <a:pos x="T2" y="T3"/>
                </a:cxn>
                <a:cxn ang="0">
                  <a:pos x="T4" y="T5"/>
                </a:cxn>
                <a:cxn ang="0">
                  <a:pos x="T6" y="T7"/>
                </a:cxn>
                <a:cxn ang="0">
                  <a:pos x="T8" y="T9"/>
                </a:cxn>
              </a:cxnLst>
              <a:rect l="0" t="0" r="r" b="b"/>
              <a:pathLst>
                <a:path w="689" h="1745">
                  <a:moveTo>
                    <a:pt x="378" y="0"/>
                  </a:moveTo>
                  <a:cubicBezTo>
                    <a:pt x="689" y="540"/>
                    <a:pt x="689" y="1205"/>
                    <a:pt x="378" y="1745"/>
                  </a:cubicBezTo>
                  <a:lnTo>
                    <a:pt x="0" y="1527"/>
                  </a:lnTo>
                  <a:cubicBezTo>
                    <a:pt x="234" y="1122"/>
                    <a:pt x="234" y="623"/>
                    <a:pt x="0" y="218"/>
                  </a:cubicBezTo>
                  <a:lnTo>
                    <a:pt x="378" y="0"/>
                  </a:lnTo>
                  <a:close/>
                </a:path>
              </a:pathLst>
            </a:custGeom>
            <a:solidFill>
              <a:schemeClr val="accent3"/>
            </a:solid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sz="2000"/>
            </a:p>
          </p:txBody>
        </p:sp>
        <p:sp>
          <p:nvSpPr>
            <p:cNvPr id="13" name="Freeform 9">
              <a:extLst>
                <a:ext uri="{FF2B5EF4-FFF2-40B4-BE49-F238E27FC236}">
                  <a16:creationId xmlns:a16="http://schemas.microsoft.com/office/drawing/2014/main" id="{C2561166-78F8-4EE1-9C7B-EF01C8FCF793}"/>
                </a:ext>
              </a:extLst>
            </p:cNvPr>
            <p:cNvSpPr>
              <a:spLocks/>
            </p:cNvSpPr>
            <p:nvPr/>
          </p:nvSpPr>
          <p:spPr bwMode="gray">
            <a:xfrm rot="1819435">
              <a:off x="5647660" y="4352229"/>
              <a:ext cx="915458" cy="668922"/>
            </a:xfrm>
            <a:custGeom>
              <a:avLst/>
              <a:gdLst>
                <a:gd name="T0" fmla="*/ 1511 w 1511"/>
                <a:gd name="T1" fmla="*/ 218 h 1090"/>
                <a:gd name="T2" fmla="*/ 0 w 1511"/>
                <a:gd name="T3" fmla="*/ 1090 h 1090"/>
                <a:gd name="T4" fmla="*/ 0 w 1511"/>
                <a:gd name="T5" fmla="*/ 654 h 1090"/>
                <a:gd name="T6" fmla="*/ 1133 w 1511"/>
                <a:gd name="T7" fmla="*/ 0 h 1090"/>
                <a:gd name="T8" fmla="*/ 1511 w 1511"/>
                <a:gd name="T9" fmla="*/ 218 h 1090"/>
              </a:gdLst>
              <a:ahLst/>
              <a:cxnLst>
                <a:cxn ang="0">
                  <a:pos x="T0" y="T1"/>
                </a:cxn>
                <a:cxn ang="0">
                  <a:pos x="T2" y="T3"/>
                </a:cxn>
                <a:cxn ang="0">
                  <a:pos x="T4" y="T5"/>
                </a:cxn>
                <a:cxn ang="0">
                  <a:pos x="T6" y="T7"/>
                </a:cxn>
                <a:cxn ang="0">
                  <a:pos x="T8" y="T9"/>
                </a:cxn>
              </a:cxnLst>
              <a:rect l="0" t="0" r="r" b="b"/>
              <a:pathLst>
                <a:path w="1511" h="1090">
                  <a:moveTo>
                    <a:pt x="1511" y="218"/>
                  </a:moveTo>
                  <a:cubicBezTo>
                    <a:pt x="1199" y="758"/>
                    <a:pt x="623" y="1090"/>
                    <a:pt x="0" y="1090"/>
                  </a:cubicBezTo>
                  <a:lnTo>
                    <a:pt x="0" y="654"/>
                  </a:lnTo>
                  <a:cubicBezTo>
                    <a:pt x="467" y="654"/>
                    <a:pt x="899" y="405"/>
                    <a:pt x="1133" y="0"/>
                  </a:cubicBezTo>
                  <a:lnTo>
                    <a:pt x="1511" y="218"/>
                  </a:lnTo>
                  <a:close/>
                </a:path>
              </a:pathLst>
            </a:custGeom>
            <a:solidFill>
              <a:schemeClr val="accent4"/>
            </a:solid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sz="2000"/>
            </a:p>
          </p:txBody>
        </p:sp>
        <p:sp>
          <p:nvSpPr>
            <p:cNvPr id="14" name="Freeform 11">
              <a:extLst>
                <a:ext uri="{FF2B5EF4-FFF2-40B4-BE49-F238E27FC236}">
                  <a16:creationId xmlns:a16="http://schemas.microsoft.com/office/drawing/2014/main" id="{0E9BE26E-A9C0-4117-8042-F695C6AE8CE2}"/>
                </a:ext>
              </a:extLst>
            </p:cNvPr>
            <p:cNvSpPr>
              <a:spLocks/>
            </p:cNvSpPr>
            <p:nvPr/>
          </p:nvSpPr>
          <p:spPr bwMode="gray">
            <a:xfrm rot="1819435">
              <a:off x="4857451" y="3890026"/>
              <a:ext cx="915458" cy="668922"/>
            </a:xfrm>
            <a:custGeom>
              <a:avLst/>
              <a:gdLst>
                <a:gd name="T0" fmla="*/ 1511 w 1511"/>
                <a:gd name="T1" fmla="*/ 1090 h 1090"/>
                <a:gd name="T2" fmla="*/ 0 w 1511"/>
                <a:gd name="T3" fmla="*/ 218 h 1090"/>
                <a:gd name="T4" fmla="*/ 378 w 1511"/>
                <a:gd name="T5" fmla="*/ 0 h 1090"/>
                <a:gd name="T6" fmla="*/ 1511 w 1511"/>
                <a:gd name="T7" fmla="*/ 654 h 1090"/>
                <a:gd name="T8" fmla="*/ 1511 w 1511"/>
                <a:gd name="T9" fmla="*/ 1090 h 1090"/>
              </a:gdLst>
              <a:ahLst/>
              <a:cxnLst>
                <a:cxn ang="0">
                  <a:pos x="T0" y="T1"/>
                </a:cxn>
                <a:cxn ang="0">
                  <a:pos x="T2" y="T3"/>
                </a:cxn>
                <a:cxn ang="0">
                  <a:pos x="T4" y="T5"/>
                </a:cxn>
                <a:cxn ang="0">
                  <a:pos x="T6" y="T7"/>
                </a:cxn>
                <a:cxn ang="0">
                  <a:pos x="T8" y="T9"/>
                </a:cxn>
              </a:cxnLst>
              <a:rect l="0" t="0" r="r" b="b"/>
              <a:pathLst>
                <a:path w="1511" h="1090">
                  <a:moveTo>
                    <a:pt x="1511" y="1090"/>
                  </a:moveTo>
                  <a:cubicBezTo>
                    <a:pt x="887" y="1090"/>
                    <a:pt x="311" y="758"/>
                    <a:pt x="0" y="218"/>
                  </a:cubicBezTo>
                  <a:lnTo>
                    <a:pt x="378" y="0"/>
                  </a:lnTo>
                  <a:cubicBezTo>
                    <a:pt x="611" y="405"/>
                    <a:pt x="1043" y="654"/>
                    <a:pt x="1511" y="654"/>
                  </a:cubicBezTo>
                  <a:lnTo>
                    <a:pt x="1511" y="1090"/>
                  </a:lnTo>
                  <a:close/>
                </a:path>
              </a:pathLst>
            </a:custGeom>
            <a:solidFill>
              <a:schemeClr val="accent5"/>
            </a:solid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sz="2000"/>
            </a:p>
          </p:txBody>
        </p:sp>
        <p:sp>
          <p:nvSpPr>
            <p:cNvPr id="15" name="Freeform 13">
              <a:extLst>
                <a:ext uri="{FF2B5EF4-FFF2-40B4-BE49-F238E27FC236}">
                  <a16:creationId xmlns:a16="http://schemas.microsoft.com/office/drawing/2014/main" id="{CB565D45-AD97-4B0A-957F-195955CA201F}"/>
                </a:ext>
              </a:extLst>
            </p:cNvPr>
            <p:cNvSpPr>
              <a:spLocks/>
            </p:cNvSpPr>
            <p:nvPr/>
          </p:nvSpPr>
          <p:spPr bwMode="gray">
            <a:xfrm rot="1819435">
              <a:off x="5098962" y="2833388"/>
              <a:ext cx="418939" cy="1070621"/>
            </a:xfrm>
            <a:custGeom>
              <a:avLst/>
              <a:gdLst>
                <a:gd name="T0" fmla="*/ 312 w 690"/>
                <a:gd name="T1" fmla="*/ 1745 h 1745"/>
                <a:gd name="T2" fmla="*/ 312 w 690"/>
                <a:gd name="T3" fmla="*/ 0 h 1745"/>
                <a:gd name="T4" fmla="*/ 690 w 690"/>
                <a:gd name="T5" fmla="*/ 218 h 1745"/>
                <a:gd name="T6" fmla="*/ 690 w 690"/>
                <a:gd name="T7" fmla="*/ 1527 h 1745"/>
                <a:gd name="T8" fmla="*/ 312 w 690"/>
                <a:gd name="T9" fmla="*/ 1745 h 1745"/>
              </a:gdLst>
              <a:ahLst/>
              <a:cxnLst>
                <a:cxn ang="0">
                  <a:pos x="T0" y="T1"/>
                </a:cxn>
                <a:cxn ang="0">
                  <a:pos x="T2" y="T3"/>
                </a:cxn>
                <a:cxn ang="0">
                  <a:pos x="T4" y="T5"/>
                </a:cxn>
                <a:cxn ang="0">
                  <a:pos x="T6" y="T7"/>
                </a:cxn>
                <a:cxn ang="0">
                  <a:pos x="T8" y="T9"/>
                </a:cxn>
              </a:cxnLst>
              <a:rect l="0" t="0" r="r" b="b"/>
              <a:pathLst>
                <a:path w="690" h="1745">
                  <a:moveTo>
                    <a:pt x="312" y="1745"/>
                  </a:moveTo>
                  <a:cubicBezTo>
                    <a:pt x="0" y="1205"/>
                    <a:pt x="0" y="540"/>
                    <a:pt x="312" y="0"/>
                  </a:cubicBezTo>
                  <a:lnTo>
                    <a:pt x="690" y="218"/>
                  </a:lnTo>
                  <a:cubicBezTo>
                    <a:pt x="456" y="623"/>
                    <a:pt x="456" y="1122"/>
                    <a:pt x="690" y="1527"/>
                  </a:cubicBezTo>
                  <a:lnTo>
                    <a:pt x="312" y="1745"/>
                  </a:lnTo>
                  <a:close/>
                </a:path>
              </a:pathLst>
            </a:custGeom>
            <a:solidFill>
              <a:schemeClr val="accent6"/>
            </a:solid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sz="2000"/>
            </a:p>
          </p:txBody>
        </p:sp>
        <p:sp>
          <p:nvSpPr>
            <p:cNvPr id="16" name="Freeform 15">
              <a:extLst>
                <a:ext uri="{FF2B5EF4-FFF2-40B4-BE49-F238E27FC236}">
                  <a16:creationId xmlns:a16="http://schemas.microsoft.com/office/drawing/2014/main" id="{D3719B04-7D26-49E0-AA4E-BD5234802EAC}"/>
                </a:ext>
              </a:extLst>
            </p:cNvPr>
            <p:cNvSpPr>
              <a:spLocks/>
            </p:cNvSpPr>
            <p:nvPr/>
          </p:nvSpPr>
          <p:spPr bwMode="gray">
            <a:xfrm rot="1819435">
              <a:off x="5600372" y="2620749"/>
              <a:ext cx="915458" cy="667198"/>
            </a:xfrm>
            <a:custGeom>
              <a:avLst/>
              <a:gdLst>
                <a:gd name="T0" fmla="*/ 0 w 1511"/>
                <a:gd name="T1" fmla="*/ 872 h 1090"/>
                <a:gd name="T2" fmla="*/ 1511 w 1511"/>
                <a:gd name="T3" fmla="*/ 0 h 1090"/>
                <a:gd name="T4" fmla="*/ 1511 w 1511"/>
                <a:gd name="T5" fmla="*/ 436 h 1090"/>
                <a:gd name="T6" fmla="*/ 378 w 1511"/>
                <a:gd name="T7" fmla="*/ 1090 h 1090"/>
                <a:gd name="T8" fmla="*/ 0 w 1511"/>
                <a:gd name="T9" fmla="*/ 872 h 1090"/>
              </a:gdLst>
              <a:ahLst/>
              <a:cxnLst>
                <a:cxn ang="0">
                  <a:pos x="T0" y="T1"/>
                </a:cxn>
                <a:cxn ang="0">
                  <a:pos x="T2" y="T3"/>
                </a:cxn>
                <a:cxn ang="0">
                  <a:pos x="T4" y="T5"/>
                </a:cxn>
                <a:cxn ang="0">
                  <a:pos x="T6" y="T7"/>
                </a:cxn>
                <a:cxn ang="0">
                  <a:pos x="T8" y="T9"/>
                </a:cxn>
              </a:cxnLst>
              <a:rect l="0" t="0" r="r" b="b"/>
              <a:pathLst>
                <a:path w="1511" h="1090">
                  <a:moveTo>
                    <a:pt x="0" y="872"/>
                  </a:moveTo>
                  <a:cubicBezTo>
                    <a:pt x="311" y="332"/>
                    <a:pt x="887" y="0"/>
                    <a:pt x="1511" y="0"/>
                  </a:cubicBezTo>
                  <a:lnTo>
                    <a:pt x="1511" y="436"/>
                  </a:lnTo>
                  <a:cubicBezTo>
                    <a:pt x="1043" y="436"/>
                    <a:pt x="611" y="685"/>
                    <a:pt x="378" y="1090"/>
                  </a:cubicBezTo>
                  <a:lnTo>
                    <a:pt x="0" y="872"/>
                  </a:lnTo>
                  <a:close/>
                </a:path>
              </a:pathLst>
            </a:custGeom>
            <a:solidFill>
              <a:schemeClr val="accent1"/>
            </a:solid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sz="2000"/>
            </a:p>
          </p:txBody>
        </p:sp>
        <p:sp>
          <p:nvSpPr>
            <p:cNvPr id="17" name="Oval 16">
              <a:extLst>
                <a:ext uri="{FF2B5EF4-FFF2-40B4-BE49-F238E27FC236}">
                  <a16:creationId xmlns:a16="http://schemas.microsoft.com/office/drawing/2014/main" id="{C5BE5EE8-2A43-45BE-AD02-844048EAFCB3}"/>
                </a:ext>
              </a:extLst>
            </p:cNvPr>
            <p:cNvSpPr/>
            <p:nvPr/>
          </p:nvSpPr>
          <p:spPr bwMode="gray">
            <a:xfrm>
              <a:off x="5177310" y="2916515"/>
              <a:ext cx="1808870" cy="1808870"/>
            </a:xfrm>
            <a:prstGeom prst="ellipse">
              <a:avLst/>
            </a:prstGeom>
            <a:solidFill>
              <a:schemeClr val="tx1">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18" name="Oval 17">
              <a:extLst>
                <a:ext uri="{FF2B5EF4-FFF2-40B4-BE49-F238E27FC236}">
                  <a16:creationId xmlns:a16="http://schemas.microsoft.com/office/drawing/2014/main" id="{A86A63C4-2297-4D34-92CE-432C9E8573F2}"/>
                </a:ext>
              </a:extLst>
            </p:cNvPr>
            <p:cNvSpPr/>
            <p:nvPr/>
          </p:nvSpPr>
          <p:spPr bwMode="gray">
            <a:xfrm>
              <a:off x="5295773" y="3022978"/>
              <a:ext cx="1597279" cy="159727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cxnSp>
          <p:nvCxnSpPr>
            <p:cNvPr id="19" name="Straight Connector 18">
              <a:extLst>
                <a:ext uri="{FF2B5EF4-FFF2-40B4-BE49-F238E27FC236}">
                  <a16:creationId xmlns:a16="http://schemas.microsoft.com/office/drawing/2014/main" id="{198F9D7C-CAF1-491E-8C1D-19B8D2FC0B7D}"/>
                </a:ext>
              </a:extLst>
            </p:cNvPr>
            <p:cNvCxnSpPr>
              <a:cxnSpLocks/>
            </p:cNvCxnSpPr>
            <p:nvPr/>
          </p:nvCxnSpPr>
          <p:spPr bwMode="gray">
            <a:xfrm>
              <a:off x="6081745" y="4759669"/>
              <a:ext cx="0" cy="72015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E2D9D2F-6981-4C77-9E37-AC2279EB90F1}"/>
                </a:ext>
              </a:extLst>
            </p:cNvPr>
            <p:cNvCxnSpPr>
              <a:cxnSpLocks/>
            </p:cNvCxnSpPr>
            <p:nvPr/>
          </p:nvCxnSpPr>
          <p:spPr bwMode="gray">
            <a:xfrm>
              <a:off x="6081745" y="2137350"/>
              <a:ext cx="0" cy="72015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Arc 22">
              <a:extLst>
                <a:ext uri="{FF2B5EF4-FFF2-40B4-BE49-F238E27FC236}">
                  <a16:creationId xmlns:a16="http://schemas.microsoft.com/office/drawing/2014/main" id="{5D4A882F-1186-4399-9B29-3877DA55BFF2}"/>
                </a:ext>
              </a:extLst>
            </p:cNvPr>
            <p:cNvSpPr/>
            <p:nvPr/>
          </p:nvSpPr>
          <p:spPr bwMode="gray">
            <a:xfrm>
              <a:off x="3749668" y="1489650"/>
              <a:ext cx="4664155" cy="4662600"/>
            </a:xfrm>
            <a:prstGeom prst="arc">
              <a:avLst>
                <a:gd name="adj1" fmla="val 17044526"/>
                <a:gd name="adj2" fmla="val 19183544"/>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p>
          </p:txBody>
        </p:sp>
        <p:sp>
          <p:nvSpPr>
            <p:cNvPr id="24" name="Arc 23">
              <a:extLst>
                <a:ext uri="{FF2B5EF4-FFF2-40B4-BE49-F238E27FC236}">
                  <a16:creationId xmlns:a16="http://schemas.microsoft.com/office/drawing/2014/main" id="{5DFBD9F7-F41D-4FC7-816E-0140B263E72A}"/>
                </a:ext>
              </a:extLst>
            </p:cNvPr>
            <p:cNvSpPr/>
            <p:nvPr/>
          </p:nvSpPr>
          <p:spPr bwMode="gray">
            <a:xfrm>
              <a:off x="3749668" y="1489650"/>
              <a:ext cx="4664155" cy="4662600"/>
            </a:xfrm>
            <a:prstGeom prst="arc">
              <a:avLst>
                <a:gd name="adj1" fmla="val 20708598"/>
                <a:gd name="adj2" fmla="val 883275"/>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p>
          </p:txBody>
        </p:sp>
        <p:sp>
          <p:nvSpPr>
            <p:cNvPr id="25" name="Arc 24">
              <a:extLst>
                <a:ext uri="{FF2B5EF4-FFF2-40B4-BE49-F238E27FC236}">
                  <a16:creationId xmlns:a16="http://schemas.microsoft.com/office/drawing/2014/main" id="{D867BECD-5377-43A1-8807-81A6ACF6EFA7}"/>
                </a:ext>
              </a:extLst>
            </p:cNvPr>
            <p:cNvSpPr/>
            <p:nvPr/>
          </p:nvSpPr>
          <p:spPr bwMode="gray">
            <a:xfrm>
              <a:off x="3749668" y="1489650"/>
              <a:ext cx="4664155" cy="4662600"/>
            </a:xfrm>
            <a:prstGeom prst="arc">
              <a:avLst>
                <a:gd name="adj1" fmla="val 2403526"/>
                <a:gd name="adj2" fmla="val 4479868"/>
              </a:avLst>
            </a:prstGeom>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p>
          </p:txBody>
        </p:sp>
        <p:sp>
          <p:nvSpPr>
            <p:cNvPr id="26" name="Arc 25">
              <a:extLst>
                <a:ext uri="{FF2B5EF4-FFF2-40B4-BE49-F238E27FC236}">
                  <a16:creationId xmlns:a16="http://schemas.microsoft.com/office/drawing/2014/main" id="{963F08AD-BB8C-4E65-AE5F-95F97684AC5E}"/>
                </a:ext>
              </a:extLst>
            </p:cNvPr>
            <p:cNvSpPr/>
            <p:nvPr/>
          </p:nvSpPr>
          <p:spPr bwMode="gray">
            <a:xfrm>
              <a:off x="3749668" y="1489650"/>
              <a:ext cx="4664155" cy="4662600"/>
            </a:xfrm>
            <a:prstGeom prst="arc">
              <a:avLst>
                <a:gd name="adj1" fmla="val 6328048"/>
                <a:gd name="adj2" fmla="val 8175536"/>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p>
          </p:txBody>
        </p:sp>
        <p:sp>
          <p:nvSpPr>
            <p:cNvPr id="27" name="Arc 26">
              <a:extLst>
                <a:ext uri="{FF2B5EF4-FFF2-40B4-BE49-F238E27FC236}">
                  <a16:creationId xmlns:a16="http://schemas.microsoft.com/office/drawing/2014/main" id="{26830321-61EF-4D8F-AC0F-F45C203B0F4D}"/>
                </a:ext>
              </a:extLst>
            </p:cNvPr>
            <p:cNvSpPr/>
            <p:nvPr/>
          </p:nvSpPr>
          <p:spPr bwMode="gray">
            <a:xfrm>
              <a:off x="3749668" y="1489650"/>
              <a:ext cx="4664155" cy="4662600"/>
            </a:xfrm>
            <a:prstGeom prst="arc">
              <a:avLst>
                <a:gd name="adj1" fmla="val 9895905"/>
                <a:gd name="adj2" fmla="val 11683034"/>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p>
          </p:txBody>
        </p:sp>
        <p:sp>
          <p:nvSpPr>
            <p:cNvPr id="28" name="Arc 27">
              <a:extLst>
                <a:ext uri="{FF2B5EF4-FFF2-40B4-BE49-F238E27FC236}">
                  <a16:creationId xmlns:a16="http://schemas.microsoft.com/office/drawing/2014/main" id="{FB02E572-8720-4819-9A47-A646B8194C60}"/>
                </a:ext>
              </a:extLst>
            </p:cNvPr>
            <p:cNvSpPr/>
            <p:nvPr/>
          </p:nvSpPr>
          <p:spPr bwMode="gray">
            <a:xfrm>
              <a:off x="3749668" y="1489650"/>
              <a:ext cx="4664155" cy="4662600"/>
            </a:xfrm>
            <a:prstGeom prst="arc">
              <a:avLst>
                <a:gd name="adj1" fmla="val 13333755"/>
                <a:gd name="adj2" fmla="val 15305126"/>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000"/>
            </a:p>
          </p:txBody>
        </p:sp>
        <p:sp>
          <p:nvSpPr>
            <p:cNvPr id="29" name="TextBox 28">
              <a:extLst>
                <a:ext uri="{FF2B5EF4-FFF2-40B4-BE49-F238E27FC236}">
                  <a16:creationId xmlns:a16="http://schemas.microsoft.com/office/drawing/2014/main" id="{7A38D8B0-6212-4370-A991-E61CE64D24EF}"/>
                </a:ext>
              </a:extLst>
            </p:cNvPr>
            <p:cNvSpPr txBox="1"/>
            <p:nvPr/>
          </p:nvSpPr>
          <p:spPr bwMode="gray">
            <a:xfrm>
              <a:off x="5332870" y="3451932"/>
              <a:ext cx="1497750" cy="778675"/>
            </a:xfrm>
            <a:prstGeom prst="rect">
              <a:avLst/>
            </a:prstGeom>
            <a:noFill/>
          </p:spPr>
          <p:txBody>
            <a:bodyPr wrap="square" rtlCol="0" anchor="ctr">
              <a:spAutoFit/>
            </a:bodyPr>
            <a:lstStyle/>
            <a:p>
              <a:pPr algn="ctr"/>
              <a:r>
                <a:rPr lang="en-US" sz="2000" kern="0" dirty="0">
                  <a:latin typeface="Arial" pitchFamily="34" charset="0"/>
                  <a:cs typeface="Arial" pitchFamily="34" charset="0"/>
                </a:rPr>
                <a:t>ODATA Query</a:t>
              </a:r>
            </a:p>
          </p:txBody>
        </p:sp>
        <p:sp>
          <p:nvSpPr>
            <p:cNvPr id="30" name="Oval 29">
              <a:extLst>
                <a:ext uri="{FF2B5EF4-FFF2-40B4-BE49-F238E27FC236}">
                  <a16:creationId xmlns:a16="http://schemas.microsoft.com/office/drawing/2014/main" id="{FF17D29D-BB57-4D6A-AD44-E0D9CFE28A72}"/>
                </a:ext>
              </a:extLst>
            </p:cNvPr>
            <p:cNvSpPr/>
            <p:nvPr/>
          </p:nvSpPr>
          <p:spPr bwMode="gray">
            <a:xfrm>
              <a:off x="5452220" y="985720"/>
              <a:ext cx="1259050" cy="1259050"/>
            </a:xfrm>
            <a:prstGeom prst="ellipse">
              <a:avLst/>
            </a:prstGeom>
            <a:gradFill flip="none" rotWithShape="1">
              <a:gsLst>
                <a:gs pos="0">
                  <a:schemeClr val="accent1"/>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31" name="Oval 30">
              <a:extLst>
                <a:ext uri="{FF2B5EF4-FFF2-40B4-BE49-F238E27FC236}">
                  <a16:creationId xmlns:a16="http://schemas.microsoft.com/office/drawing/2014/main" id="{2C34D26F-ADE6-42F2-B614-F0159178F8ED}"/>
                </a:ext>
              </a:extLst>
            </p:cNvPr>
            <p:cNvSpPr/>
            <p:nvPr/>
          </p:nvSpPr>
          <p:spPr bwMode="gray">
            <a:xfrm>
              <a:off x="5553708" y="1087208"/>
              <a:ext cx="1056074" cy="105607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grpSp>
          <p:nvGrpSpPr>
            <p:cNvPr id="32" name="Group 31">
              <a:extLst>
                <a:ext uri="{FF2B5EF4-FFF2-40B4-BE49-F238E27FC236}">
                  <a16:creationId xmlns:a16="http://schemas.microsoft.com/office/drawing/2014/main" id="{40B932D3-AD34-4314-9567-F3FEE7D30EAB}"/>
                </a:ext>
              </a:extLst>
            </p:cNvPr>
            <p:cNvGrpSpPr/>
            <p:nvPr/>
          </p:nvGrpSpPr>
          <p:grpSpPr bwMode="gray">
            <a:xfrm>
              <a:off x="3346437" y="2102889"/>
              <a:ext cx="1259050" cy="1259050"/>
              <a:chOff x="3455866" y="2241540"/>
              <a:chExt cx="1159346" cy="1159346"/>
            </a:xfrm>
          </p:grpSpPr>
          <p:sp>
            <p:nvSpPr>
              <p:cNvPr id="56" name="Oval 55">
                <a:extLst>
                  <a:ext uri="{FF2B5EF4-FFF2-40B4-BE49-F238E27FC236}">
                    <a16:creationId xmlns:a16="http://schemas.microsoft.com/office/drawing/2014/main" id="{DE3510E0-F2A1-4CCD-8782-EA94A0B6D0B2}"/>
                  </a:ext>
                </a:extLst>
              </p:cNvPr>
              <p:cNvSpPr/>
              <p:nvPr/>
            </p:nvSpPr>
            <p:spPr bwMode="gray">
              <a:xfrm>
                <a:off x="3455866" y="2241540"/>
                <a:ext cx="1159346" cy="1159346"/>
              </a:xfrm>
              <a:prstGeom prst="ellipse">
                <a:avLst/>
              </a:prstGeom>
              <a:gradFill flip="none" rotWithShape="1">
                <a:gsLst>
                  <a:gs pos="0">
                    <a:schemeClr val="accent6"/>
                  </a:gs>
                  <a:gs pos="100000">
                    <a:schemeClr val="accent6">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57" name="Oval 56">
                <a:extLst>
                  <a:ext uri="{FF2B5EF4-FFF2-40B4-BE49-F238E27FC236}">
                    <a16:creationId xmlns:a16="http://schemas.microsoft.com/office/drawing/2014/main" id="{444F0A3D-513A-4D5B-916F-EB86F3991215}"/>
                  </a:ext>
                </a:extLst>
              </p:cNvPr>
              <p:cNvSpPr/>
              <p:nvPr/>
            </p:nvSpPr>
            <p:spPr bwMode="gray">
              <a:xfrm>
                <a:off x="3549317" y="2334991"/>
                <a:ext cx="972444" cy="97244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grpSp>
        <p:grpSp>
          <p:nvGrpSpPr>
            <p:cNvPr id="33" name="Group 32">
              <a:extLst>
                <a:ext uri="{FF2B5EF4-FFF2-40B4-BE49-F238E27FC236}">
                  <a16:creationId xmlns:a16="http://schemas.microsoft.com/office/drawing/2014/main" id="{108DBC93-F5FD-4DF7-94CE-204C4DA462F8}"/>
                </a:ext>
              </a:extLst>
            </p:cNvPr>
            <p:cNvGrpSpPr/>
            <p:nvPr/>
          </p:nvGrpSpPr>
          <p:grpSpPr bwMode="gray">
            <a:xfrm>
              <a:off x="3425248" y="4325152"/>
              <a:ext cx="1259050" cy="1259050"/>
              <a:chOff x="3368778" y="4041080"/>
              <a:chExt cx="1159346" cy="1159346"/>
            </a:xfrm>
          </p:grpSpPr>
          <p:sp>
            <p:nvSpPr>
              <p:cNvPr id="54" name="Oval 53">
                <a:extLst>
                  <a:ext uri="{FF2B5EF4-FFF2-40B4-BE49-F238E27FC236}">
                    <a16:creationId xmlns:a16="http://schemas.microsoft.com/office/drawing/2014/main" id="{AF4B3972-AB56-45D5-8FF3-EFFC7AC1BC55}"/>
                  </a:ext>
                </a:extLst>
              </p:cNvPr>
              <p:cNvSpPr/>
              <p:nvPr/>
            </p:nvSpPr>
            <p:spPr bwMode="gray">
              <a:xfrm>
                <a:off x="3368778" y="4041080"/>
                <a:ext cx="1159346" cy="1159346"/>
              </a:xfrm>
              <a:prstGeom prst="ellipse">
                <a:avLst/>
              </a:prstGeom>
              <a:gradFill flip="none" rotWithShape="1">
                <a:gsLst>
                  <a:gs pos="0">
                    <a:schemeClr val="accent5"/>
                  </a:gs>
                  <a:gs pos="100000">
                    <a:schemeClr val="accent5">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55" name="Oval 54">
                <a:extLst>
                  <a:ext uri="{FF2B5EF4-FFF2-40B4-BE49-F238E27FC236}">
                    <a16:creationId xmlns:a16="http://schemas.microsoft.com/office/drawing/2014/main" id="{89D37E04-4C93-4F57-94D2-B54F0FB7B217}"/>
                  </a:ext>
                </a:extLst>
              </p:cNvPr>
              <p:cNvSpPr/>
              <p:nvPr/>
            </p:nvSpPr>
            <p:spPr bwMode="gray">
              <a:xfrm>
                <a:off x="3462229" y="4134531"/>
                <a:ext cx="972444" cy="97244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grpSp>
        <p:sp>
          <p:nvSpPr>
            <p:cNvPr id="34" name="Oval 33">
              <a:extLst>
                <a:ext uri="{FF2B5EF4-FFF2-40B4-BE49-F238E27FC236}">
                  <a16:creationId xmlns:a16="http://schemas.microsoft.com/office/drawing/2014/main" id="{4A2D3FD8-4066-4ABE-BDE6-3C8EB299DF9F}"/>
                </a:ext>
              </a:extLst>
            </p:cNvPr>
            <p:cNvSpPr/>
            <p:nvPr/>
          </p:nvSpPr>
          <p:spPr bwMode="gray">
            <a:xfrm>
              <a:off x="5452220" y="5462752"/>
              <a:ext cx="1259050" cy="1259050"/>
            </a:xfrm>
            <a:prstGeom prst="ellipse">
              <a:avLst/>
            </a:prstGeom>
            <a:gradFill flip="none" rotWithShape="1">
              <a:gsLst>
                <a:gs pos="0">
                  <a:schemeClr val="accent4"/>
                </a:gs>
                <a:gs pos="100000">
                  <a:schemeClr val="accent4">
                    <a:lumMod val="7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35" name="Oval 34">
              <a:extLst>
                <a:ext uri="{FF2B5EF4-FFF2-40B4-BE49-F238E27FC236}">
                  <a16:creationId xmlns:a16="http://schemas.microsoft.com/office/drawing/2014/main" id="{F60E2A46-0C39-4D73-8976-63756A070896}"/>
                </a:ext>
              </a:extLst>
            </p:cNvPr>
            <p:cNvSpPr/>
            <p:nvPr/>
          </p:nvSpPr>
          <p:spPr bwMode="gray">
            <a:xfrm>
              <a:off x="5553708" y="5564240"/>
              <a:ext cx="1056074" cy="105607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36" name="Oval 35">
              <a:extLst>
                <a:ext uri="{FF2B5EF4-FFF2-40B4-BE49-F238E27FC236}">
                  <a16:creationId xmlns:a16="http://schemas.microsoft.com/office/drawing/2014/main" id="{A593ABF9-D2EC-4F27-A0DB-94D9974EED49}"/>
                </a:ext>
              </a:extLst>
            </p:cNvPr>
            <p:cNvSpPr/>
            <p:nvPr/>
          </p:nvSpPr>
          <p:spPr bwMode="gray">
            <a:xfrm>
              <a:off x="7583337" y="2102889"/>
              <a:ext cx="1259050" cy="1259050"/>
            </a:xfrm>
            <a:prstGeom prst="ellipse">
              <a:avLst/>
            </a:prstGeom>
            <a:gradFill flip="none" rotWithShape="1">
              <a:gsLst>
                <a:gs pos="0">
                  <a:schemeClr val="accent2"/>
                </a:gs>
                <a:gs pos="100000">
                  <a:schemeClr val="accent2">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37" name="Oval 36">
              <a:extLst>
                <a:ext uri="{FF2B5EF4-FFF2-40B4-BE49-F238E27FC236}">
                  <a16:creationId xmlns:a16="http://schemas.microsoft.com/office/drawing/2014/main" id="{B25E50CD-2984-436E-87D1-03EB049BB31C}"/>
                </a:ext>
              </a:extLst>
            </p:cNvPr>
            <p:cNvSpPr/>
            <p:nvPr/>
          </p:nvSpPr>
          <p:spPr bwMode="gray">
            <a:xfrm>
              <a:off x="7684825" y="2204377"/>
              <a:ext cx="1056074" cy="105607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38" name="Oval 37">
              <a:extLst>
                <a:ext uri="{FF2B5EF4-FFF2-40B4-BE49-F238E27FC236}">
                  <a16:creationId xmlns:a16="http://schemas.microsoft.com/office/drawing/2014/main" id="{9210D98C-4DEF-478E-8258-7D4C081B3EE9}"/>
                </a:ext>
              </a:extLst>
            </p:cNvPr>
            <p:cNvSpPr/>
            <p:nvPr/>
          </p:nvSpPr>
          <p:spPr bwMode="gray">
            <a:xfrm>
              <a:off x="7583337" y="4325152"/>
              <a:ext cx="1259050" cy="1259050"/>
            </a:xfrm>
            <a:prstGeom prst="ellipse">
              <a:avLst/>
            </a:prstGeom>
            <a:gradFill flip="none" rotWithShape="1">
              <a:gsLst>
                <a:gs pos="0">
                  <a:schemeClr val="accent3"/>
                </a:gs>
                <a:gs pos="100000">
                  <a:schemeClr val="accent3">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39" name="Oval 38">
              <a:extLst>
                <a:ext uri="{FF2B5EF4-FFF2-40B4-BE49-F238E27FC236}">
                  <a16:creationId xmlns:a16="http://schemas.microsoft.com/office/drawing/2014/main" id="{E9DA21D1-33A2-44FC-921B-B15451EAFF33}"/>
                </a:ext>
              </a:extLst>
            </p:cNvPr>
            <p:cNvSpPr/>
            <p:nvPr/>
          </p:nvSpPr>
          <p:spPr bwMode="gray">
            <a:xfrm>
              <a:off x="7684825" y="4426640"/>
              <a:ext cx="1056074" cy="105607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40" name="TextBox 39">
              <a:hlinkClick r:id="rId3"/>
              <a:extLst>
                <a:ext uri="{FF2B5EF4-FFF2-40B4-BE49-F238E27FC236}">
                  <a16:creationId xmlns:a16="http://schemas.microsoft.com/office/drawing/2014/main" id="{9E70E97B-0978-46BB-AA51-A1E77F6C4975}"/>
                </a:ext>
              </a:extLst>
            </p:cNvPr>
            <p:cNvSpPr txBox="1"/>
            <p:nvPr/>
          </p:nvSpPr>
          <p:spPr bwMode="gray">
            <a:xfrm>
              <a:off x="5541419" y="1681099"/>
              <a:ext cx="1045945" cy="304699"/>
            </a:xfrm>
            <a:prstGeom prst="rect">
              <a:avLst/>
            </a:prstGeom>
            <a:noFill/>
          </p:spPr>
          <p:txBody>
            <a:bodyPr wrap="square" lIns="0" tIns="0" rIns="0" bIns="0" rtlCol="0" anchor="ctr">
              <a:spAutoFit/>
            </a:bodyPr>
            <a:lstStyle/>
            <a:p>
              <a:pPr algn="ctr"/>
              <a:r>
                <a:rPr lang="en-US" kern="0" dirty="0">
                  <a:solidFill>
                    <a:schemeClr val="accent4"/>
                  </a:solidFill>
                  <a:latin typeface="Arial" pitchFamily="34" charset="0"/>
                  <a:cs typeface="Arial" pitchFamily="34" charset="0"/>
                </a:rPr>
                <a:t>$top</a:t>
              </a:r>
            </a:p>
          </p:txBody>
        </p:sp>
        <p:sp>
          <p:nvSpPr>
            <p:cNvPr id="41" name="TextBox 40">
              <a:extLst>
                <a:ext uri="{FF2B5EF4-FFF2-40B4-BE49-F238E27FC236}">
                  <a16:creationId xmlns:a16="http://schemas.microsoft.com/office/drawing/2014/main" id="{781F9666-FD0D-4D1D-A597-ECDB42F0ADD6}"/>
                </a:ext>
              </a:extLst>
            </p:cNvPr>
            <p:cNvSpPr txBox="1"/>
            <p:nvPr/>
          </p:nvSpPr>
          <p:spPr bwMode="gray">
            <a:xfrm>
              <a:off x="5678617" y="1135617"/>
              <a:ext cx="806256" cy="406265"/>
            </a:xfrm>
            <a:prstGeom prst="rect">
              <a:avLst/>
            </a:prstGeom>
            <a:noFill/>
          </p:spPr>
          <p:txBody>
            <a:bodyPr wrap="square" lIns="0" tIns="0" rIns="0" bIns="0" rtlCol="0" anchor="b">
              <a:spAutoFit/>
            </a:bodyPr>
            <a:lstStyle/>
            <a:p>
              <a:pPr algn="ctr"/>
              <a:r>
                <a:rPr lang="en-US" b="1" kern="0" dirty="0">
                  <a:solidFill>
                    <a:schemeClr val="accent1"/>
                  </a:solidFill>
                  <a:latin typeface="Arial Narrow" panose="020B0606020202030204" pitchFamily="34" charset="0"/>
                  <a:cs typeface="Arial" pitchFamily="34" charset="0"/>
                </a:rPr>
                <a:t>02</a:t>
              </a:r>
            </a:p>
          </p:txBody>
        </p:sp>
        <p:sp>
          <p:nvSpPr>
            <p:cNvPr id="42" name="TextBox 41">
              <a:extLst>
                <a:ext uri="{FF2B5EF4-FFF2-40B4-BE49-F238E27FC236}">
                  <a16:creationId xmlns:a16="http://schemas.microsoft.com/office/drawing/2014/main" id="{F9177609-1397-4DD4-8C02-2D46516F455D}"/>
                </a:ext>
              </a:extLst>
            </p:cNvPr>
            <p:cNvSpPr txBox="1"/>
            <p:nvPr/>
          </p:nvSpPr>
          <p:spPr bwMode="gray">
            <a:xfrm>
              <a:off x="7689889" y="2726333"/>
              <a:ext cx="1045945" cy="304699"/>
            </a:xfrm>
            <a:prstGeom prst="rect">
              <a:avLst/>
            </a:prstGeom>
            <a:noFill/>
          </p:spPr>
          <p:txBody>
            <a:bodyPr wrap="square" lIns="0" tIns="0" rIns="0" bIns="0" rtlCol="0" anchor="ctr">
              <a:spAutoFit/>
            </a:bodyPr>
            <a:lstStyle/>
            <a:p>
              <a:pPr algn="ctr"/>
              <a:r>
                <a:rPr lang="en-US" kern="0" dirty="0">
                  <a:latin typeface="Arial" pitchFamily="34" charset="0"/>
                  <a:cs typeface="Arial" pitchFamily="34" charset="0"/>
                  <a:hlinkClick r:id="rId4"/>
                </a:rPr>
                <a:t>$skip</a:t>
              </a:r>
              <a:endParaRPr lang="en-US" kern="0" dirty="0">
                <a:latin typeface="Arial" pitchFamily="34" charset="0"/>
                <a:cs typeface="Arial" pitchFamily="34" charset="0"/>
              </a:endParaRPr>
            </a:p>
          </p:txBody>
        </p:sp>
        <p:sp>
          <p:nvSpPr>
            <p:cNvPr id="43" name="TextBox 42">
              <a:extLst>
                <a:ext uri="{FF2B5EF4-FFF2-40B4-BE49-F238E27FC236}">
                  <a16:creationId xmlns:a16="http://schemas.microsoft.com/office/drawing/2014/main" id="{C495E898-E04E-4FC4-9EA2-3DD2B32D8BB9}"/>
                </a:ext>
              </a:extLst>
            </p:cNvPr>
            <p:cNvSpPr txBox="1"/>
            <p:nvPr/>
          </p:nvSpPr>
          <p:spPr bwMode="gray">
            <a:xfrm>
              <a:off x="7809734" y="2252786"/>
              <a:ext cx="806256" cy="406265"/>
            </a:xfrm>
            <a:prstGeom prst="rect">
              <a:avLst/>
            </a:prstGeom>
            <a:noFill/>
          </p:spPr>
          <p:txBody>
            <a:bodyPr wrap="square" lIns="0" tIns="0" rIns="0" bIns="0" rtlCol="0" anchor="b">
              <a:spAutoFit/>
            </a:bodyPr>
            <a:lstStyle/>
            <a:p>
              <a:pPr algn="ctr"/>
              <a:r>
                <a:rPr lang="en-US" b="1" kern="0" dirty="0">
                  <a:solidFill>
                    <a:schemeClr val="accent2"/>
                  </a:solidFill>
                  <a:latin typeface="Arial Narrow" panose="020B0606020202030204" pitchFamily="34" charset="0"/>
                  <a:cs typeface="Arial" pitchFamily="34" charset="0"/>
                </a:rPr>
                <a:t>03</a:t>
              </a:r>
            </a:p>
          </p:txBody>
        </p:sp>
        <p:sp>
          <p:nvSpPr>
            <p:cNvPr id="44" name="TextBox 43">
              <a:extLst>
                <a:ext uri="{FF2B5EF4-FFF2-40B4-BE49-F238E27FC236}">
                  <a16:creationId xmlns:a16="http://schemas.microsoft.com/office/drawing/2014/main" id="{A76BF893-0DE1-4B4E-88D1-C2C06A40168F}"/>
                </a:ext>
              </a:extLst>
            </p:cNvPr>
            <p:cNvSpPr txBox="1"/>
            <p:nvPr/>
          </p:nvSpPr>
          <p:spPr bwMode="gray">
            <a:xfrm>
              <a:off x="7689889" y="4963984"/>
              <a:ext cx="1045945" cy="304699"/>
            </a:xfrm>
            <a:prstGeom prst="rect">
              <a:avLst/>
            </a:prstGeom>
            <a:noFill/>
          </p:spPr>
          <p:txBody>
            <a:bodyPr wrap="square" lIns="0" tIns="0" rIns="0" bIns="0" rtlCol="0" anchor="ctr">
              <a:spAutoFit/>
            </a:bodyPr>
            <a:lstStyle/>
            <a:p>
              <a:pPr algn="ctr"/>
              <a:r>
                <a:rPr lang="en-US" kern="0" dirty="0">
                  <a:latin typeface="Arial" pitchFamily="34" charset="0"/>
                  <a:cs typeface="Arial" pitchFamily="34" charset="0"/>
                  <a:hlinkClick r:id="rId5"/>
                </a:rPr>
                <a:t>$select</a:t>
              </a:r>
              <a:endParaRPr lang="en-US" kern="0" dirty="0">
                <a:latin typeface="Arial" pitchFamily="34" charset="0"/>
                <a:cs typeface="Arial" pitchFamily="34" charset="0"/>
              </a:endParaRPr>
            </a:p>
          </p:txBody>
        </p:sp>
        <p:sp>
          <p:nvSpPr>
            <p:cNvPr id="45" name="TextBox 44">
              <a:extLst>
                <a:ext uri="{FF2B5EF4-FFF2-40B4-BE49-F238E27FC236}">
                  <a16:creationId xmlns:a16="http://schemas.microsoft.com/office/drawing/2014/main" id="{A5917BE2-FCAF-43CD-A2A7-73D46AC08A38}"/>
                </a:ext>
              </a:extLst>
            </p:cNvPr>
            <p:cNvSpPr txBox="1"/>
            <p:nvPr/>
          </p:nvSpPr>
          <p:spPr bwMode="gray">
            <a:xfrm>
              <a:off x="7809734" y="4490439"/>
              <a:ext cx="806256" cy="406265"/>
            </a:xfrm>
            <a:prstGeom prst="rect">
              <a:avLst/>
            </a:prstGeom>
            <a:noFill/>
          </p:spPr>
          <p:txBody>
            <a:bodyPr wrap="square" lIns="0" tIns="0" rIns="0" bIns="0" rtlCol="0" anchor="b">
              <a:spAutoFit/>
            </a:bodyPr>
            <a:lstStyle/>
            <a:p>
              <a:pPr algn="ctr"/>
              <a:r>
                <a:rPr lang="en-US" b="1" kern="0" dirty="0">
                  <a:solidFill>
                    <a:schemeClr val="accent3"/>
                  </a:solidFill>
                  <a:latin typeface="Arial Narrow" panose="020B0606020202030204" pitchFamily="34" charset="0"/>
                  <a:cs typeface="Arial" pitchFamily="34" charset="0"/>
                </a:rPr>
                <a:t>04</a:t>
              </a:r>
            </a:p>
          </p:txBody>
        </p:sp>
        <p:sp>
          <p:nvSpPr>
            <p:cNvPr id="46" name="TextBox 45">
              <a:extLst>
                <a:ext uri="{FF2B5EF4-FFF2-40B4-BE49-F238E27FC236}">
                  <a16:creationId xmlns:a16="http://schemas.microsoft.com/office/drawing/2014/main" id="{618268AF-4944-4F29-82E5-03B9E4FC9AD8}"/>
                </a:ext>
              </a:extLst>
            </p:cNvPr>
            <p:cNvSpPr txBox="1"/>
            <p:nvPr/>
          </p:nvSpPr>
          <p:spPr bwMode="gray">
            <a:xfrm>
              <a:off x="5558772" y="6123096"/>
              <a:ext cx="1045945" cy="304699"/>
            </a:xfrm>
            <a:prstGeom prst="rect">
              <a:avLst/>
            </a:prstGeom>
            <a:noFill/>
          </p:spPr>
          <p:txBody>
            <a:bodyPr wrap="square" lIns="0" tIns="0" rIns="0" bIns="0" rtlCol="0" anchor="ctr">
              <a:spAutoFit/>
            </a:bodyPr>
            <a:lstStyle/>
            <a:p>
              <a:pPr algn="ctr"/>
              <a:r>
                <a:rPr lang="en-US" kern="0" dirty="0">
                  <a:latin typeface="Arial" pitchFamily="34" charset="0"/>
                  <a:cs typeface="Arial" pitchFamily="34" charset="0"/>
                  <a:hlinkClick r:id="rId6"/>
                </a:rPr>
                <a:t>$filter</a:t>
              </a:r>
              <a:endParaRPr lang="en-US" kern="0" dirty="0">
                <a:latin typeface="Arial" pitchFamily="34" charset="0"/>
                <a:cs typeface="Arial" pitchFamily="34" charset="0"/>
              </a:endParaRPr>
            </a:p>
          </p:txBody>
        </p:sp>
        <p:sp>
          <p:nvSpPr>
            <p:cNvPr id="47" name="TextBox 46">
              <a:extLst>
                <a:ext uri="{FF2B5EF4-FFF2-40B4-BE49-F238E27FC236}">
                  <a16:creationId xmlns:a16="http://schemas.microsoft.com/office/drawing/2014/main" id="{30F7D6EC-8FB4-45EF-BEA8-00A37D0C823B}"/>
                </a:ext>
              </a:extLst>
            </p:cNvPr>
            <p:cNvSpPr txBox="1"/>
            <p:nvPr/>
          </p:nvSpPr>
          <p:spPr bwMode="gray">
            <a:xfrm>
              <a:off x="5678617" y="5628038"/>
              <a:ext cx="806256" cy="406265"/>
            </a:xfrm>
            <a:prstGeom prst="rect">
              <a:avLst/>
            </a:prstGeom>
            <a:noFill/>
          </p:spPr>
          <p:txBody>
            <a:bodyPr wrap="square" lIns="0" tIns="0" rIns="0" bIns="0" rtlCol="0" anchor="b">
              <a:spAutoFit/>
            </a:bodyPr>
            <a:lstStyle/>
            <a:p>
              <a:pPr algn="ctr"/>
              <a:r>
                <a:rPr lang="en-US" b="1" kern="0" dirty="0">
                  <a:solidFill>
                    <a:schemeClr val="accent4"/>
                  </a:solidFill>
                  <a:latin typeface="Arial Narrow" panose="020B0606020202030204" pitchFamily="34" charset="0"/>
                  <a:cs typeface="Arial" pitchFamily="34" charset="0"/>
                </a:rPr>
                <a:t>05</a:t>
              </a:r>
            </a:p>
          </p:txBody>
        </p:sp>
        <p:sp>
          <p:nvSpPr>
            <p:cNvPr id="48" name="TextBox 47">
              <a:extLst>
                <a:ext uri="{FF2B5EF4-FFF2-40B4-BE49-F238E27FC236}">
                  <a16:creationId xmlns:a16="http://schemas.microsoft.com/office/drawing/2014/main" id="{888620D8-B8A5-4150-AE98-A467542F92FF}"/>
                </a:ext>
              </a:extLst>
            </p:cNvPr>
            <p:cNvSpPr txBox="1"/>
            <p:nvPr/>
          </p:nvSpPr>
          <p:spPr bwMode="gray">
            <a:xfrm>
              <a:off x="3531801" y="4870113"/>
              <a:ext cx="1045945" cy="492443"/>
            </a:xfrm>
            <a:prstGeom prst="rect">
              <a:avLst/>
            </a:prstGeom>
            <a:noFill/>
          </p:spPr>
          <p:txBody>
            <a:bodyPr wrap="square" lIns="0" tIns="0" rIns="0" bIns="0" rtlCol="0" anchor="ctr">
              <a:spAutoFit/>
            </a:bodyPr>
            <a:lstStyle/>
            <a:p>
              <a:pPr algn="ctr"/>
              <a:endParaRPr lang="en-US" sz="1400" kern="0" dirty="0">
                <a:latin typeface="Arial" pitchFamily="34" charset="0"/>
                <a:cs typeface="Arial" pitchFamily="34" charset="0"/>
              </a:endParaRPr>
            </a:p>
            <a:p>
              <a:pPr algn="ctr"/>
              <a:endParaRPr lang="en-US" sz="1400" kern="0" dirty="0">
                <a:latin typeface="Arial" pitchFamily="34" charset="0"/>
                <a:cs typeface="Arial" pitchFamily="34" charset="0"/>
              </a:endParaRPr>
            </a:p>
          </p:txBody>
        </p:sp>
        <p:sp>
          <p:nvSpPr>
            <p:cNvPr id="49" name="TextBox 48">
              <a:extLst>
                <a:ext uri="{FF2B5EF4-FFF2-40B4-BE49-F238E27FC236}">
                  <a16:creationId xmlns:a16="http://schemas.microsoft.com/office/drawing/2014/main" id="{3A327483-6D18-4DC9-98B0-ACE7D94C7A90}"/>
                </a:ext>
              </a:extLst>
            </p:cNvPr>
            <p:cNvSpPr txBox="1"/>
            <p:nvPr/>
          </p:nvSpPr>
          <p:spPr bwMode="gray">
            <a:xfrm>
              <a:off x="3651644" y="4490439"/>
              <a:ext cx="806256" cy="406265"/>
            </a:xfrm>
            <a:prstGeom prst="rect">
              <a:avLst/>
            </a:prstGeom>
            <a:noFill/>
          </p:spPr>
          <p:txBody>
            <a:bodyPr wrap="square" lIns="0" tIns="0" rIns="0" bIns="0" rtlCol="0" anchor="b">
              <a:spAutoFit/>
            </a:bodyPr>
            <a:lstStyle/>
            <a:p>
              <a:pPr algn="ctr"/>
              <a:r>
                <a:rPr lang="en-US" b="1" kern="0" dirty="0">
                  <a:solidFill>
                    <a:schemeClr val="accent5"/>
                  </a:solidFill>
                  <a:latin typeface="Arial Narrow" panose="020B0606020202030204" pitchFamily="34" charset="0"/>
                  <a:cs typeface="Arial" pitchFamily="34" charset="0"/>
                </a:rPr>
                <a:t>06</a:t>
              </a:r>
            </a:p>
          </p:txBody>
        </p:sp>
        <p:sp>
          <p:nvSpPr>
            <p:cNvPr id="50" name="TextBox 49">
              <a:extLst>
                <a:ext uri="{FF2B5EF4-FFF2-40B4-BE49-F238E27FC236}">
                  <a16:creationId xmlns:a16="http://schemas.microsoft.com/office/drawing/2014/main" id="{148D4BEF-03AC-4F1E-893D-91031D565154}"/>
                </a:ext>
              </a:extLst>
            </p:cNvPr>
            <p:cNvSpPr txBox="1"/>
            <p:nvPr/>
          </p:nvSpPr>
          <p:spPr bwMode="gray">
            <a:xfrm>
              <a:off x="3452990" y="2726333"/>
              <a:ext cx="1045945" cy="304699"/>
            </a:xfrm>
            <a:prstGeom prst="rect">
              <a:avLst/>
            </a:prstGeom>
            <a:noFill/>
          </p:spPr>
          <p:txBody>
            <a:bodyPr wrap="square" lIns="0" tIns="0" rIns="0" bIns="0" rtlCol="0" anchor="ctr">
              <a:spAutoFit/>
            </a:bodyPr>
            <a:lstStyle/>
            <a:p>
              <a:pPr algn="ctr"/>
              <a:r>
                <a:rPr lang="en-US" kern="0" dirty="0">
                  <a:latin typeface="Arial" pitchFamily="34" charset="0"/>
                  <a:cs typeface="Arial" pitchFamily="34" charset="0"/>
                  <a:hlinkClick r:id="rId7"/>
                </a:rPr>
                <a:t>$format</a:t>
              </a:r>
              <a:endParaRPr lang="en-US" kern="0" dirty="0">
                <a:latin typeface="Arial" pitchFamily="34" charset="0"/>
                <a:cs typeface="Arial" pitchFamily="34" charset="0"/>
              </a:endParaRPr>
            </a:p>
          </p:txBody>
        </p:sp>
        <p:sp>
          <p:nvSpPr>
            <p:cNvPr id="51" name="TextBox 50">
              <a:extLst>
                <a:ext uri="{FF2B5EF4-FFF2-40B4-BE49-F238E27FC236}">
                  <a16:creationId xmlns:a16="http://schemas.microsoft.com/office/drawing/2014/main" id="{990DC990-E6EE-4F25-93AD-15489FDD7126}"/>
                </a:ext>
              </a:extLst>
            </p:cNvPr>
            <p:cNvSpPr txBox="1"/>
            <p:nvPr/>
          </p:nvSpPr>
          <p:spPr bwMode="gray">
            <a:xfrm>
              <a:off x="3572834" y="2252786"/>
              <a:ext cx="806256" cy="406265"/>
            </a:xfrm>
            <a:prstGeom prst="rect">
              <a:avLst/>
            </a:prstGeom>
            <a:noFill/>
          </p:spPr>
          <p:txBody>
            <a:bodyPr wrap="square" lIns="0" tIns="0" rIns="0" bIns="0" rtlCol="0" anchor="b">
              <a:spAutoFit/>
            </a:bodyPr>
            <a:lstStyle/>
            <a:p>
              <a:pPr algn="ctr"/>
              <a:r>
                <a:rPr lang="en-US" b="1" kern="0" dirty="0">
                  <a:solidFill>
                    <a:schemeClr val="accent6"/>
                  </a:solidFill>
                  <a:latin typeface="Arial Narrow" panose="020B0606020202030204" pitchFamily="34" charset="0"/>
                  <a:cs typeface="Arial" pitchFamily="34" charset="0"/>
                </a:rPr>
                <a:t>01</a:t>
              </a:r>
            </a:p>
          </p:txBody>
        </p:sp>
        <p:sp>
          <p:nvSpPr>
            <p:cNvPr id="52" name="Freeform: Shape 51">
              <a:extLst>
                <a:ext uri="{FF2B5EF4-FFF2-40B4-BE49-F238E27FC236}">
                  <a16:creationId xmlns:a16="http://schemas.microsoft.com/office/drawing/2014/main" id="{6FD39C0E-E31C-4159-A907-41F298C0EE0D}"/>
                </a:ext>
              </a:extLst>
            </p:cNvPr>
            <p:cNvSpPr/>
            <p:nvPr/>
          </p:nvSpPr>
          <p:spPr>
            <a:xfrm>
              <a:off x="6934678" y="4371935"/>
              <a:ext cx="704850" cy="374650"/>
            </a:xfrm>
            <a:custGeom>
              <a:avLst/>
              <a:gdLst>
                <a:gd name="connsiteX0" fmla="*/ 0 w 3219450"/>
                <a:gd name="connsiteY0" fmla="*/ 0 h 1708150"/>
                <a:gd name="connsiteX1" fmla="*/ 3219450 w 3219450"/>
                <a:gd name="connsiteY1" fmla="*/ 1708150 h 1708150"/>
              </a:gdLst>
              <a:ahLst/>
              <a:cxnLst>
                <a:cxn ang="0">
                  <a:pos x="connsiteX0" y="connsiteY0"/>
                </a:cxn>
                <a:cxn ang="0">
                  <a:pos x="connsiteX1" y="connsiteY1"/>
                </a:cxn>
              </a:cxnLst>
              <a:rect l="l" t="t" r="r" b="b"/>
              <a:pathLst>
                <a:path w="3219450" h="1708150">
                  <a:moveTo>
                    <a:pt x="0" y="0"/>
                  </a:moveTo>
                  <a:lnTo>
                    <a:pt x="3219450" y="1708150"/>
                  </a:lnTo>
                </a:path>
              </a:pathLst>
            </a:custGeom>
            <a:ln w="57150">
              <a:solidFill>
                <a:schemeClr val="accent3"/>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p>
          </p:txBody>
        </p:sp>
        <p:sp>
          <p:nvSpPr>
            <p:cNvPr id="53" name="TextBox 52">
              <a:extLst>
                <a:ext uri="{FF2B5EF4-FFF2-40B4-BE49-F238E27FC236}">
                  <a16:creationId xmlns:a16="http://schemas.microsoft.com/office/drawing/2014/main" id="{75544914-AAE8-4260-93FB-372A60A7B2BF}"/>
                </a:ext>
              </a:extLst>
            </p:cNvPr>
            <p:cNvSpPr txBox="1"/>
            <p:nvPr/>
          </p:nvSpPr>
          <p:spPr bwMode="gray">
            <a:xfrm>
              <a:off x="3531801" y="4899846"/>
              <a:ext cx="1005782" cy="304699"/>
            </a:xfrm>
            <a:prstGeom prst="rect">
              <a:avLst/>
            </a:prstGeom>
            <a:noFill/>
          </p:spPr>
          <p:txBody>
            <a:bodyPr wrap="square" lIns="0" tIns="0" rIns="0" bIns="0" rtlCol="0" anchor="ctr">
              <a:spAutoFit/>
            </a:bodyPr>
            <a:lstStyle/>
            <a:p>
              <a:pPr algn="ctr"/>
              <a:r>
                <a:rPr lang="en-US" kern="0" dirty="0">
                  <a:latin typeface="Arial" pitchFamily="34" charset="0"/>
                  <a:cs typeface="Arial" pitchFamily="34" charset="0"/>
                  <a:hlinkClick r:id="rId8"/>
                </a:rPr>
                <a:t>$expand</a:t>
              </a:r>
              <a:endParaRPr lang="en-US" kern="0" dirty="0">
                <a:latin typeface="Arial" pitchFamily="34" charset="0"/>
                <a:cs typeface="Arial" pitchFamily="34" charset="0"/>
              </a:endParaRPr>
            </a:p>
          </p:txBody>
        </p:sp>
      </p:grpSp>
      <p:sp>
        <p:nvSpPr>
          <p:cNvPr id="58" name="TextBox 57">
            <a:extLst>
              <a:ext uri="{FF2B5EF4-FFF2-40B4-BE49-F238E27FC236}">
                <a16:creationId xmlns:a16="http://schemas.microsoft.com/office/drawing/2014/main" id="{6A0815BB-F704-4EBE-BC1A-C272C12F411A}"/>
              </a:ext>
            </a:extLst>
          </p:cNvPr>
          <p:cNvSpPr txBox="1"/>
          <p:nvPr/>
        </p:nvSpPr>
        <p:spPr>
          <a:xfrm>
            <a:off x="258633" y="2200861"/>
            <a:ext cx="2762609" cy="646331"/>
          </a:xfrm>
          <a:prstGeom prst="rect">
            <a:avLst/>
          </a:prstGeom>
          <a:noFill/>
        </p:spPr>
        <p:txBody>
          <a:bodyPr wrap="square" rtlCol="0">
            <a:spAutoFit/>
          </a:bodyPr>
          <a:lstStyle/>
          <a:p>
            <a:pPr algn="r"/>
            <a:r>
              <a:rPr lang="en-US" b="0" i="0" dirty="0">
                <a:solidFill>
                  <a:srgbClr val="171717"/>
                </a:solidFill>
                <a:effectLst/>
              </a:rPr>
              <a:t>Returns the results in the specified media format.</a:t>
            </a:r>
            <a:endParaRPr lang="en-IN" dirty="0"/>
          </a:p>
        </p:txBody>
      </p:sp>
      <p:sp>
        <p:nvSpPr>
          <p:cNvPr id="59" name="Rectangle 1">
            <a:extLst>
              <a:ext uri="{FF2B5EF4-FFF2-40B4-BE49-F238E27FC236}">
                <a16:creationId xmlns:a16="http://schemas.microsoft.com/office/drawing/2014/main" id="{241966F8-8E85-45E8-AB6F-3F8E200DF1E9}"/>
              </a:ext>
            </a:extLst>
          </p:cNvPr>
          <p:cNvSpPr>
            <a:spLocks noChangeArrowheads="1"/>
          </p:cNvSpPr>
          <p:nvPr/>
        </p:nvSpPr>
        <p:spPr bwMode="auto">
          <a:xfrm>
            <a:off x="8015360" y="1814487"/>
            <a:ext cx="401587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71717"/>
                </a:solidFill>
                <a:effectLst/>
                <a:latin typeface="+mn-lt"/>
                <a:cs typeface="Segoe UI" panose="020B0502040204020203" pitchFamily="34" charset="0"/>
              </a:rPr>
              <a:t>Indexes into a result set. Also used by some APIs to implement paging and can be used together with </a:t>
            </a:r>
            <a:r>
              <a:rPr kumimoji="0" lang="en-US" altLang="en-US" b="0" i="0" u="none" strike="noStrike" cap="none" normalizeH="0" baseline="0" dirty="0">
                <a:ln>
                  <a:noFill/>
                </a:ln>
                <a:solidFill>
                  <a:srgbClr val="171717"/>
                </a:solidFill>
                <a:effectLst/>
                <a:latin typeface="+mn-lt"/>
              </a:rPr>
              <a:t>$top</a:t>
            </a:r>
            <a:r>
              <a:rPr kumimoji="0" lang="en-US" altLang="en-US" b="0" i="0" u="none" strike="noStrike" cap="none" normalizeH="0" baseline="0" dirty="0">
                <a:ln>
                  <a:noFill/>
                </a:ln>
                <a:solidFill>
                  <a:srgbClr val="171717"/>
                </a:solidFill>
                <a:effectLst/>
                <a:latin typeface="+mn-lt"/>
                <a:cs typeface="Segoe UI" panose="020B0502040204020203" pitchFamily="34" charset="0"/>
              </a:rPr>
              <a:t> to manually page results.</a:t>
            </a:r>
            <a:r>
              <a:rPr kumimoji="0" lang="en-US" altLang="en-US" b="0" i="0" u="none" strike="noStrike" cap="none" normalizeH="0" baseline="0" dirty="0">
                <a:ln>
                  <a:noFill/>
                </a:ln>
                <a:solidFill>
                  <a:schemeClr val="tx1"/>
                </a:solidFill>
                <a:effectLst/>
                <a:latin typeface="+mn-lt"/>
              </a:rPr>
              <a:t> </a:t>
            </a:r>
          </a:p>
        </p:txBody>
      </p:sp>
      <p:sp>
        <p:nvSpPr>
          <p:cNvPr id="60" name="TextBox 59">
            <a:extLst>
              <a:ext uri="{FF2B5EF4-FFF2-40B4-BE49-F238E27FC236}">
                <a16:creationId xmlns:a16="http://schemas.microsoft.com/office/drawing/2014/main" id="{1A9AC68C-46E6-4C80-9EE6-698AD84F5608}"/>
              </a:ext>
            </a:extLst>
          </p:cNvPr>
          <p:cNvSpPr txBox="1"/>
          <p:nvPr/>
        </p:nvSpPr>
        <p:spPr>
          <a:xfrm>
            <a:off x="8139991" y="4315281"/>
            <a:ext cx="2546481" cy="646331"/>
          </a:xfrm>
          <a:prstGeom prst="rect">
            <a:avLst/>
          </a:prstGeom>
          <a:noFill/>
        </p:spPr>
        <p:txBody>
          <a:bodyPr wrap="square" rtlCol="0">
            <a:spAutoFit/>
          </a:bodyPr>
          <a:lstStyle/>
          <a:p>
            <a:r>
              <a:rPr lang="en-IN" b="0" i="0" dirty="0">
                <a:solidFill>
                  <a:srgbClr val="171717"/>
                </a:solidFill>
                <a:effectLst/>
              </a:rPr>
              <a:t>Filters properties  (columns).</a:t>
            </a:r>
            <a:endParaRPr lang="en-IN" dirty="0"/>
          </a:p>
        </p:txBody>
      </p:sp>
      <p:sp>
        <p:nvSpPr>
          <p:cNvPr id="61" name="TextBox 60">
            <a:extLst>
              <a:ext uri="{FF2B5EF4-FFF2-40B4-BE49-F238E27FC236}">
                <a16:creationId xmlns:a16="http://schemas.microsoft.com/office/drawing/2014/main" id="{107052C0-7677-453C-B0A9-53194E8AEB44}"/>
              </a:ext>
            </a:extLst>
          </p:cNvPr>
          <p:cNvSpPr txBox="1"/>
          <p:nvPr/>
        </p:nvSpPr>
        <p:spPr>
          <a:xfrm>
            <a:off x="4572878" y="6127083"/>
            <a:ext cx="3046243" cy="369332"/>
          </a:xfrm>
          <a:prstGeom prst="rect">
            <a:avLst/>
          </a:prstGeom>
          <a:noFill/>
        </p:spPr>
        <p:txBody>
          <a:bodyPr wrap="square" rtlCol="0">
            <a:spAutoFit/>
          </a:bodyPr>
          <a:lstStyle/>
          <a:p>
            <a:r>
              <a:rPr lang="en-IN"/>
              <a:t>Filters results (rows).</a:t>
            </a:r>
            <a:endParaRPr lang="en-IN" dirty="0"/>
          </a:p>
        </p:txBody>
      </p:sp>
      <p:sp>
        <p:nvSpPr>
          <p:cNvPr id="62" name="TextBox 61">
            <a:extLst>
              <a:ext uri="{FF2B5EF4-FFF2-40B4-BE49-F238E27FC236}">
                <a16:creationId xmlns:a16="http://schemas.microsoft.com/office/drawing/2014/main" id="{C6A6934A-2212-4382-A7F2-3E413A3B13B4}"/>
              </a:ext>
            </a:extLst>
          </p:cNvPr>
          <p:cNvSpPr txBox="1"/>
          <p:nvPr/>
        </p:nvSpPr>
        <p:spPr>
          <a:xfrm>
            <a:off x="758713" y="4422381"/>
            <a:ext cx="2299241" cy="646331"/>
          </a:xfrm>
          <a:prstGeom prst="rect">
            <a:avLst/>
          </a:prstGeom>
          <a:noFill/>
        </p:spPr>
        <p:txBody>
          <a:bodyPr wrap="square" rtlCol="0">
            <a:spAutoFit/>
          </a:bodyPr>
          <a:lstStyle/>
          <a:p>
            <a:pPr algn="r"/>
            <a:r>
              <a:rPr lang="en-IN" b="0" i="0" dirty="0">
                <a:solidFill>
                  <a:srgbClr val="171717"/>
                </a:solidFill>
                <a:effectLst/>
              </a:rPr>
              <a:t>Retrieves related resources.</a:t>
            </a:r>
            <a:endParaRPr lang="en-IN" dirty="0"/>
          </a:p>
        </p:txBody>
      </p:sp>
      <p:sp>
        <p:nvSpPr>
          <p:cNvPr id="63" name="TextBox 62">
            <a:extLst>
              <a:ext uri="{FF2B5EF4-FFF2-40B4-BE49-F238E27FC236}">
                <a16:creationId xmlns:a16="http://schemas.microsoft.com/office/drawing/2014/main" id="{6D0BEAC8-828E-483E-A624-78F069435AC9}"/>
              </a:ext>
            </a:extLst>
          </p:cNvPr>
          <p:cNvSpPr txBox="1"/>
          <p:nvPr/>
        </p:nvSpPr>
        <p:spPr>
          <a:xfrm>
            <a:off x="5821255" y="752477"/>
            <a:ext cx="3655843" cy="369332"/>
          </a:xfrm>
          <a:prstGeom prst="rect">
            <a:avLst/>
          </a:prstGeom>
          <a:noFill/>
        </p:spPr>
        <p:txBody>
          <a:bodyPr wrap="square" rtlCol="0">
            <a:spAutoFit/>
          </a:bodyPr>
          <a:lstStyle/>
          <a:p>
            <a:r>
              <a:rPr lang="en-US" b="0" i="0" dirty="0">
                <a:solidFill>
                  <a:srgbClr val="171717"/>
                </a:solidFill>
                <a:effectLst/>
              </a:rPr>
              <a:t>Sets the page size of results.</a:t>
            </a:r>
            <a:endParaRPr lang="en-IN" dirty="0"/>
          </a:p>
        </p:txBody>
      </p:sp>
    </p:spTree>
    <p:extLst>
      <p:ext uri="{BB962C8B-B14F-4D97-AF65-F5344CB8AC3E}">
        <p14:creationId xmlns:p14="http://schemas.microsoft.com/office/powerpoint/2010/main" val="992444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914126"/>
            <a:r>
              <a:rPr lang="en-US" sz="3600" dirty="0">
                <a:solidFill>
                  <a:prstClr val="black"/>
                </a:solidFill>
                <a:latin typeface="Cooper Black" panose="0208090404030B020404" pitchFamily="18" charset="0"/>
              </a:rPr>
              <a:t>GET operations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5907130"/>
          </a:xfrm>
          <a:prstGeom prst="rect">
            <a:avLst/>
          </a:prstGeom>
          <a:noFill/>
        </p:spPr>
        <p:txBody>
          <a:bodyPr wrap="square" rtlCol="0">
            <a:spAutoFit/>
          </a:bodyPr>
          <a:lstStyle/>
          <a:p>
            <a:pPr defTabSz="914126"/>
            <a:r>
              <a:rPr lang="en-US" sz="1799" dirty="0">
                <a:solidFill>
                  <a:prstClr val="black"/>
                </a:solidFill>
                <a:latin typeface="Calibri"/>
              </a:rPr>
              <a:t>Read All the data from Products (SELECT * FROM </a:t>
            </a:r>
            <a:r>
              <a:rPr lang="en-US" sz="1799" dirty="0" err="1">
                <a:solidFill>
                  <a:prstClr val="black"/>
                </a:solidFill>
                <a:latin typeface="Calibri"/>
              </a:rPr>
              <a:t>dbtab</a:t>
            </a:r>
            <a:r>
              <a:rPr lang="en-US" sz="1799" dirty="0">
                <a:solidFill>
                  <a:prstClr val="black"/>
                </a:solidFill>
                <a:latin typeface="Calibri"/>
              </a:rPr>
              <a:t>)</a:t>
            </a:r>
          </a:p>
          <a:p>
            <a:pPr defTabSz="914126"/>
            <a:r>
              <a:rPr lang="en-US" sz="1799" dirty="0">
                <a:solidFill>
                  <a:prstClr val="black"/>
                </a:solidFill>
                <a:latin typeface="Calibri"/>
                <a:hlinkClick r:id="rId3"/>
              </a:rPr>
              <a:t>https://services.odata.org/V3/Northwind/Northwind.svc/Products?$format=json</a:t>
            </a:r>
            <a:endParaRPr lang="en-US" sz="1799" dirty="0">
              <a:solidFill>
                <a:prstClr val="black"/>
              </a:solidFill>
              <a:latin typeface="Calibri"/>
            </a:endParaRPr>
          </a:p>
          <a:p>
            <a:pPr defTabSz="914126"/>
            <a:r>
              <a:rPr lang="en-US" sz="1799" dirty="0">
                <a:solidFill>
                  <a:prstClr val="black"/>
                </a:solidFill>
                <a:latin typeface="Calibri"/>
              </a:rPr>
              <a:t>Read few properties of entity (SELECT col1, col2 FROM dbtab)</a:t>
            </a:r>
          </a:p>
          <a:p>
            <a:pPr defTabSz="914126"/>
            <a:r>
              <a:rPr lang="en-US" sz="1799" dirty="0">
                <a:solidFill>
                  <a:prstClr val="black"/>
                </a:solidFill>
                <a:latin typeface="Calibri"/>
                <a:hlinkClick r:id="rId4"/>
              </a:rPr>
              <a:t>https://services.odata.org/V3/Northwind/Northwind.svc/Products?$format=json&amp;$select=ProductID,SupplierID</a:t>
            </a:r>
            <a:endParaRPr lang="en-US" sz="1799" dirty="0">
              <a:solidFill>
                <a:prstClr val="black"/>
              </a:solidFill>
              <a:latin typeface="Calibri"/>
            </a:endParaRPr>
          </a:p>
          <a:p>
            <a:pPr defTabSz="914126"/>
            <a:r>
              <a:rPr lang="en-US" sz="1799" dirty="0">
                <a:solidFill>
                  <a:prstClr val="black"/>
                </a:solidFill>
                <a:latin typeface="Calibri"/>
              </a:rPr>
              <a:t>Read Top Records (Pagination SELECT * UP TO ROWS n ..)</a:t>
            </a:r>
          </a:p>
          <a:p>
            <a:pPr defTabSz="914126"/>
            <a:r>
              <a:rPr lang="en-US" sz="1799" dirty="0">
                <a:solidFill>
                  <a:prstClr val="black"/>
                </a:solidFill>
                <a:latin typeface="Calibri"/>
                <a:hlinkClick r:id="rId5"/>
              </a:rPr>
              <a:t>https://services.odata.org/V3/Northwind/Northwind.svc/Products?$format=json&amp;$top=3&amp;$skip=10</a:t>
            </a:r>
            <a:endParaRPr lang="en-US" sz="1799" dirty="0">
              <a:solidFill>
                <a:prstClr val="black"/>
              </a:solidFill>
              <a:latin typeface="Calibri"/>
            </a:endParaRPr>
          </a:p>
          <a:p>
            <a:pPr defTabSz="914126"/>
            <a:r>
              <a:rPr lang="en-US" sz="1799" dirty="0">
                <a:solidFill>
                  <a:prstClr val="black"/>
                </a:solidFill>
                <a:latin typeface="Calibri"/>
              </a:rPr>
              <a:t>Read data by filtering (SELECT * FROM dbtab WHERE condition)</a:t>
            </a:r>
          </a:p>
          <a:p>
            <a:pPr defTabSz="914126"/>
            <a:r>
              <a:rPr lang="en-US" sz="1799" dirty="0">
                <a:solidFill>
                  <a:prstClr val="black"/>
                </a:solidFill>
                <a:latin typeface="Calibri"/>
                <a:hlinkClick r:id="rId6"/>
              </a:rPr>
              <a:t>https://services.odata.org/V3/Northwind/Northwind.svc/Products?$format=json&amp;$filter=SupplierID%20eq%203</a:t>
            </a:r>
            <a:endParaRPr lang="en-US" sz="1799" dirty="0">
              <a:solidFill>
                <a:prstClr val="black"/>
              </a:solidFill>
              <a:latin typeface="Calibri"/>
            </a:endParaRPr>
          </a:p>
          <a:p>
            <a:pPr defTabSz="914126"/>
            <a:r>
              <a:rPr lang="en-US" sz="1799" dirty="0">
                <a:solidFill>
                  <a:prstClr val="black"/>
                </a:solidFill>
                <a:latin typeface="Calibri"/>
              </a:rPr>
              <a:t>SELECT * FROM dbtab WHERE col LIKE ‘%pattern%’</a:t>
            </a:r>
          </a:p>
          <a:p>
            <a:pPr defTabSz="914126"/>
            <a:r>
              <a:rPr lang="en-US" sz="1799" dirty="0">
                <a:solidFill>
                  <a:prstClr val="black"/>
                </a:solidFill>
                <a:latin typeface="Calibri"/>
                <a:hlinkClick r:id="rId7"/>
              </a:rPr>
              <a:t>https://services.odata.org/V3/Northwind/Northwind.svc/Products?$format=json&amp;$filter=substringof(%27Cola%27,ProductName)%20eq%20true</a:t>
            </a:r>
            <a:endParaRPr lang="en-US" sz="1799" dirty="0">
              <a:solidFill>
                <a:prstClr val="black"/>
              </a:solidFill>
              <a:latin typeface="Calibri"/>
            </a:endParaRPr>
          </a:p>
          <a:p>
            <a:pPr defTabSz="914126"/>
            <a:r>
              <a:rPr lang="en-US" sz="1799" dirty="0">
                <a:solidFill>
                  <a:prstClr val="black"/>
                </a:solidFill>
                <a:latin typeface="Calibri"/>
              </a:rPr>
              <a:t>Reading count of the records (SELECT COUNT(*) FROM dbtab)</a:t>
            </a:r>
          </a:p>
          <a:p>
            <a:pPr defTabSz="914126"/>
            <a:r>
              <a:rPr lang="en-US" sz="1799" dirty="0">
                <a:solidFill>
                  <a:prstClr val="black"/>
                </a:solidFill>
                <a:latin typeface="Calibri"/>
                <a:hlinkClick r:id="rId8"/>
              </a:rPr>
              <a:t>https://services.odata.org/V3/Northwind/Northwind.svc/Products/$count</a:t>
            </a:r>
            <a:endParaRPr lang="en-US" sz="1799" dirty="0">
              <a:solidFill>
                <a:prstClr val="black"/>
              </a:solidFill>
              <a:latin typeface="Calibri"/>
            </a:endParaRPr>
          </a:p>
          <a:p>
            <a:pPr defTabSz="914126"/>
            <a:r>
              <a:rPr lang="en-US" sz="1799" dirty="0">
                <a:solidFill>
                  <a:prstClr val="black"/>
                </a:solidFill>
                <a:latin typeface="Calibri"/>
              </a:rPr>
              <a:t>Reading Single record by its key (SELECT SINGLE * FROM edbtab WHERE pkey = ‘key’)</a:t>
            </a:r>
          </a:p>
          <a:p>
            <a:pPr defTabSz="914126"/>
            <a:r>
              <a:rPr lang="en-US" sz="1799" dirty="0">
                <a:solidFill>
                  <a:prstClr val="black"/>
                </a:solidFill>
                <a:latin typeface="Calibri"/>
                <a:hlinkClick r:id="rId9"/>
              </a:rPr>
              <a:t>https://services.odata.org/V3/Northwind/Northwind.svc/Products(11)?$format=json</a:t>
            </a:r>
            <a:endParaRPr lang="en-US" sz="1799" dirty="0">
              <a:solidFill>
                <a:prstClr val="black"/>
              </a:solidFill>
              <a:latin typeface="Calibri"/>
            </a:endParaRPr>
          </a:p>
          <a:p>
            <a:pPr defTabSz="914126"/>
            <a:r>
              <a:rPr lang="en-US" sz="1799" dirty="0">
                <a:solidFill>
                  <a:prstClr val="black"/>
                </a:solidFill>
                <a:latin typeface="Calibri"/>
              </a:rPr>
              <a:t>Join and read data together (SELECT * FROM tab1 INNER JOIN tab2 ON </a:t>
            </a:r>
            <a:r>
              <a:rPr lang="en-US" sz="1799" dirty="0" err="1">
                <a:solidFill>
                  <a:prstClr val="black"/>
                </a:solidFill>
                <a:latin typeface="Calibri"/>
              </a:rPr>
              <a:t>cond</a:t>
            </a:r>
            <a:r>
              <a:rPr lang="en-US" sz="1799" dirty="0">
                <a:solidFill>
                  <a:prstClr val="black"/>
                </a:solidFill>
                <a:latin typeface="Calibri"/>
              </a:rPr>
              <a:t>)</a:t>
            </a:r>
          </a:p>
          <a:p>
            <a:pPr defTabSz="914126"/>
            <a:r>
              <a:rPr lang="en-US" sz="1799" dirty="0">
                <a:solidFill>
                  <a:prstClr val="black"/>
                </a:solidFill>
                <a:latin typeface="Calibri"/>
                <a:hlinkClick r:id="rId10"/>
              </a:rPr>
              <a:t>https://services.odata.org/V3/Northwind/Northwind.svc/Products(11)?$format=json&amp;$expand=Supplier,Category</a:t>
            </a:r>
            <a:endParaRPr lang="en-US" sz="1799" dirty="0">
              <a:solidFill>
                <a:prstClr val="black"/>
              </a:solidFill>
              <a:latin typeface="Calibri"/>
            </a:endParaRPr>
          </a:p>
          <a:p>
            <a:endParaRPr lang="en-US" dirty="0"/>
          </a:p>
          <a:p>
            <a:r>
              <a:rPr lang="en-US" b="1" dirty="0"/>
              <a:t>Association</a:t>
            </a:r>
            <a:r>
              <a:rPr lang="en-US" dirty="0"/>
              <a:t> : It’s the relation between multiple Data , it is similar as foreign key relation in DB world </a:t>
            </a:r>
          </a:p>
          <a:p>
            <a:r>
              <a:rPr lang="en-US" dirty="0"/>
              <a:t>When we create association system will create the navigation property which we can use as a pointer to load the dependent data.</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4282042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Hands-on : Get Operations </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923330"/>
          </a:xfrm>
          <a:prstGeom prst="rect">
            <a:avLst/>
          </a:prstGeom>
          <a:noFill/>
        </p:spPr>
        <p:txBody>
          <a:bodyPr wrap="square" rtlCol="0">
            <a:spAutoFit/>
          </a:bodyPr>
          <a:lstStyle/>
          <a:p>
            <a:pPr marL="285750" indent="-285750">
              <a:buFont typeface="Arial" panose="020B0604020202020204" pitchFamily="34" charset="0"/>
              <a:buChar char="•"/>
            </a:pPr>
            <a:r>
              <a:rPr lang="en-US" dirty="0"/>
              <a:t>Practice all the get operations in the previous slide by your own on the </a:t>
            </a:r>
            <a:r>
              <a:rPr lang="en-US" dirty="0" err="1"/>
              <a:t>northwind</a:t>
            </a:r>
            <a:r>
              <a:rPr lang="en-US" dirty="0"/>
              <a:t> service </a:t>
            </a:r>
            <a:r>
              <a:rPr lang="en-US" dirty="0" err="1"/>
              <a:t>url</a:t>
            </a:r>
            <a:r>
              <a:rPr lang="en-US" dirty="0"/>
              <a:t>.</a:t>
            </a:r>
          </a:p>
          <a:p>
            <a:r>
              <a:rPr lang="en-US" dirty="0"/>
              <a:t>  </a:t>
            </a:r>
          </a:p>
          <a:p>
            <a:r>
              <a:rPr lang="en-US" dirty="0"/>
              <a:t>Links were given in the previous slide.</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F5AAC8B3-2D64-48E8-BFE2-D325F3543CBC}"/>
              </a:ext>
            </a:extLst>
          </p:cNvPr>
          <p:cNvPicPr>
            <a:picLocks noChangeAspect="1"/>
          </p:cNvPicPr>
          <p:nvPr/>
        </p:nvPicPr>
        <p:blipFill>
          <a:blip r:embed="rId3"/>
          <a:stretch>
            <a:fillRect/>
          </a:stretch>
        </p:blipFill>
        <p:spPr>
          <a:xfrm>
            <a:off x="7073103" y="2950717"/>
            <a:ext cx="3741744" cy="2956816"/>
          </a:xfrm>
          <a:prstGeom prst="rect">
            <a:avLst/>
          </a:prstGeom>
        </p:spPr>
      </p:pic>
      <p:pic>
        <p:nvPicPr>
          <p:cNvPr id="6" name="Picture 5">
            <a:extLst>
              <a:ext uri="{FF2B5EF4-FFF2-40B4-BE49-F238E27FC236}">
                <a16:creationId xmlns:a16="http://schemas.microsoft.com/office/drawing/2014/main" id="{C788FD0B-830C-41FB-9DAA-02FD55DF56E3}"/>
              </a:ext>
            </a:extLst>
          </p:cNvPr>
          <p:cNvPicPr>
            <a:picLocks noChangeAspect="1"/>
          </p:cNvPicPr>
          <p:nvPr/>
        </p:nvPicPr>
        <p:blipFill>
          <a:blip r:embed="rId4"/>
          <a:stretch>
            <a:fillRect/>
          </a:stretch>
        </p:blipFill>
        <p:spPr>
          <a:xfrm>
            <a:off x="7073103" y="2136052"/>
            <a:ext cx="3642676" cy="381033"/>
          </a:xfrm>
          <a:prstGeom prst="rect">
            <a:avLst/>
          </a:prstGeom>
        </p:spPr>
      </p:pic>
    </p:spTree>
    <p:extLst>
      <p:ext uri="{BB962C8B-B14F-4D97-AF65-F5344CB8AC3E}">
        <p14:creationId xmlns:p14="http://schemas.microsoft.com/office/powerpoint/2010/main" val="31564296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SAP Deployment Options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26CBFF5A-BFF9-40F6-8B78-E25A23E6A7A9}"/>
              </a:ext>
            </a:extLst>
          </p:cNvPr>
          <p:cNvPicPr>
            <a:picLocks noChangeAspect="1"/>
          </p:cNvPicPr>
          <p:nvPr/>
        </p:nvPicPr>
        <p:blipFill>
          <a:blip r:embed="rId3"/>
          <a:stretch>
            <a:fillRect/>
          </a:stretch>
        </p:blipFill>
        <p:spPr>
          <a:xfrm>
            <a:off x="563371" y="1832289"/>
            <a:ext cx="4506205" cy="3753851"/>
          </a:xfrm>
          <a:prstGeom prst="rect">
            <a:avLst/>
          </a:prstGeom>
        </p:spPr>
      </p:pic>
      <p:sp>
        <p:nvSpPr>
          <p:cNvPr id="3" name="TextBox 2">
            <a:extLst>
              <a:ext uri="{FF2B5EF4-FFF2-40B4-BE49-F238E27FC236}">
                <a16:creationId xmlns:a16="http://schemas.microsoft.com/office/drawing/2014/main" id="{2D503CAA-053F-4458-B011-89A5E21484C2}"/>
              </a:ext>
            </a:extLst>
          </p:cNvPr>
          <p:cNvSpPr txBox="1"/>
          <p:nvPr/>
        </p:nvSpPr>
        <p:spPr>
          <a:xfrm>
            <a:off x="76200" y="1087194"/>
            <a:ext cx="4257675" cy="369332"/>
          </a:xfrm>
          <a:prstGeom prst="rect">
            <a:avLst/>
          </a:prstGeom>
          <a:noFill/>
        </p:spPr>
        <p:txBody>
          <a:bodyPr wrap="square" rtlCol="0">
            <a:spAutoFit/>
          </a:bodyPr>
          <a:lstStyle/>
          <a:p>
            <a:pPr algn="ctr"/>
            <a:r>
              <a:rPr lang="en-US" b="1" u="sng" dirty="0"/>
              <a:t>Central HUB Scenario</a:t>
            </a:r>
          </a:p>
        </p:txBody>
      </p:sp>
      <p:sp>
        <p:nvSpPr>
          <p:cNvPr id="4" name="TextBox 3">
            <a:extLst>
              <a:ext uri="{FF2B5EF4-FFF2-40B4-BE49-F238E27FC236}">
                <a16:creationId xmlns:a16="http://schemas.microsoft.com/office/drawing/2014/main" id="{800C0623-6419-4857-B60C-D181E329B32C}"/>
              </a:ext>
            </a:extLst>
          </p:cNvPr>
          <p:cNvSpPr txBox="1"/>
          <p:nvPr/>
        </p:nvSpPr>
        <p:spPr>
          <a:xfrm>
            <a:off x="7391400" y="1171575"/>
            <a:ext cx="3114675" cy="369332"/>
          </a:xfrm>
          <a:prstGeom prst="rect">
            <a:avLst/>
          </a:prstGeom>
          <a:noFill/>
        </p:spPr>
        <p:txBody>
          <a:bodyPr wrap="square" rtlCol="0">
            <a:spAutoFit/>
          </a:bodyPr>
          <a:lstStyle/>
          <a:p>
            <a:pPr algn="ctr"/>
            <a:r>
              <a:rPr lang="en-US" b="1" u="sng" dirty="0"/>
              <a:t>Embedded system</a:t>
            </a:r>
          </a:p>
        </p:txBody>
      </p:sp>
      <p:sp>
        <p:nvSpPr>
          <p:cNvPr id="7" name="Right Brace 6">
            <a:extLst>
              <a:ext uri="{FF2B5EF4-FFF2-40B4-BE49-F238E27FC236}">
                <a16:creationId xmlns:a16="http://schemas.microsoft.com/office/drawing/2014/main" id="{C9565FEB-3FF0-45F8-BD0B-8F85CCB50CF2}"/>
              </a:ext>
            </a:extLst>
          </p:cNvPr>
          <p:cNvSpPr/>
          <p:nvPr/>
        </p:nvSpPr>
        <p:spPr>
          <a:xfrm>
            <a:off x="5181600" y="2686050"/>
            <a:ext cx="600075" cy="2143125"/>
          </a:xfrm>
          <a:prstGeom prst="righ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1C3FB9A2-C128-4E87-B1E3-35473DE1E483}"/>
              </a:ext>
            </a:extLst>
          </p:cNvPr>
          <p:cNvCxnSpPr>
            <a:cxnSpLocks/>
            <a:stCxn id="7" idx="1"/>
          </p:cNvCxnSpPr>
          <p:nvPr/>
        </p:nvCxnSpPr>
        <p:spPr>
          <a:xfrm>
            <a:off x="5781675" y="3757613"/>
            <a:ext cx="1340751"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2" name="Rectangle 11">
            <a:extLst>
              <a:ext uri="{FF2B5EF4-FFF2-40B4-BE49-F238E27FC236}">
                <a16:creationId xmlns:a16="http://schemas.microsoft.com/office/drawing/2014/main" id="{E8616FD1-9EB1-4E2B-B601-D2D17C54650A}"/>
              </a:ext>
            </a:extLst>
          </p:cNvPr>
          <p:cNvSpPr/>
          <p:nvPr/>
        </p:nvSpPr>
        <p:spPr>
          <a:xfrm>
            <a:off x="7515226" y="2762246"/>
            <a:ext cx="3448050" cy="2143125"/>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SAP Fiori Frontend Server, GW_FND, Standard Fiori Apps</a:t>
            </a:r>
          </a:p>
          <a:p>
            <a:pPr algn="ctr"/>
            <a:endParaRPr lang="en-US" dirty="0">
              <a:ln w="0"/>
              <a:solidFill>
                <a:schemeClr val="tx1"/>
              </a:solidFill>
              <a:effectLst>
                <a:outerShdw blurRad="38100" dist="19050" dir="2700000" algn="tl" rotWithShape="0">
                  <a:schemeClr val="dk1">
                    <a:alpha val="40000"/>
                  </a:schemeClr>
                </a:outerShdw>
              </a:effectLst>
            </a:endParaRPr>
          </a:p>
          <a:p>
            <a:pPr algn="ctr"/>
            <a:r>
              <a:rPr lang="en-US" dirty="0">
                <a:ln w="0"/>
                <a:solidFill>
                  <a:schemeClr val="tx1"/>
                </a:solidFill>
                <a:effectLst>
                  <a:outerShdw blurRad="38100" dist="19050" dir="2700000" algn="tl" rotWithShape="0">
                    <a:schemeClr val="dk1">
                      <a:alpha val="40000"/>
                    </a:schemeClr>
                  </a:outerShdw>
                </a:effectLst>
              </a:rPr>
              <a:t>Existing ECC/ERP </a:t>
            </a:r>
          </a:p>
          <a:p>
            <a:pPr algn="ctr"/>
            <a:r>
              <a:rPr lang="en-US" dirty="0">
                <a:ln w="0"/>
                <a:solidFill>
                  <a:schemeClr val="tx1"/>
                </a:solidFill>
                <a:effectLst>
                  <a:outerShdw blurRad="38100" dist="19050" dir="2700000" algn="tl" rotWithShape="0">
                    <a:schemeClr val="dk1">
                      <a:alpha val="40000"/>
                    </a:schemeClr>
                  </a:outerShdw>
                </a:effectLst>
              </a:rPr>
              <a:t>SAP Fiori backend System</a:t>
            </a:r>
          </a:p>
          <a:p>
            <a:pPr algn="ctr"/>
            <a:r>
              <a:rPr lang="en-US" dirty="0">
                <a:ln w="0"/>
                <a:solidFill>
                  <a:schemeClr val="tx1"/>
                </a:solidFill>
                <a:effectLst>
                  <a:outerShdw blurRad="38100" dist="19050" dir="2700000" algn="tl" rotWithShape="0">
                    <a:schemeClr val="dk1">
                      <a:alpha val="40000"/>
                    </a:schemeClr>
                  </a:outerShdw>
                </a:effectLst>
              </a:rPr>
              <a:t>FM , Classes, existing Function</a:t>
            </a:r>
            <a:endParaRPr lang="en-US" dirty="0"/>
          </a:p>
        </p:txBody>
      </p:sp>
      <p:sp>
        <p:nvSpPr>
          <p:cNvPr id="13" name="Rectangle 12">
            <a:extLst>
              <a:ext uri="{FF2B5EF4-FFF2-40B4-BE49-F238E27FC236}">
                <a16:creationId xmlns:a16="http://schemas.microsoft.com/office/drawing/2014/main" id="{205293E3-CF6F-41D7-931A-00539DF3BA60}"/>
              </a:ext>
            </a:extLst>
          </p:cNvPr>
          <p:cNvSpPr/>
          <p:nvPr/>
        </p:nvSpPr>
        <p:spPr>
          <a:xfrm>
            <a:off x="8286750" y="1658283"/>
            <a:ext cx="1419225" cy="68429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Browser</a:t>
            </a:r>
          </a:p>
          <a:p>
            <a:pPr algn="ctr"/>
            <a:r>
              <a:rPr lang="en-US" dirty="0"/>
              <a:t>Fiori</a:t>
            </a:r>
          </a:p>
        </p:txBody>
      </p:sp>
      <p:sp>
        <p:nvSpPr>
          <p:cNvPr id="14" name="Flowchart: Magnetic Disk 13">
            <a:extLst>
              <a:ext uri="{FF2B5EF4-FFF2-40B4-BE49-F238E27FC236}">
                <a16:creationId xmlns:a16="http://schemas.microsoft.com/office/drawing/2014/main" id="{B854216E-BBB1-47AB-8FF4-3C4F053965BE}"/>
              </a:ext>
            </a:extLst>
          </p:cNvPr>
          <p:cNvSpPr/>
          <p:nvPr/>
        </p:nvSpPr>
        <p:spPr>
          <a:xfrm>
            <a:off x="8705850" y="5334000"/>
            <a:ext cx="914400" cy="523875"/>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DB</a:t>
            </a:r>
          </a:p>
        </p:txBody>
      </p:sp>
      <p:cxnSp>
        <p:nvCxnSpPr>
          <p:cNvPr id="18" name="Straight Arrow Connector 17">
            <a:extLst>
              <a:ext uri="{FF2B5EF4-FFF2-40B4-BE49-F238E27FC236}">
                <a16:creationId xmlns:a16="http://schemas.microsoft.com/office/drawing/2014/main" id="{22563165-2E52-4F59-909B-E7D47769355C}"/>
              </a:ext>
            </a:extLst>
          </p:cNvPr>
          <p:cNvCxnSpPr>
            <a:endCxn id="12" idx="0"/>
          </p:cNvCxnSpPr>
          <p:nvPr/>
        </p:nvCxnSpPr>
        <p:spPr>
          <a:xfrm>
            <a:off x="9239251" y="2342577"/>
            <a:ext cx="0" cy="41966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CBF1517-0E85-4A1E-936E-93D6C48F700F}"/>
              </a:ext>
            </a:extLst>
          </p:cNvPr>
          <p:cNvCxnSpPr/>
          <p:nvPr/>
        </p:nvCxnSpPr>
        <p:spPr>
          <a:xfrm>
            <a:off x="9134476" y="4914331"/>
            <a:ext cx="0" cy="41966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3383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Pros and Cons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5" y="779090"/>
            <a:ext cx="6089700" cy="4678204"/>
          </a:xfrm>
          <a:prstGeom prst="rect">
            <a:avLst/>
          </a:prstGeom>
          <a:noFill/>
        </p:spPr>
        <p:txBody>
          <a:bodyPr wrap="square" rtlCol="0">
            <a:spAutoFit/>
          </a:bodyPr>
          <a:lstStyle/>
          <a:p>
            <a:r>
              <a:rPr lang="en-US" b="1" u="sng" dirty="0"/>
              <a:t>Central HUB Deployment</a:t>
            </a:r>
          </a:p>
          <a:p>
            <a:r>
              <a:rPr lang="en-US" dirty="0"/>
              <a:t>Cons:</a:t>
            </a:r>
          </a:p>
          <a:p>
            <a:pPr marL="342900" indent="-342900">
              <a:buFontTx/>
              <a:buChar char="-"/>
            </a:pPr>
            <a:r>
              <a:rPr lang="en-US" sz="1800" dirty="0"/>
              <a:t>Manage multiple systems</a:t>
            </a:r>
          </a:p>
          <a:p>
            <a:pPr marL="342900" indent="-342900">
              <a:buFontTx/>
              <a:buChar char="-"/>
            </a:pPr>
            <a:r>
              <a:rPr lang="en-US" sz="1800" dirty="0"/>
              <a:t>Cost is high</a:t>
            </a:r>
          </a:p>
          <a:p>
            <a:pPr marL="342900" indent="-342900">
              <a:buFontTx/>
              <a:buChar char="-"/>
            </a:pPr>
            <a:r>
              <a:rPr lang="en-US" sz="1800" dirty="0"/>
              <a:t>Confusion</a:t>
            </a:r>
          </a:p>
          <a:p>
            <a:pPr marL="342900" indent="-342900">
              <a:buFontTx/>
              <a:buChar char="-"/>
            </a:pPr>
            <a:r>
              <a:rPr lang="en-US" sz="1800" dirty="0"/>
              <a:t>User needs to be duplicated</a:t>
            </a:r>
          </a:p>
          <a:p>
            <a:pPr marL="342900" indent="-342900">
              <a:buFontTx/>
              <a:buChar char="-"/>
            </a:pPr>
            <a:r>
              <a:rPr lang="en-US" sz="1800" dirty="0"/>
              <a:t>OData Metadata is duplicate</a:t>
            </a:r>
          </a:p>
          <a:p>
            <a:r>
              <a:rPr lang="en-US" sz="2800" dirty="0"/>
              <a:t>Pros</a:t>
            </a:r>
          </a:p>
          <a:p>
            <a:pPr marL="457200" indent="-457200">
              <a:buFontTx/>
              <a:buChar char="-"/>
            </a:pPr>
            <a:r>
              <a:rPr lang="en-US" sz="1800" dirty="0"/>
              <a:t>No need to upgrade</a:t>
            </a:r>
          </a:p>
          <a:p>
            <a:pPr marL="457200" indent="-457200">
              <a:buFontTx/>
              <a:buChar char="-"/>
            </a:pPr>
            <a:r>
              <a:rPr lang="en-US" sz="1800" dirty="0"/>
              <a:t>Separation of concerns</a:t>
            </a:r>
          </a:p>
          <a:p>
            <a:pPr marL="457200" indent="-457200">
              <a:buFontTx/>
              <a:buChar char="-"/>
            </a:pPr>
            <a:r>
              <a:rPr lang="en-US" sz="1800" dirty="0"/>
              <a:t>Works like a HUB</a:t>
            </a:r>
          </a:p>
          <a:p>
            <a:endParaRPr lang="en-US" sz="1800" dirty="0"/>
          </a:p>
          <a:p>
            <a:r>
              <a:rPr lang="en-US" dirty="0"/>
              <a:t>Recommendation</a:t>
            </a:r>
          </a:p>
          <a:p>
            <a:r>
              <a:rPr lang="en-US" dirty="0">
                <a:hlinkClick r:id="rId3"/>
              </a:rPr>
              <a:t>https://www.sap.com/documents/2018/02/f0148939-f27c-0010-82c7-eda71af511fa.html</a:t>
            </a:r>
            <a:endParaRPr lang="en-US" dirty="0"/>
          </a:p>
          <a:p>
            <a:endParaRPr lang="en-US"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3" name="TextBox 2">
            <a:extLst>
              <a:ext uri="{FF2B5EF4-FFF2-40B4-BE49-F238E27FC236}">
                <a16:creationId xmlns:a16="http://schemas.microsoft.com/office/drawing/2014/main" id="{3846DFDC-21B3-40D3-8D3F-052AF516F962}"/>
              </a:ext>
            </a:extLst>
          </p:cNvPr>
          <p:cNvSpPr txBox="1"/>
          <p:nvPr/>
        </p:nvSpPr>
        <p:spPr>
          <a:xfrm>
            <a:off x="6864067" y="779090"/>
            <a:ext cx="3686175" cy="2862322"/>
          </a:xfrm>
          <a:prstGeom prst="rect">
            <a:avLst/>
          </a:prstGeom>
          <a:noFill/>
        </p:spPr>
        <p:txBody>
          <a:bodyPr wrap="square" rtlCol="0">
            <a:spAutoFit/>
          </a:bodyPr>
          <a:lstStyle/>
          <a:p>
            <a:r>
              <a:rPr lang="en-US" b="1" u="sng" dirty="0"/>
              <a:t>Embedded Deployment </a:t>
            </a:r>
            <a:r>
              <a:rPr lang="en-US" b="1" dirty="0"/>
              <a:t>(recommended)</a:t>
            </a:r>
          </a:p>
          <a:p>
            <a:r>
              <a:rPr lang="en-US" sz="1800" dirty="0"/>
              <a:t>Pros – </a:t>
            </a:r>
          </a:p>
          <a:p>
            <a:pPr marL="285750" indent="-285750">
              <a:buFontTx/>
              <a:buChar char="-"/>
            </a:pPr>
            <a:r>
              <a:rPr lang="en-US" sz="1800" dirty="0"/>
              <a:t>Less Costly</a:t>
            </a:r>
          </a:p>
          <a:p>
            <a:pPr marL="285750" indent="-285750">
              <a:buFontTx/>
              <a:buChar char="-"/>
            </a:pPr>
            <a:r>
              <a:rPr lang="en-US" dirty="0"/>
              <a:t>N</a:t>
            </a:r>
            <a:r>
              <a:rPr lang="en-US" sz="1800" dirty="0"/>
              <a:t>o confusion</a:t>
            </a:r>
          </a:p>
          <a:p>
            <a:pPr marL="285750" indent="-285750">
              <a:buFontTx/>
              <a:buChar char="-"/>
            </a:pPr>
            <a:r>
              <a:rPr lang="en-US" sz="1800" dirty="0"/>
              <a:t>No redundancy</a:t>
            </a:r>
          </a:p>
          <a:p>
            <a:r>
              <a:rPr lang="en-US" sz="1800" dirty="0"/>
              <a:t>Cons – </a:t>
            </a:r>
          </a:p>
          <a:p>
            <a:r>
              <a:rPr lang="en-US" dirty="0"/>
              <a:t>-   </a:t>
            </a:r>
            <a:r>
              <a:rPr lang="en-US" sz="1800" dirty="0"/>
              <a:t>Upgrade </a:t>
            </a:r>
            <a:endParaRPr lang="en-US" dirty="0"/>
          </a:p>
          <a:p>
            <a:r>
              <a:rPr lang="en-US" sz="1800" dirty="0"/>
              <a:t>-  All load on one system</a:t>
            </a:r>
          </a:p>
          <a:p>
            <a:endParaRPr lang="en-US" dirty="0"/>
          </a:p>
        </p:txBody>
      </p:sp>
    </p:spTree>
    <p:extLst>
      <p:ext uri="{BB962C8B-B14F-4D97-AF65-F5344CB8AC3E}">
        <p14:creationId xmlns:p14="http://schemas.microsoft.com/office/powerpoint/2010/main" val="3216427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latin typeface="Cooper Black" panose="0208090404030B020404" pitchFamily="18" charset="0"/>
              </a:rPr>
              <a:t>TCodes and Service</a:t>
            </a:r>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1754326"/>
          </a:xfrm>
          <a:prstGeom prst="rect">
            <a:avLst/>
          </a:prstGeom>
          <a:noFill/>
        </p:spPr>
        <p:txBody>
          <a:bodyPr wrap="square" rtlCol="0">
            <a:spAutoFit/>
          </a:bodyPr>
          <a:lstStyle/>
          <a:p>
            <a:r>
              <a:rPr lang="en-US" dirty="0"/>
              <a:t>SEGW – SAP Service Gateway Builder</a:t>
            </a:r>
          </a:p>
          <a:p>
            <a:r>
              <a:rPr lang="en-US" dirty="0"/>
              <a:t>/n/IWFND/MAINT_SERVICE – Register the service</a:t>
            </a:r>
          </a:p>
          <a:p>
            <a:r>
              <a:rPr lang="en-US" dirty="0"/>
              <a:t>/n/IWFND/GW_CLIENT – gateway client – test locally</a:t>
            </a:r>
          </a:p>
          <a:p>
            <a:r>
              <a:rPr lang="en-US" dirty="0"/>
              <a:t>/n/IWFND/ERROR_LOG – Check errors, troubleshoot</a:t>
            </a:r>
          </a:p>
          <a:p>
            <a:endParaRPr lang="en-US" dirty="0"/>
          </a:p>
          <a:p>
            <a:r>
              <a:rPr lang="en-US" b="1" dirty="0"/>
              <a:t>EPM</a:t>
            </a:r>
            <a:r>
              <a:rPr lang="en-US" dirty="0"/>
              <a:t> – </a:t>
            </a:r>
            <a:r>
              <a:rPr lang="en-US" b="1" dirty="0"/>
              <a:t>Enterprise procurement model </a:t>
            </a:r>
            <a:r>
              <a:rPr lang="en-US" dirty="0"/>
              <a:t>– Demo data model given by SAP for Training and demonstration.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Rectangle 5">
            <a:extLst>
              <a:ext uri="{FF2B5EF4-FFF2-40B4-BE49-F238E27FC236}">
                <a16:creationId xmlns:a16="http://schemas.microsoft.com/office/drawing/2014/main" id="{57E4855C-7FF0-4534-A14F-C92309B8402C}"/>
              </a:ext>
            </a:extLst>
          </p:cNvPr>
          <p:cNvSpPr/>
          <p:nvPr/>
        </p:nvSpPr>
        <p:spPr>
          <a:xfrm>
            <a:off x="4380487" y="3213848"/>
            <a:ext cx="2664296" cy="19442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ITeIO</a:t>
            </a:r>
          </a:p>
        </p:txBody>
      </p:sp>
      <p:sp>
        <p:nvSpPr>
          <p:cNvPr id="7" name="Rectangle: Rounded Corners 6">
            <a:extLst>
              <a:ext uri="{FF2B5EF4-FFF2-40B4-BE49-F238E27FC236}">
                <a16:creationId xmlns:a16="http://schemas.microsoft.com/office/drawing/2014/main" id="{B7752134-2440-4D73-B5CE-4678ED604FF6}"/>
              </a:ext>
            </a:extLst>
          </p:cNvPr>
          <p:cNvSpPr/>
          <p:nvPr/>
        </p:nvSpPr>
        <p:spPr>
          <a:xfrm>
            <a:off x="371364" y="3798331"/>
            <a:ext cx="1961042"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Customers</a:t>
            </a:r>
          </a:p>
        </p:txBody>
      </p:sp>
      <p:sp>
        <p:nvSpPr>
          <p:cNvPr id="9" name="Rectangle: Rounded Corners 8">
            <a:extLst>
              <a:ext uri="{FF2B5EF4-FFF2-40B4-BE49-F238E27FC236}">
                <a16:creationId xmlns:a16="http://schemas.microsoft.com/office/drawing/2014/main" id="{F2D45410-FAB9-4BF1-9B11-CA5970901D42}"/>
              </a:ext>
            </a:extLst>
          </p:cNvPr>
          <p:cNvSpPr/>
          <p:nvPr/>
        </p:nvSpPr>
        <p:spPr>
          <a:xfrm>
            <a:off x="9616009" y="3897682"/>
            <a:ext cx="1961042"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Suppliers</a:t>
            </a:r>
          </a:p>
        </p:txBody>
      </p:sp>
      <p:cxnSp>
        <p:nvCxnSpPr>
          <p:cNvPr id="10" name="Straight Arrow Connector 9">
            <a:extLst>
              <a:ext uri="{FF2B5EF4-FFF2-40B4-BE49-F238E27FC236}">
                <a16:creationId xmlns:a16="http://schemas.microsoft.com/office/drawing/2014/main" id="{B4A0CD93-F909-449E-B137-349C152C2D13}"/>
              </a:ext>
            </a:extLst>
          </p:cNvPr>
          <p:cNvCxnSpPr>
            <a:cxnSpLocks/>
          </p:cNvCxnSpPr>
          <p:nvPr/>
        </p:nvCxnSpPr>
        <p:spPr>
          <a:xfrm>
            <a:off x="2332406" y="3897682"/>
            <a:ext cx="20354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4709A17-A254-47B6-A677-DD190E3A0E3C}"/>
              </a:ext>
            </a:extLst>
          </p:cNvPr>
          <p:cNvSpPr txBox="1"/>
          <p:nvPr/>
        </p:nvSpPr>
        <p:spPr>
          <a:xfrm>
            <a:off x="2925690" y="3526990"/>
            <a:ext cx="461595" cy="369332"/>
          </a:xfrm>
          <a:prstGeom prst="rect">
            <a:avLst/>
          </a:prstGeom>
          <a:noFill/>
        </p:spPr>
        <p:txBody>
          <a:bodyPr wrap="square" rtlCol="0">
            <a:spAutoFit/>
          </a:bodyPr>
          <a:lstStyle/>
          <a:p>
            <a:r>
              <a:rPr lang="en-US" dirty="0"/>
              <a:t>SO</a:t>
            </a:r>
          </a:p>
        </p:txBody>
      </p:sp>
      <p:cxnSp>
        <p:nvCxnSpPr>
          <p:cNvPr id="12" name="Straight Arrow Connector 11">
            <a:extLst>
              <a:ext uri="{FF2B5EF4-FFF2-40B4-BE49-F238E27FC236}">
                <a16:creationId xmlns:a16="http://schemas.microsoft.com/office/drawing/2014/main" id="{DA462E54-6B88-4107-AAD7-4472C2F9AA16}"/>
              </a:ext>
            </a:extLst>
          </p:cNvPr>
          <p:cNvCxnSpPr>
            <a:cxnSpLocks/>
          </p:cNvCxnSpPr>
          <p:nvPr/>
        </p:nvCxnSpPr>
        <p:spPr>
          <a:xfrm flipH="1">
            <a:off x="7032104" y="4147638"/>
            <a:ext cx="2583905" cy="128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C8B5936-5852-45D8-A34B-00B0AD86BB88}"/>
              </a:ext>
            </a:extLst>
          </p:cNvPr>
          <p:cNvSpPr txBox="1"/>
          <p:nvPr/>
        </p:nvSpPr>
        <p:spPr>
          <a:xfrm>
            <a:off x="7464152" y="3791168"/>
            <a:ext cx="477213" cy="369332"/>
          </a:xfrm>
          <a:prstGeom prst="rect">
            <a:avLst/>
          </a:prstGeom>
          <a:noFill/>
        </p:spPr>
        <p:txBody>
          <a:bodyPr wrap="square" rtlCol="0">
            <a:spAutoFit/>
          </a:bodyPr>
          <a:lstStyle/>
          <a:p>
            <a:r>
              <a:rPr lang="en-US" dirty="0"/>
              <a:t>PO</a:t>
            </a:r>
          </a:p>
        </p:txBody>
      </p:sp>
      <p:sp>
        <p:nvSpPr>
          <p:cNvPr id="14" name="Rectangle 13">
            <a:extLst>
              <a:ext uri="{FF2B5EF4-FFF2-40B4-BE49-F238E27FC236}">
                <a16:creationId xmlns:a16="http://schemas.microsoft.com/office/drawing/2014/main" id="{808673FD-36C2-4031-88D0-ED1751315D5D}"/>
              </a:ext>
            </a:extLst>
          </p:cNvPr>
          <p:cNvSpPr/>
          <p:nvPr/>
        </p:nvSpPr>
        <p:spPr>
          <a:xfrm>
            <a:off x="7915378" y="4646036"/>
            <a:ext cx="1152128" cy="6094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Stock</a:t>
            </a:r>
          </a:p>
        </p:txBody>
      </p:sp>
      <p:cxnSp>
        <p:nvCxnSpPr>
          <p:cNvPr id="15" name="Connector: Elbow 14">
            <a:extLst>
              <a:ext uri="{FF2B5EF4-FFF2-40B4-BE49-F238E27FC236}">
                <a16:creationId xmlns:a16="http://schemas.microsoft.com/office/drawing/2014/main" id="{87285A6E-9303-417A-B51A-DF6D3636C941}"/>
              </a:ext>
            </a:extLst>
          </p:cNvPr>
          <p:cNvCxnSpPr>
            <a:cxnSpLocks/>
          </p:cNvCxnSpPr>
          <p:nvPr/>
        </p:nvCxnSpPr>
        <p:spPr>
          <a:xfrm>
            <a:off x="7032104" y="4985909"/>
            <a:ext cx="883274" cy="5128"/>
          </a:xfrm>
          <a:prstGeom prst="bentConnector3">
            <a:avLst>
              <a:gd name="adj1" fmla="val -288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2687275-95E4-412F-B3EF-BACE1F2C4769}"/>
              </a:ext>
            </a:extLst>
          </p:cNvPr>
          <p:cNvCxnSpPr>
            <a:cxnSpLocks/>
          </p:cNvCxnSpPr>
          <p:nvPr/>
        </p:nvCxnSpPr>
        <p:spPr>
          <a:xfrm flipH="1">
            <a:off x="2332406" y="4169627"/>
            <a:ext cx="20354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EB99EDC-5620-4B11-BF02-4B558C157924}"/>
              </a:ext>
            </a:extLst>
          </p:cNvPr>
          <p:cNvSpPr txBox="1"/>
          <p:nvPr/>
        </p:nvSpPr>
        <p:spPr>
          <a:xfrm>
            <a:off x="2638775" y="4185956"/>
            <a:ext cx="1035427" cy="369332"/>
          </a:xfrm>
          <a:prstGeom prst="rect">
            <a:avLst/>
          </a:prstGeom>
          <a:noFill/>
        </p:spPr>
        <p:txBody>
          <a:bodyPr wrap="square" rtlCol="0">
            <a:spAutoFit/>
          </a:bodyPr>
          <a:lstStyle/>
          <a:p>
            <a:r>
              <a:rPr lang="en-US" dirty="0"/>
              <a:t>Invoices</a:t>
            </a:r>
          </a:p>
        </p:txBody>
      </p:sp>
    </p:spTree>
    <p:extLst>
      <p:ext uri="{BB962C8B-B14F-4D97-AF65-F5344CB8AC3E}">
        <p14:creationId xmlns:p14="http://schemas.microsoft.com/office/powerpoint/2010/main" val="3388623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prstClr val="black"/>
                </a:solidFill>
                <a:latin typeface="Cooper Black" panose="0208090404030B020404" pitchFamily="18" charset="0"/>
              </a:rPr>
              <a:t>Data Model for our use case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19035" y="779090"/>
            <a:ext cx="11161643" cy="5629746"/>
          </a:xfrm>
          <a:prstGeom prst="rect">
            <a:avLst/>
          </a:prstGeom>
          <a:noFill/>
        </p:spPr>
        <p:txBody>
          <a:bodyPr wrap="square" rtlCol="0">
            <a:spAutoFit/>
          </a:bodyPr>
          <a:lstStyle/>
          <a:p>
            <a:pPr defTabSz="914126"/>
            <a:r>
              <a:rPr lang="en-US" sz="1799" b="1" dirty="0">
                <a:solidFill>
                  <a:schemeClr val="accent3">
                    <a:lumMod val="50000"/>
                  </a:schemeClr>
                </a:solidFill>
                <a:latin typeface="Calibri"/>
              </a:rPr>
              <a:t>EPM Data model </a:t>
            </a:r>
            <a:r>
              <a:rPr lang="en-US" sz="1799" dirty="0">
                <a:solidFill>
                  <a:prstClr val="black"/>
                </a:solidFill>
                <a:latin typeface="Calibri"/>
              </a:rPr>
              <a:t>= Enterprise Procurement Model </a:t>
            </a:r>
          </a:p>
          <a:p>
            <a:pPr defTabSz="914126"/>
            <a:r>
              <a:rPr lang="en-US" sz="1799" dirty="0">
                <a:solidFill>
                  <a:prstClr val="black"/>
                </a:solidFill>
                <a:latin typeface="Calibri"/>
              </a:rPr>
              <a:t>This is a sample data model for learning and education purpose since it is a demo model, we are not risking any productive objects in our system. The data model has Function Modules called as </a:t>
            </a:r>
            <a:r>
              <a:rPr lang="en-US" sz="1799" b="1" dirty="0">
                <a:solidFill>
                  <a:prstClr val="black"/>
                </a:solidFill>
                <a:latin typeface="Calibri"/>
              </a:rPr>
              <a:t>BAPI</a:t>
            </a:r>
            <a:r>
              <a:rPr lang="en-US" sz="1799" dirty="0">
                <a:solidFill>
                  <a:prstClr val="black"/>
                </a:solidFill>
                <a:latin typeface="Calibri"/>
              </a:rPr>
              <a:t>(Remote enabled FM).</a:t>
            </a:r>
          </a:p>
          <a:p>
            <a:pPr defTabSz="914126"/>
            <a:endParaRPr lang="en-US" sz="1799" b="1" dirty="0">
              <a:solidFill>
                <a:prstClr val="black"/>
              </a:solidFill>
              <a:latin typeface="Calibri"/>
            </a:endParaRPr>
          </a:p>
          <a:p>
            <a:pPr defTabSz="914126"/>
            <a:r>
              <a:rPr lang="en-US" sz="1799" dirty="0">
                <a:solidFill>
                  <a:prstClr val="black"/>
                </a:solidFill>
                <a:latin typeface="Calibri"/>
              </a:rPr>
              <a:t>All the BAPI starts with </a:t>
            </a:r>
            <a:r>
              <a:rPr lang="en-US" sz="1799" b="1" dirty="0">
                <a:solidFill>
                  <a:prstClr val="black"/>
                </a:solidFill>
                <a:latin typeface="Calibri"/>
              </a:rPr>
              <a:t>BAPI_EPM*</a:t>
            </a:r>
          </a:p>
          <a:p>
            <a:pPr defTabSz="914126"/>
            <a:r>
              <a:rPr lang="en-US" sz="1799" dirty="0">
                <a:solidFill>
                  <a:prstClr val="black"/>
                </a:solidFill>
                <a:latin typeface="Calibri"/>
              </a:rPr>
              <a:t>Products (SNWD_PD, SNWD_TEXTS)</a:t>
            </a:r>
          </a:p>
          <a:p>
            <a:pPr defTabSz="914126"/>
            <a:r>
              <a:rPr lang="en-US" sz="1799" dirty="0">
                <a:solidFill>
                  <a:prstClr val="black"/>
                </a:solidFill>
                <a:latin typeface="Calibri"/>
              </a:rPr>
              <a:t>BAPI_EPM_PRODUCT_GET_LIST – All the list of products</a:t>
            </a:r>
          </a:p>
          <a:p>
            <a:pPr defTabSz="914126"/>
            <a:r>
              <a:rPr lang="en-US" sz="1799" dirty="0">
                <a:solidFill>
                  <a:prstClr val="black"/>
                </a:solidFill>
                <a:latin typeface="Calibri"/>
              </a:rPr>
              <a:t>BAPI_EPM_PRODUCT_GET_DETAILS – Read single product by key</a:t>
            </a:r>
          </a:p>
          <a:p>
            <a:pPr defTabSz="914126"/>
            <a:r>
              <a:rPr lang="en-US" sz="1799" dirty="0">
                <a:solidFill>
                  <a:prstClr val="black"/>
                </a:solidFill>
                <a:latin typeface="Calibri"/>
              </a:rPr>
              <a:t>BAPI_EPM_PRODUCT_CREATE – Create new product</a:t>
            </a:r>
          </a:p>
          <a:p>
            <a:pPr defTabSz="914126"/>
            <a:r>
              <a:rPr lang="en-US" sz="1799" dirty="0">
                <a:solidFill>
                  <a:prstClr val="black"/>
                </a:solidFill>
                <a:latin typeface="Calibri"/>
              </a:rPr>
              <a:t>BAPI_EPM_PRODUCT_DELETE – Delete product</a:t>
            </a:r>
          </a:p>
          <a:p>
            <a:pPr defTabSz="914126"/>
            <a:r>
              <a:rPr lang="en-US" sz="1799" dirty="0">
                <a:solidFill>
                  <a:prstClr val="black"/>
                </a:solidFill>
                <a:latin typeface="Calibri"/>
              </a:rPr>
              <a:t>BAPI_EPM_PRODUCT_UPDATE – Change data of a product</a:t>
            </a:r>
          </a:p>
          <a:p>
            <a:pPr defTabSz="914126"/>
            <a:endParaRPr lang="en-US" sz="1799" dirty="0">
              <a:solidFill>
                <a:prstClr val="black"/>
              </a:solidFill>
              <a:latin typeface="Calibri"/>
            </a:endParaRPr>
          </a:p>
          <a:p>
            <a:pPr defTabSz="914126"/>
            <a:r>
              <a:rPr lang="en-US" sz="1799" dirty="0">
                <a:solidFill>
                  <a:prstClr val="black"/>
                </a:solidFill>
                <a:latin typeface="Calibri"/>
              </a:rPr>
              <a:t>Business Partners (SNWD_BPA)</a:t>
            </a:r>
          </a:p>
          <a:p>
            <a:pPr defTabSz="914126"/>
            <a:r>
              <a:rPr lang="en-US" sz="1799" dirty="0">
                <a:solidFill>
                  <a:prstClr val="black"/>
                </a:solidFill>
                <a:latin typeface="Calibri"/>
              </a:rPr>
              <a:t>BAPI_EPM_BP_GET_LIST – All the list of Business Partners</a:t>
            </a:r>
          </a:p>
          <a:p>
            <a:pPr defTabSz="914126"/>
            <a:r>
              <a:rPr lang="en-US" sz="1799" dirty="0">
                <a:solidFill>
                  <a:prstClr val="black"/>
                </a:solidFill>
                <a:latin typeface="Calibri"/>
              </a:rPr>
              <a:t>BAPI_EPM_ BP_GET_DETAILS – Read single Business Partners by key</a:t>
            </a:r>
          </a:p>
          <a:p>
            <a:pPr defTabSz="914126"/>
            <a:r>
              <a:rPr lang="en-US" sz="1799" dirty="0">
                <a:solidFill>
                  <a:prstClr val="black"/>
                </a:solidFill>
                <a:latin typeface="Calibri"/>
              </a:rPr>
              <a:t>BAPI_EPM_ BP_CREATE – Create new Business Partners</a:t>
            </a:r>
          </a:p>
          <a:p>
            <a:pPr defTabSz="914126"/>
            <a:r>
              <a:rPr lang="en-US" sz="1799" dirty="0">
                <a:solidFill>
                  <a:prstClr val="black"/>
                </a:solidFill>
                <a:latin typeface="Calibri"/>
              </a:rPr>
              <a:t>BAPI_EPM_ BP_DELETE – Delete Business Partners</a:t>
            </a:r>
          </a:p>
          <a:p>
            <a:pPr defTabSz="914126"/>
            <a:r>
              <a:rPr lang="en-US" sz="1799" dirty="0">
                <a:solidFill>
                  <a:prstClr val="black"/>
                </a:solidFill>
                <a:latin typeface="Calibri"/>
              </a:rPr>
              <a:t>BAPI_EPM_ BP_UPDATE – Change data of a Business Partners</a:t>
            </a:r>
          </a:p>
          <a:p>
            <a:pPr defTabSz="914126"/>
            <a:endParaRPr lang="en-US" sz="1799" dirty="0">
              <a:solidFill>
                <a:prstClr val="black"/>
              </a:solidFill>
              <a:latin typeface="Calibri"/>
            </a:endParaRPr>
          </a:p>
          <a:p>
            <a:pPr defTabSz="914126"/>
            <a:r>
              <a:rPr lang="en-US" sz="1799" dirty="0">
                <a:solidFill>
                  <a:prstClr val="black"/>
                </a:solidFill>
                <a:latin typeface="Calibri"/>
              </a:rPr>
              <a:t>Orders (SNWD_SO, SNWD_SO_I)</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2760305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Creating OData Service Project</a:t>
            </a:r>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t>Step1: </a:t>
            </a:r>
            <a:r>
              <a:rPr lang="en-US" dirty="0"/>
              <a:t> Start your SAP LOGON, and to Sap Gateway Service Builder(SEGW) and click on Create</a:t>
            </a:r>
            <a:endParaRPr lang="en-IN" b="0" i="0" dirty="0">
              <a:solidFill>
                <a:schemeClr val="bg2">
                  <a:lumMod val="75000"/>
                </a:schemeClr>
              </a:solidFill>
              <a:effectLst/>
              <a:latin typeface="Calibri" panose="020F0502020204030204" pitchFamily="34" charset="0"/>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Arrow: Chevron 5">
            <a:extLst>
              <a:ext uri="{FF2B5EF4-FFF2-40B4-BE49-F238E27FC236}">
                <a16:creationId xmlns:a16="http://schemas.microsoft.com/office/drawing/2014/main" id="{1010489E-8BA8-4C99-8BEE-C7C11D9CE5C0}"/>
              </a:ext>
            </a:extLst>
          </p:cNvPr>
          <p:cNvSpPr/>
          <p:nvPr/>
        </p:nvSpPr>
        <p:spPr>
          <a:xfrm>
            <a:off x="5636702" y="2178545"/>
            <a:ext cx="733660" cy="119367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7" name="Picture 6">
            <a:extLst>
              <a:ext uri="{FF2B5EF4-FFF2-40B4-BE49-F238E27FC236}">
                <a16:creationId xmlns:a16="http://schemas.microsoft.com/office/drawing/2014/main" id="{9102DAC7-43AB-47AC-ABDA-FF9E12D49E91}"/>
              </a:ext>
            </a:extLst>
          </p:cNvPr>
          <p:cNvPicPr>
            <a:picLocks noChangeAspect="1"/>
          </p:cNvPicPr>
          <p:nvPr/>
        </p:nvPicPr>
        <p:blipFill>
          <a:blip r:embed="rId3"/>
          <a:stretch>
            <a:fillRect/>
          </a:stretch>
        </p:blipFill>
        <p:spPr>
          <a:xfrm>
            <a:off x="372940" y="1246773"/>
            <a:ext cx="4708342" cy="3035900"/>
          </a:xfrm>
          <a:prstGeom prst="rect">
            <a:avLst/>
          </a:prstGeom>
        </p:spPr>
      </p:pic>
      <p:pic>
        <p:nvPicPr>
          <p:cNvPr id="9" name="Picture 8">
            <a:extLst>
              <a:ext uri="{FF2B5EF4-FFF2-40B4-BE49-F238E27FC236}">
                <a16:creationId xmlns:a16="http://schemas.microsoft.com/office/drawing/2014/main" id="{AA256C0D-89C3-4EF0-9926-56F42C171618}"/>
              </a:ext>
            </a:extLst>
          </p:cNvPr>
          <p:cNvPicPr>
            <a:picLocks noChangeAspect="1"/>
          </p:cNvPicPr>
          <p:nvPr/>
        </p:nvPicPr>
        <p:blipFill>
          <a:blip r:embed="rId4"/>
          <a:stretch>
            <a:fillRect/>
          </a:stretch>
        </p:blipFill>
        <p:spPr>
          <a:xfrm>
            <a:off x="6676449" y="1246773"/>
            <a:ext cx="4653800" cy="3035900"/>
          </a:xfrm>
          <a:prstGeom prst="rect">
            <a:avLst/>
          </a:prstGeom>
        </p:spPr>
      </p:pic>
      <p:pic>
        <p:nvPicPr>
          <p:cNvPr id="10" name="Picture 9">
            <a:extLst>
              <a:ext uri="{FF2B5EF4-FFF2-40B4-BE49-F238E27FC236}">
                <a16:creationId xmlns:a16="http://schemas.microsoft.com/office/drawing/2014/main" id="{9089B670-461F-4E9D-B940-4E06832E4714}"/>
              </a:ext>
            </a:extLst>
          </p:cNvPr>
          <p:cNvPicPr>
            <a:picLocks noChangeAspect="1"/>
          </p:cNvPicPr>
          <p:nvPr/>
        </p:nvPicPr>
        <p:blipFill>
          <a:blip r:embed="rId5"/>
          <a:stretch>
            <a:fillRect/>
          </a:stretch>
        </p:blipFill>
        <p:spPr>
          <a:xfrm>
            <a:off x="5720369" y="5312796"/>
            <a:ext cx="6018658" cy="888140"/>
          </a:xfrm>
          <a:prstGeom prst="rect">
            <a:avLst/>
          </a:prstGeom>
        </p:spPr>
      </p:pic>
      <p:sp>
        <p:nvSpPr>
          <p:cNvPr id="11" name="Arrow: Chevron 10">
            <a:extLst>
              <a:ext uri="{FF2B5EF4-FFF2-40B4-BE49-F238E27FC236}">
                <a16:creationId xmlns:a16="http://schemas.microsoft.com/office/drawing/2014/main" id="{3F3558DD-459D-4BAE-9A58-8AAB444DDF6F}"/>
              </a:ext>
            </a:extLst>
          </p:cNvPr>
          <p:cNvSpPr/>
          <p:nvPr/>
        </p:nvSpPr>
        <p:spPr>
          <a:xfrm rot="5400000">
            <a:off x="8263740" y="4223410"/>
            <a:ext cx="704689" cy="116089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Tree>
    <p:extLst>
      <p:ext uri="{BB962C8B-B14F-4D97-AF65-F5344CB8AC3E}">
        <p14:creationId xmlns:p14="http://schemas.microsoft.com/office/powerpoint/2010/main" val="3840988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9139090"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Creating OData Service Continue…</a:t>
            </a:r>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Step2: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Defining the Data Model (Blueprint of data)</a:t>
            </a:r>
            <a:endParaRPr kumimoji="0" lang="en-IN" sz="1800" b="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FB1628D-8F67-4427-8501-DE618A332906}"/>
              </a:ext>
            </a:extLst>
          </p:cNvPr>
          <p:cNvPicPr>
            <a:picLocks noChangeAspect="1"/>
          </p:cNvPicPr>
          <p:nvPr/>
        </p:nvPicPr>
        <p:blipFill>
          <a:blip r:embed="rId3"/>
          <a:stretch>
            <a:fillRect/>
          </a:stretch>
        </p:blipFill>
        <p:spPr>
          <a:xfrm>
            <a:off x="1566596" y="1486977"/>
            <a:ext cx="2980090" cy="1804512"/>
          </a:xfrm>
          <a:prstGeom prst="rect">
            <a:avLst/>
          </a:prstGeom>
        </p:spPr>
      </p:pic>
      <p:sp>
        <p:nvSpPr>
          <p:cNvPr id="7" name="Arrow: Chevron 6">
            <a:extLst>
              <a:ext uri="{FF2B5EF4-FFF2-40B4-BE49-F238E27FC236}">
                <a16:creationId xmlns:a16="http://schemas.microsoft.com/office/drawing/2014/main" id="{F0672793-197B-418E-A440-B39BC77E3EE2}"/>
              </a:ext>
            </a:extLst>
          </p:cNvPr>
          <p:cNvSpPr/>
          <p:nvPr/>
        </p:nvSpPr>
        <p:spPr>
          <a:xfrm>
            <a:off x="5659248" y="1828318"/>
            <a:ext cx="471055" cy="972982"/>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9" name="Picture 8">
            <a:extLst>
              <a:ext uri="{FF2B5EF4-FFF2-40B4-BE49-F238E27FC236}">
                <a16:creationId xmlns:a16="http://schemas.microsoft.com/office/drawing/2014/main" id="{D135A99A-F156-40FE-AF2B-EC960A9C573C}"/>
              </a:ext>
            </a:extLst>
          </p:cNvPr>
          <p:cNvPicPr>
            <a:picLocks noChangeAspect="1"/>
          </p:cNvPicPr>
          <p:nvPr/>
        </p:nvPicPr>
        <p:blipFill>
          <a:blip r:embed="rId4"/>
          <a:stretch>
            <a:fillRect/>
          </a:stretch>
        </p:blipFill>
        <p:spPr>
          <a:xfrm>
            <a:off x="7242865" y="1455664"/>
            <a:ext cx="3648748" cy="1804512"/>
          </a:xfrm>
          <a:prstGeom prst="rect">
            <a:avLst/>
          </a:prstGeom>
        </p:spPr>
      </p:pic>
      <p:sp>
        <p:nvSpPr>
          <p:cNvPr id="10" name="TextBox 9">
            <a:extLst>
              <a:ext uri="{FF2B5EF4-FFF2-40B4-BE49-F238E27FC236}">
                <a16:creationId xmlns:a16="http://schemas.microsoft.com/office/drawing/2014/main" id="{A623A8A7-36F9-44F9-8FCE-2AE727883926}"/>
              </a:ext>
            </a:extLst>
          </p:cNvPr>
          <p:cNvSpPr txBox="1"/>
          <p:nvPr/>
        </p:nvSpPr>
        <p:spPr>
          <a:xfrm>
            <a:off x="261764" y="3471257"/>
            <a:ext cx="889461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Step3: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Creating Properties for data model (from bapi_epm_product_get_list (TCode</a:t>
            </a:r>
            <a:r>
              <a:rPr lang="en-US" dirty="0">
                <a:solidFill>
                  <a:prstClr val="black"/>
                </a:solidFill>
                <a:latin typeface="Calibri" panose="020F0502020204030204"/>
              </a:rPr>
              <a:t>- se37</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pic>
        <p:nvPicPr>
          <p:cNvPr id="11" name="Picture 10">
            <a:extLst>
              <a:ext uri="{FF2B5EF4-FFF2-40B4-BE49-F238E27FC236}">
                <a16:creationId xmlns:a16="http://schemas.microsoft.com/office/drawing/2014/main" id="{4A61F179-D8FC-4958-A01E-AF2F634B0022}"/>
              </a:ext>
            </a:extLst>
          </p:cNvPr>
          <p:cNvPicPr>
            <a:picLocks noChangeAspect="1"/>
          </p:cNvPicPr>
          <p:nvPr/>
        </p:nvPicPr>
        <p:blipFill>
          <a:blip r:embed="rId5"/>
          <a:stretch>
            <a:fillRect/>
          </a:stretch>
        </p:blipFill>
        <p:spPr>
          <a:xfrm>
            <a:off x="2116476" y="3931675"/>
            <a:ext cx="6950763" cy="2855122"/>
          </a:xfrm>
          <a:prstGeom prst="rect">
            <a:avLst/>
          </a:prstGeom>
        </p:spPr>
      </p:pic>
    </p:spTree>
    <p:extLst>
      <p:ext uri="{BB962C8B-B14F-4D97-AF65-F5344CB8AC3E}">
        <p14:creationId xmlns:p14="http://schemas.microsoft.com/office/powerpoint/2010/main" val="29932971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8662780"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Creating OData Service Continue…</a:t>
            </a:r>
            <a:endParaRPr lang="en-US" sz="3600" dirty="0">
              <a:latin typeface="Cooper Black" panose="0208090404030B020404" pitchFamily="18" charset="0"/>
            </a:endParaRPr>
          </a:p>
          <a:p>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Step4: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Creating entity set to perform actual CURD operations and service generation.</a:t>
            </a:r>
            <a:endParaRPr lang="en-US"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9ABEEC56-31C8-4F91-B2DC-4F38E7EC42A2}"/>
              </a:ext>
            </a:extLst>
          </p:cNvPr>
          <p:cNvPicPr>
            <a:picLocks noChangeAspect="1"/>
          </p:cNvPicPr>
          <p:nvPr/>
        </p:nvPicPr>
        <p:blipFill>
          <a:blip r:embed="rId3"/>
          <a:stretch>
            <a:fillRect/>
          </a:stretch>
        </p:blipFill>
        <p:spPr>
          <a:xfrm>
            <a:off x="376707" y="1333088"/>
            <a:ext cx="2211046" cy="1490720"/>
          </a:xfrm>
          <a:prstGeom prst="rect">
            <a:avLst/>
          </a:prstGeom>
        </p:spPr>
      </p:pic>
      <p:pic>
        <p:nvPicPr>
          <p:cNvPr id="9" name="Picture 8">
            <a:extLst>
              <a:ext uri="{FF2B5EF4-FFF2-40B4-BE49-F238E27FC236}">
                <a16:creationId xmlns:a16="http://schemas.microsoft.com/office/drawing/2014/main" id="{B571076D-1973-476E-B65B-6CC61001BD08}"/>
              </a:ext>
            </a:extLst>
          </p:cNvPr>
          <p:cNvPicPr>
            <a:picLocks noChangeAspect="1"/>
          </p:cNvPicPr>
          <p:nvPr/>
        </p:nvPicPr>
        <p:blipFill>
          <a:blip r:embed="rId4"/>
          <a:stretch>
            <a:fillRect/>
          </a:stretch>
        </p:blipFill>
        <p:spPr>
          <a:xfrm>
            <a:off x="4350326" y="1333088"/>
            <a:ext cx="6303313" cy="1662086"/>
          </a:xfrm>
          <a:prstGeom prst="rect">
            <a:avLst/>
          </a:prstGeom>
        </p:spPr>
      </p:pic>
      <p:pic>
        <p:nvPicPr>
          <p:cNvPr id="11" name="Picture 10">
            <a:extLst>
              <a:ext uri="{FF2B5EF4-FFF2-40B4-BE49-F238E27FC236}">
                <a16:creationId xmlns:a16="http://schemas.microsoft.com/office/drawing/2014/main" id="{F43AB898-660C-42F0-AD63-2E51452ACAB1}"/>
              </a:ext>
            </a:extLst>
          </p:cNvPr>
          <p:cNvPicPr>
            <a:picLocks noChangeAspect="1"/>
          </p:cNvPicPr>
          <p:nvPr/>
        </p:nvPicPr>
        <p:blipFill>
          <a:blip r:embed="rId5"/>
          <a:stretch>
            <a:fillRect/>
          </a:stretch>
        </p:blipFill>
        <p:spPr>
          <a:xfrm>
            <a:off x="8361201" y="4314600"/>
            <a:ext cx="3523707" cy="1024017"/>
          </a:xfrm>
          <a:prstGeom prst="rect">
            <a:avLst/>
          </a:prstGeom>
        </p:spPr>
      </p:pic>
      <p:pic>
        <p:nvPicPr>
          <p:cNvPr id="13" name="Picture 12">
            <a:extLst>
              <a:ext uri="{FF2B5EF4-FFF2-40B4-BE49-F238E27FC236}">
                <a16:creationId xmlns:a16="http://schemas.microsoft.com/office/drawing/2014/main" id="{4E15447B-9C1B-4756-9E85-98AC45D86B64}"/>
              </a:ext>
            </a:extLst>
          </p:cNvPr>
          <p:cNvPicPr>
            <a:picLocks noChangeAspect="1"/>
          </p:cNvPicPr>
          <p:nvPr/>
        </p:nvPicPr>
        <p:blipFill>
          <a:blip r:embed="rId6"/>
          <a:stretch>
            <a:fillRect/>
          </a:stretch>
        </p:blipFill>
        <p:spPr>
          <a:xfrm>
            <a:off x="4345744" y="3901048"/>
            <a:ext cx="2524725" cy="1990341"/>
          </a:xfrm>
          <a:prstGeom prst="rect">
            <a:avLst/>
          </a:prstGeom>
        </p:spPr>
      </p:pic>
      <p:pic>
        <p:nvPicPr>
          <p:cNvPr id="15" name="Picture 14">
            <a:extLst>
              <a:ext uri="{FF2B5EF4-FFF2-40B4-BE49-F238E27FC236}">
                <a16:creationId xmlns:a16="http://schemas.microsoft.com/office/drawing/2014/main" id="{9790C98E-06CC-4BBF-BDE8-649C43AC92B7}"/>
              </a:ext>
            </a:extLst>
          </p:cNvPr>
          <p:cNvPicPr>
            <a:picLocks noChangeAspect="1"/>
          </p:cNvPicPr>
          <p:nvPr/>
        </p:nvPicPr>
        <p:blipFill>
          <a:blip r:embed="rId7"/>
          <a:stretch>
            <a:fillRect/>
          </a:stretch>
        </p:blipFill>
        <p:spPr>
          <a:xfrm>
            <a:off x="526471" y="3901048"/>
            <a:ext cx="2550599" cy="1812790"/>
          </a:xfrm>
          <a:prstGeom prst="rect">
            <a:avLst/>
          </a:prstGeom>
        </p:spPr>
      </p:pic>
      <p:sp>
        <p:nvSpPr>
          <p:cNvPr id="4" name="Arrow: Down 3">
            <a:extLst>
              <a:ext uri="{FF2B5EF4-FFF2-40B4-BE49-F238E27FC236}">
                <a16:creationId xmlns:a16="http://schemas.microsoft.com/office/drawing/2014/main" id="{356E059F-0D94-4A5C-856A-91C32D652C34}"/>
              </a:ext>
            </a:extLst>
          </p:cNvPr>
          <p:cNvSpPr/>
          <p:nvPr/>
        </p:nvSpPr>
        <p:spPr>
          <a:xfrm>
            <a:off x="9866774" y="3255264"/>
            <a:ext cx="310896" cy="87376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Left 4">
            <a:extLst>
              <a:ext uri="{FF2B5EF4-FFF2-40B4-BE49-F238E27FC236}">
                <a16:creationId xmlns:a16="http://schemas.microsoft.com/office/drawing/2014/main" id="{3FE7732B-C51C-4ACA-BBBB-C4015B6DC6DC}"/>
              </a:ext>
            </a:extLst>
          </p:cNvPr>
          <p:cNvSpPr/>
          <p:nvPr/>
        </p:nvSpPr>
        <p:spPr>
          <a:xfrm>
            <a:off x="7196328" y="4654296"/>
            <a:ext cx="1060704" cy="36576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Left 17">
            <a:extLst>
              <a:ext uri="{FF2B5EF4-FFF2-40B4-BE49-F238E27FC236}">
                <a16:creationId xmlns:a16="http://schemas.microsoft.com/office/drawing/2014/main" id="{DB2E6434-01B4-4218-A2CD-851804AA5BDD}"/>
              </a:ext>
            </a:extLst>
          </p:cNvPr>
          <p:cNvSpPr/>
          <p:nvPr/>
        </p:nvSpPr>
        <p:spPr>
          <a:xfrm>
            <a:off x="3122111" y="4643728"/>
            <a:ext cx="1060704" cy="36576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7D9BAB18-B681-4B5E-8FB8-8F371A2E22DB}"/>
              </a:ext>
            </a:extLst>
          </p:cNvPr>
          <p:cNvSpPr/>
          <p:nvPr/>
        </p:nvSpPr>
        <p:spPr>
          <a:xfrm>
            <a:off x="2889504" y="1984248"/>
            <a:ext cx="1060704" cy="3657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1E87FF19-A1C6-4D9A-B7B4-F9A637BA3FED}"/>
              </a:ext>
            </a:extLst>
          </p:cNvPr>
          <p:cNvCxnSpPr>
            <a:cxnSpLocks/>
          </p:cNvCxnSpPr>
          <p:nvPr/>
        </p:nvCxnSpPr>
        <p:spPr>
          <a:xfrm flipH="1" flipV="1">
            <a:off x="5842585" y="5429250"/>
            <a:ext cx="2009859" cy="56346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0" name="TextBox 9">
            <a:extLst>
              <a:ext uri="{FF2B5EF4-FFF2-40B4-BE49-F238E27FC236}">
                <a16:creationId xmlns:a16="http://schemas.microsoft.com/office/drawing/2014/main" id="{C75CCB88-CCC0-44D0-9438-E410F7431807}"/>
              </a:ext>
            </a:extLst>
          </p:cNvPr>
          <p:cNvSpPr txBox="1"/>
          <p:nvPr/>
        </p:nvSpPr>
        <p:spPr>
          <a:xfrm>
            <a:off x="7726680" y="5747811"/>
            <a:ext cx="2014330"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This is the name of your service</a:t>
            </a:r>
          </a:p>
        </p:txBody>
      </p:sp>
    </p:spTree>
    <p:extLst>
      <p:ext uri="{BB962C8B-B14F-4D97-AF65-F5344CB8AC3E}">
        <p14:creationId xmlns:p14="http://schemas.microsoft.com/office/powerpoint/2010/main" val="970363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9113348"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Creating OData Service Continue…</a:t>
            </a:r>
            <a:endParaRPr lang="en-US" sz="3600" dirty="0">
              <a:latin typeface="Cooper Black" panose="0208090404030B020404" pitchFamily="18" charset="0"/>
            </a:endParaRPr>
          </a:p>
          <a:p>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Step5: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Service Registration (Go to tcode- /iwfnd/maint_service)</a:t>
            </a:r>
            <a:endParaRPr kumimoji="0" lang="en-IN" sz="1800" b="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515C1D83-0DAD-4446-AA26-A401D4682246}"/>
              </a:ext>
            </a:extLst>
          </p:cNvPr>
          <p:cNvPicPr>
            <a:picLocks noChangeAspect="1"/>
          </p:cNvPicPr>
          <p:nvPr/>
        </p:nvPicPr>
        <p:blipFill>
          <a:blip r:embed="rId3"/>
          <a:stretch>
            <a:fillRect/>
          </a:stretch>
        </p:blipFill>
        <p:spPr>
          <a:xfrm>
            <a:off x="539833" y="1369539"/>
            <a:ext cx="4214002" cy="2398403"/>
          </a:xfrm>
          <a:prstGeom prst="rect">
            <a:avLst/>
          </a:prstGeom>
        </p:spPr>
      </p:pic>
      <p:pic>
        <p:nvPicPr>
          <p:cNvPr id="7" name="Picture 6">
            <a:extLst>
              <a:ext uri="{FF2B5EF4-FFF2-40B4-BE49-F238E27FC236}">
                <a16:creationId xmlns:a16="http://schemas.microsoft.com/office/drawing/2014/main" id="{A434D3C0-B222-4513-9EA0-224A982C1C20}"/>
              </a:ext>
            </a:extLst>
          </p:cNvPr>
          <p:cNvPicPr>
            <a:picLocks noChangeAspect="1"/>
          </p:cNvPicPr>
          <p:nvPr/>
        </p:nvPicPr>
        <p:blipFill>
          <a:blip r:embed="rId4"/>
          <a:stretch>
            <a:fillRect/>
          </a:stretch>
        </p:blipFill>
        <p:spPr>
          <a:xfrm>
            <a:off x="6308436" y="1333088"/>
            <a:ext cx="5072242" cy="2398403"/>
          </a:xfrm>
          <a:prstGeom prst="rect">
            <a:avLst/>
          </a:prstGeom>
        </p:spPr>
      </p:pic>
      <p:pic>
        <p:nvPicPr>
          <p:cNvPr id="9" name="Picture 8">
            <a:extLst>
              <a:ext uri="{FF2B5EF4-FFF2-40B4-BE49-F238E27FC236}">
                <a16:creationId xmlns:a16="http://schemas.microsoft.com/office/drawing/2014/main" id="{62BD7601-7785-4FD4-B6F7-B3433F5B5896}"/>
              </a:ext>
            </a:extLst>
          </p:cNvPr>
          <p:cNvPicPr>
            <a:picLocks noChangeAspect="1"/>
          </p:cNvPicPr>
          <p:nvPr/>
        </p:nvPicPr>
        <p:blipFill>
          <a:blip r:embed="rId5"/>
          <a:stretch>
            <a:fillRect/>
          </a:stretch>
        </p:blipFill>
        <p:spPr>
          <a:xfrm>
            <a:off x="6308437" y="4405561"/>
            <a:ext cx="5072241" cy="2061489"/>
          </a:xfrm>
          <a:prstGeom prst="rect">
            <a:avLst/>
          </a:prstGeom>
        </p:spPr>
      </p:pic>
      <p:pic>
        <p:nvPicPr>
          <p:cNvPr id="10" name="Picture 9">
            <a:extLst>
              <a:ext uri="{FF2B5EF4-FFF2-40B4-BE49-F238E27FC236}">
                <a16:creationId xmlns:a16="http://schemas.microsoft.com/office/drawing/2014/main" id="{98F2EFDF-7DF3-4344-B693-BF58965D8B1A}"/>
              </a:ext>
            </a:extLst>
          </p:cNvPr>
          <p:cNvPicPr>
            <a:picLocks noChangeAspect="1"/>
          </p:cNvPicPr>
          <p:nvPr/>
        </p:nvPicPr>
        <p:blipFill>
          <a:blip r:embed="rId6"/>
          <a:stretch>
            <a:fillRect/>
          </a:stretch>
        </p:blipFill>
        <p:spPr>
          <a:xfrm>
            <a:off x="424871" y="4405561"/>
            <a:ext cx="4214002" cy="1860734"/>
          </a:xfrm>
          <a:prstGeom prst="rect">
            <a:avLst/>
          </a:prstGeom>
        </p:spPr>
      </p:pic>
      <p:sp>
        <p:nvSpPr>
          <p:cNvPr id="3" name="Arrow: Right 2">
            <a:extLst>
              <a:ext uri="{FF2B5EF4-FFF2-40B4-BE49-F238E27FC236}">
                <a16:creationId xmlns:a16="http://schemas.microsoft.com/office/drawing/2014/main" id="{1A651994-0E43-4C14-A667-CDA9D385E8AC}"/>
              </a:ext>
            </a:extLst>
          </p:cNvPr>
          <p:cNvSpPr/>
          <p:nvPr/>
        </p:nvSpPr>
        <p:spPr>
          <a:xfrm>
            <a:off x="4923692" y="2341266"/>
            <a:ext cx="1045029"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Down 3">
            <a:extLst>
              <a:ext uri="{FF2B5EF4-FFF2-40B4-BE49-F238E27FC236}">
                <a16:creationId xmlns:a16="http://schemas.microsoft.com/office/drawing/2014/main" id="{7B05245D-90A0-4FC1-ACDF-98364223C9EF}"/>
              </a:ext>
            </a:extLst>
          </p:cNvPr>
          <p:cNvSpPr/>
          <p:nvPr/>
        </p:nvSpPr>
        <p:spPr>
          <a:xfrm>
            <a:off x="8598372" y="3790005"/>
            <a:ext cx="492370" cy="55704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Left 4">
            <a:extLst>
              <a:ext uri="{FF2B5EF4-FFF2-40B4-BE49-F238E27FC236}">
                <a16:creationId xmlns:a16="http://schemas.microsoft.com/office/drawing/2014/main" id="{82447078-2C77-45A8-B5E3-D95065E72F86}"/>
              </a:ext>
            </a:extLst>
          </p:cNvPr>
          <p:cNvSpPr/>
          <p:nvPr/>
        </p:nvSpPr>
        <p:spPr>
          <a:xfrm>
            <a:off x="4923692" y="5164853"/>
            <a:ext cx="1045029" cy="3693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2245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Hands-on: Creating First OData Service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pPr marL="285750" indent="-285750">
              <a:buFont typeface="Arial" panose="020B0604020202020204" pitchFamily="34" charset="0"/>
              <a:buChar char="•"/>
            </a:pPr>
            <a:r>
              <a:rPr lang="en-US" dirty="0"/>
              <a:t>Create your own first OData Service by following the steps written in the previous Slides.</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B7A8B849-7D93-4FF2-80EF-FE179C0933A8}"/>
              </a:ext>
            </a:extLst>
          </p:cNvPr>
          <p:cNvPicPr>
            <a:picLocks noChangeAspect="1"/>
          </p:cNvPicPr>
          <p:nvPr/>
        </p:nvPicPr>
        <p:blipFill>
          <a:blip r:embed="rId3"/>
          <a:stretch>
            <a:fillRect/>
          </a:stretch>
        </p:blipFill>
        <p:spPr>
          <a:xfrm>
            <a:off x="3895725" y="1856309"/>
            <a:ext cx="7641981" cy="1979612"/>
          </a:xfrm>
          <a:prstGeom prst="rect">
            <a:avLst/>
          </a:prstGeom>
        </p:spPr>
      </p:pic>
    </p:spTree>
    <p:extLst>
      <p:ext uri="{BB962C8B-B14F-4D97-AF65-F5344CB8AC3E}">
        <p14:creationId xmlns:p14="http://schemas.microsoft.com/office/powerpoint/2010/main" val="22066230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prstClr val="black"/>
                </a:solidFill>
                <a:latin typeface="Cooper Black" panose="0208090404030B020404" pitchFamily="18" charset="0"/>
              </a:rPr>
              <a:t>Runtime Artifacts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575194" cy="3138423"/>
          </a:xfrm>
          <a:prstGeom prst="rect">
            <a:avLst/>
          </a:prstGeom>
          <a:noFill/>
        </p:spPr>
        <p:txBody>
          <a:bodyPr wrap="square" rtlCol="0">
            <a:spAutoFit/>
          </a:bodyPr>
          <a:lstStyle/>
          <a:p>
            <a:pPr algn="just" defTabSz="914126"/>
            <a:r>
              <a:rPr lang="en-US" sz="1799" dirty="0">
                <a:solidFill>
                  <a:prstClr val="black"/>
                </a:solidFill>
                <a:latin typeface="Calibri"/>
              </a:rPr>
              <a:t>When we create a service there are 2 types of code which developer/system needs</a:t>
            </a:r>
          </a:p>
          <a:p>
            <a:pPr marL="342900" indent="-342900" algn="just" defTabSz="914126">
              <a:buAutoNum type="arabicPeriod"/>
            </a:pPr>
            <a:r>
              <a:rPr lang="en-US" sz="1799" dirty="0">
                <a:solidFill>
                  <a:prstClr val="black"/>
                </a:solidFill>
                <a:latin typeface="Calibri"/>
              </a:rPr>
              <a:t>Metadata code – which serve metadata of the service, it will be generated by system automatically every time we change the service a new code will generate overwriting old code by SAP. This code is generated in MPC – model provider class</a:t>
            </a:r>
          </a:p>
          <a:p>
            <a:pPr lvl="1" algn="just" defTabSz="914126"/>
            <a:r>
              <a:rPr lang="en-US" b="1" dirty="0">
                <a:highlight>
                  <a:srgbClr val="FFFF00"/>
                </a:highlight>
              </a:rPr>
              <a:t>MPC</a:t>
            </a:r>
            <a:r>
              <a:rPr lang="en-US" dirty="0"/>
              <a:t> = Model Provider Class (metadata) = </a:t>
            </a:r>
            <a:r>
              <a:rPr lang="en-US" dirty="0">
                <a:highlight>
                  <a:srgbClr val="FFFF00"/>
                </a:highlight>
              </a:rPr>
              <a:t>where all the abap code will be generated which will have the code for metadata</a:t>
            </a:r>
            <a:endParaRPr lang="en-US" sz="1799" dirty="0">
              <a:solidFill>
                <a:prstClr val="black"/>
              </a:solidFill>
              <a:highlight>
                <a:srgbClr val="FFFF00"/>
              </a:highlight>
              <a:latin typeface="Calibri"/>
            </a:endParaRPr>
          </a:p>
          <a:p>
            <a:pPr marL="342900" indent="-342900" algn="just" defTabSz="914126">
              <a:buAutoNum type="arabicPeriod"/>
            </a:pPr>
            <a:r>
              <a:rPr lang="en-US" sz="1799" dirty="0">
                <a:solidFill>
                  <a:prstClr val="black"/>
                </a:solidFill>
                <a:latin typeface="Calibri"/>
              </a:rPr>
              <a:t>Service Code – which is required as service implementation for performing CURDQ functionality. This code will be written by developer in a class called DPC = Data provider class.</a:t>
            </a:r>
          </a:p>
          <a:p>
            <a:pPr lvl="1" algn="just" defTabSz="914126"/>
            <a:r>
              <a:rPr lang="en-US" b="1" dirty="0">
                <a:highlight>
                  <a:srgbClr val="FFFF00"/>
                </a:highlight>
              </a:rPr>
              <a:t>DPC</a:t>
            </a:r>
            <a:r>
              <a:rPr lang="en-US" dirty="0"/>
              <a:t> = Data Provider Class (data operations CRUDQ) = </a:t>
            </a:r>
            <a:r>
              <a:rPr lang="en-US" dirty="0">
                <a:highlight>
                  <a:srgbClr val="FFFF00"/>
                </a:highlight>
              </a:rPr>
              <a:t>Contains all the implementation of CURDQ. It will get for each entityset 5 methods.</a:t>
            </a:r>
            <a:endParaRPr lang="en-US" sz="1799" dirty="0">
              <a:solidFill>
                <a:prstClr val="black"/>
              </a:solidFill>
              <a:highlight>
                <a:srgbClr val="FFFF00"/>
              </a:highlight>
              <a:latin typeface="Calibri"/>
            </a:endParaRPr>
          </a:p>
          <a:p>
            <a:pPr defTabSz="914126"/>
            <a:r>
              <a:rPr lang="en-US" sz="1799" dirty="0">
                <a:solidFill>
                  <a:prstClr val="black"/>
                </a:solidFill>
                <a:latin typeface="Calibri"/>
              </a:rPr>
              <a:t>What if a developer need to customize the SAP generated code</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grpSp>
        <p:nvGrpSpPr>
          <p:cNvPr id="6" name="Group 5">
            <a:extLst>
              <a:ext uri="{FF2B5EF4-FFF2-40B4-BE49-F238E27FC236}">
                <a16:creationId xmlns:a16="http://schemas.microsoft.com/office/drawing/2014/main" id="{3AD21484-BE02-44AE-854D-E10906F6C309}"/>
              </a:ext>
            </a:extLst>
          </p:cNvPr>
          <p:cNvGrpSpPr/>
          <p:nvPr/>
        </p:nvGrpSpPr>
        <p:grpSpPr>
          <a:xfrm>
            <a:off x="1264850" y="3940320"/>
            <a:ext cx="8728551" cy="2699019"/>
            <a:chOff x="182833" y="2905328"/>
            <a:chExt cx="10094966" cy="3423035"/>
          </a:xfrm>
        </p:grpSpPr>
        <p:sp>
          <p:nvSpPr>
            <p:cNvPr id="7" name="Rectangle 6">
              <a:extLst>
                <a:ext uri="{FF2B5EF4-FFF2-40B4-BE49-F238E27FC236}">
                  <a16:creationId xmlns:a16="http://schemas.microsoft.com/office/drawing/2014/main" id="{CF057C8F-20BC-4144-9082-362D5F9CDFA8}"/>
                </a:ext>
              </a:extLst>
            </p:cNvPr>
            <p:cNvSpPr/>
            <p:nvPr/>
          </p:nvSpPr>
          <p:spPr>
            <a:xfrm>
              <a:off x="1701924" y="3068960"/>
              <a:ext cx="3168352" cy="100811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Model provider class MPC class</a:t>
              </a:r>
            </a:p>
          </p:txBody>
        </p:sp>
        <p:sp>
          <p:nvSpPr>
            <p:cNvPr id="9" name="Oval 8">
              <a:extLst>
                <a:ext uri="{FF2B5EF4-FFF2-40B4-BE49-F238E27FC236}">
                  <a16:creationId xmlns:a16="http://schemas.microsoft.com/office/drawing/2014/main" id="{77EBC801-453B-4C71-88A3-D642DF934921}"/>
                </a:ext>
              </a:extLst>
            </p:cNvPr>
            <p:cNvSpPr/>
            <p:nvPr/>
          </p:nvSpPr>
          <p:spPr>
            <a:xfrm>
              <a:off x="1165249" y="2905328"/>
              <a:ext cx="1080120" cy="432048"/>
            </a:xfrm>
            <a:prstGeom prst="ellipse">
              <a:avLst/>
            </a:prstGeom>
            <a:solidFill>
              <a:srgbClr val="00B0F0"/>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SAP</a:t>
              </a:r>
            </a:p>
          </p:txBody>
        </p:sp>
        <p:sp>
          <p:nvSpPr>
            <p:cNvPr id="10" name="Flowchart: Summing Junction 9">
              <a:extLst>
                <a:ext uri="{FF2B5EF4-FFF2-40B4-BE49-F238E27FC236}">
                  <a16:creationId xmlns:a16="http://schemas.microsoft.com/office/drawing/2014/main" id="{03CA90C2-1D0A-4D03-B7A9-DADEF0D44C1F}"/>
                </a:ext>
              </a:extLst>
            </p:cNvPr>
            <p:cNvSpPr/>
            <p:nvPr/>
          </p:nvSpPr>
          <p:spPr>
            <a:xfrm>
              <a:off x="4518572" y="3717032"/>
              <a:ext cx="351704" cy="360040"/>
            </a:xfrm>
            <a:prstGeom prst="flowChartSummingJunction">
              <a:avLst/>
            </a:prstGeom>
            <a:solidFill>
              <a:srgbClr val="FF0000"/>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11" name="Rectangle 10">
              <a:extLst>
                <a:ext uri="{FF2B5EF4-FFF2-40B4-BE49-F238E27FC236}">
                  <a16:creationId xmlns:a16="http://schemas.microsoft.com/office/drawing/2014/main" id="{CEE3F4DB-8E97-4177-945D-330142A54279}"/>
                </a:ext>
              </a:extLst>
            </p:cNvPr>
            <p:cNvSpPr/>
            <p:nvPr/>
          </p:nvSpPr>
          <p:spPr>
            <a:xfrm>
              <a:off x="1701924" y="5158301"/>
              <a:ext cx="3168352" cy="100811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MPC_EXT</a:t>
              </a:r>
            </a:p>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Here we should write our code</a:t>
              </a:r>
            </a:p>
          </p:txBody>
        </p:sp>
        <p:cxnSp>
          <p:nvCxnSpPr>
            <p:cNvPr id="12" name="Straight Arrow Connector 11">
              <a:extLst>
                <a:ext uri="{FF2B5EF4-FFF2-40B4-BE49-F238E27FC236}">
                  <a16:creationId xmlns:a16="http://schemas.microsoft.com/office/drawing/2014/main" id="{46A00299-8D3F-440F-B6D5-57FCAD55246B}"/>
                </a:ext>
              </a:extLst>
            </p:cNvPr>
            <p:cNvCxnSpPr>
              <a:cxnSpLocks/>
              <a:stCxn id="11" idx="0"/>
              <a:endCxn id="7" idx="2"/>
            </p:cNvCxnSpPr>
            <p:nvPr/>
          </p:nvCxnSpPr>
          <p:spPr>
            <a:xfrm flipV="1">
              <a:off x="3286100" y="4077072"/>
              <a:ext cx="0" cy="1081229"/>
            </a:xfrm>
            <a:prstGeom prst="straightConnector1">
              <a:avLst/>
            </a:prstGeom>
            <a:noFill/>
            <a:ln w="9525" cap="flat" cmpd="sng" algn="ctr">
              <a:solidFill>
                <a:srgbClr val="262767">
                  <a:shade val="95000"/>
                  <a:satMod val="105000"/>
                </a:srgbClr>
              </a:solidFill>
              <a:prstDash val="solid"/>
              <a:tailEnd type="triangle"/>
            </a:ln>
            <a:effectLst/>
          </p:spPr>
        </p:cxnSp>
        <p:sp>
          <p:nvSpPr>
            <p:cNvPr id="13" name="Star: 5 Points 12">
              <a:extLst>
                <a:ext uri="{FF2B5EF4-FFF2-40B4-BE49-F238E27FC236}">
                  <a16:creationId xmlns:a16="http://schemas.microsoft.com/office/drawing/2014/main" id="{E48B0858-C456-4A7C-AC71-62B1986F829A}"/>
                </a:ext>
              </a:extLst>
            </p:cNvPr>
            <p:cNvSpPr/>
            <p:nvPr/>
          </p:nvSpPr>
          <p:spPr>
            <a:xfrm>
              <a:off x="4230540" y="5815923"/>
              <a:ext cx="576064" cy="360040"/>
            </a:xfrm>
            <a:prstGeom prst="star5">
              <a:avLst/>
            </a:prstGeom>
            <a:solidFill>
              <a:srgbClr val="00B050"/>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14" name="TextBox 13">
              <a:extLst>
                <a:ext uri="{FF2B5EF4-FFF2-40B4-BE49-F238E27FC236}">
                  <a16:creationId xmlns:a16="http://schemas.microsoft.com/office/drawing/2014/main" id="{FBEF584B-BDF8-440F-A6DC-0A5A46EBC940}"/>
                </a:ext>
              </a:extLst>
            </p:cNvPr>
            <p:cNvSpPr txBox="1"/>
            <p:nvPr/>
          </p:nvSpPr>
          <p:spPr>
            <a:xfrm>
              <a:off x="182833" y="3429000"/>
              <a:ext cx="1519091" cy="553998"/>
            </a:xfrm>
            <a:prstGeom prst="rect">
              <a:avLst/>
            </a:prstGeom>
            <a:noFill/>
          </p:spPr>
          <p:txBody>
            <a:bodyPr wrap="square" rtlCol="0">
              <a:spAutoFit/>
            </a:bodyPr>
            <a:lstStyle/>
            <a:p>
              <a:pPr defTabSz="1218987"/>
              <a:r>
                <a:rPr lang="en-US" b="1" dirty="0">
                  <a:solidFill>
                    <a:prstClr val="black"/>
                  </a:solidFill>
                  <a:latin typeface="Segoe UI"/>
                </a:rPr>
                <a:t>Metadata</a:t>
              </a:r>
            </a:p>
            <a:p>
              <a:pPr defTabSz="1218987"/>
              <a:r>
                <a:rPr lang="en-US" sz="1200" b="1" dirty="0">
                  <a:solidFill>
                    <a:prstClr val="black"/>
                  </a:solidFill>
                  <a:latin typeface="Segoe UI"/>
                </a:rPr>
                <a:t>Types of entities</a:t>
              </a:r>
            </a:p>
          </p:txBody>
        </p:sp>
        <p:sp>
          <p:nvSpPr>
            <p:cNvPr id="15" name="Rectangle 14">
              <a:extLst>
                <a:ext uri="{FF2B5EF4-FFF2-40B4-BE49-F238E27FC236}">
                  <a16:creationId xmlns:a16="http://schemas.microsoft.com/office/drawing/2014/main" id="{E6BDD2B7-C1F5-4B07-ACF6-6ADD13D9080A}"/>
                </a:ext>
              </a:extLst>
            </p:cNvPr>
            <p:cNvSpPr/>
            <p:nvPr/>
          </p:nvSpPr>
          <p:spPr>
            <a:xfrm>
              <a:off x="6389367" y="3074577"/>
              <a:ext cx="3888432" cy="1011779"/>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Data Provider class</a:t>
              </a:r>
            </a:p>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DPC class</a:t>
              </a:r>
            </a:p>
          </p:txBody>
        </p:sp>
        <p:sp>
          <p:nvSpPr>
            <p:cNvPr id="16" name="Rectangle 15">
              <a:extLst>
                <a:ext uri="{FF2B5EF4-FFF2-40B4-BE49-F238E27FC236}">
                  <a16:creationId xmlns:a16="http://schemas.microsoft.com/office/drawing/2014/main" id="{D167F32D-4CF3-465C-A256-0364C587A637}"/>
                </a:ext>
              </a:extLst>
            </p:cNvPr>
            <p:cNvSpPr/>
            <p:nvPr/>
          </p:nvSpPr>
          <p:spPr>
            <a:xfrm>
              <a:off x="6877072" y="5167851"/>
              <a:ext cx="3168352" cy="100811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DPC_EXT</a:t>
              </a:r>
            </a:p>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CURD Functionality</a:t>
              </a:r>
            </a:p>
          </p:txBody>
        </p:sp>
        <p:cxnSp>
          <p:nvCxnSpPr>
            <p:cNvPr id="17" name="Straight Arrow Connector 16">
              <a:extLst>
                <a:ext uri="{FF2B5EF4-FFF2-40B4-BE49-F238E27FC236}">
                  <a16:creationId xmlns:a16="http://schemas.microsoft.com/office/drawing/2014/main" id="{0B6354DE-8C0C-41F6-8256-65E7422ECB87}"/>
                </a:ext>
              </a:extLst>
            </p:cNvPr>
            <p:cNvCxnSpPr>
              <a:cxnSpLocks/>
              <a:stCxn id="16" idx="0"/>
            </p:cNvCxnSpPr>
            <p:nvPr/>
          </p:nvCxnSpPr>
          <p:spPr>
            <a:xfrm flipV="1">
              <a:off x="8461248" y="4086622"/>
              <a:ext cx="0" cy="1081229"/>
            </a:xfrm>
            <a:prstGeom prst="straightConnector1">
              <a:avLst/>
            </a:prstGeom>
            <a:noFill/>
            <a:ln w="9525" cap="flat" cmpd="sng" algn="ctr">
              <a:solidFill>
                <a:srgbClr val="262767">
                  <a:shade val="95000"/>
                  <a:satMod val="105000"/>
                </a:srgbClr>
              </a:solidFill>
              <a:prstDash val="solid"/>
              <a:tailEnd type="triangle"/>
            </a:ln>
            <a:effectLst/>
          </p:spPr>
        </p:cxnSp>
        <p:sp>
          <p:nvSpPr>
            <p:cNvPr id="18" name="Star: 5 Points 17">
              <a:extLst>
                <a:ext uri="{FF2B5EF4-FFF2-40B4-BE49-F238E27FC236}">
                  <a16:creationId xmlns:a16="http://schemas.microsoft.com/office/drawing/2014/main" id="{6692332C-77E4-4D38-915A-320B3D7BE204}"/>
                </a:ext>
              </a:extLst>
            </p:cNvPr>
            <p:cNvSpPr/>
            <p:nvPr/>
          </p:nvSpPr>
          <p:spPr>
            <a:xfrm>
              <a:off x="4382940" y="5968323"/>
              <a:ext cx="576064" cy="360040"/>
            </a:xfrm>
            <a:prstGeom prst="star5">
              <a:avLst/>
            </a:prstGeom>
            <a:solidFill>
              <a:srgbClr val="00B050"/>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EB346321-7E79-481E-9A53-C74B6C21413F}"/>
                </a:ext>
              </a:extLst>
            </p:cNvPr>
            <p:cNvSpPr/>
            <p:nvPr/>
          </p:nvSpPr>
          <p:spPr>
            <a:xfrm>
              <a:off x="4382940" y="4365104"/>
              <a:ext cx="3079621" cy="534309"/>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PROJ_SRV</a:t>
              </a:r>
            </a:p>
          </p:txBody>
        </p:sp>
      </p:grpSp>
      <p:sp>
        <p:nvSpPr>
          <p:cNvPr id="21" name="TextBox 20">
            <a:extLst>
              <a:ext uri="{FF2B5EF4-FFF2-40B4-BE49-F238E27FC236}">
                <a16:creationId xmlns:a16="http://schemas.microsoft.com/office/drawing/2014/main" id="{10059859-1F8A-4E92-AFDD-18DC60B3FB5E}"/>
              </a:ext>
            </a:extLst>
          </p:cNvPr>
          <p:cNvSpPr txBox="1"/>
          <p:nvPr/>
        </p:nvSpPr>
        <p:spPr>
          <a:xfrm>
            <a:off x="9993401" y="4703291"/>
            <a:ext cx="2220613" cy="1815882"/>
          </a:xfrm>
          <a:prstGeom prst="rect">
            <a:avLst/>
          </a:prstGeom>
          <a:noFill/>
        </p:spPr>
        <p:txBody>
          <a:bodyPr wrap="square" rtlCol="0">
            <a:spAutoFit/>
          </a:bodyPr>
          <a:lstStyle/>
          <a:p>
            <a:r>
              <a:rPr lang="en-US" sz="1400" dirty="0"/>
              <a:t>Whenever a </a:t>
            </a:r>
            <a:r>
              <a:rPr lang="en-US" sz="1400" dirty="0" err="1"/>
              <a:t>entitySet</a:t>
            </a:r>
            <a:r>
              <a:rPr lang="en-US" sz="1400" dirty="0"/>
              <a:t> is created, in Each entity 5 methods will be created –</a:t>
            </a:r>
          </a:p>
          <a:p>
            <a:r>
              <a:rPr lang="en-US" sz="1400" dirty="0"/>
              <a:t>OBJECT_GET_ENTITYSET</a:t>
            </a:r>
          </a:p>
          <a:p>
            <a:r>
              <a:rPr lang="en-US" sz="1400" dirty="0"/>
              <a:t>OBJECT_GET_ENTITY</a:t>
            </a:r>
          </a:p>
          <a:p>
            <a:r>
              <a:rPr lang="en-US" sz="1400" dirty="0"/>
              <a:t>OBJECT_CREATE_ENTITY</a:t>
            </a:r>
          </a:p>
          <a:p>
            <a:r>
              <a:rPr lang="en-US" sz="1400" dirty="0"/>
              <a:t>OBJECT_UPDATE_ENTITY</a:t>
            </a:r>
          </a:p>
          <a:p>
            <a:r>
              <a:rPr lang="en-US" sz="1400" dirty="0"/>
              <a:t>OBJECT_DELETE_ENTITY</a:t>
            </a:r>
          </a:p>
        </p:txBody>
      </p:sp>
      <p:cxnSp>
        <p:nvCxnSpPr>
          <p:cNvPr id="4" name="Straight Arrow Connector 3">
            <a:extLst>
              <a:ext uri="{FF2B5EF4-FFF2-40B4-BE49-F238E27FC236}">
                <a16:creationId xmlns:a16="http://schemas.microsoft.com/office/drawing/2014/main" id="{DD1F6BB6-320D-489D-8185-C6777DEC67D5}"/>
              </a:ext>
            </a:extLst>
          </p:cNvPr>
          <p:cNvCxnSpPr/>
          <p:nvPr/>
        </p:nvCxnSpPr>
        <p:spPr>
          <a:xfrm>
            <a:off x="9792479" y="5972175"/>
            <a:ext cx="3040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3142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18914"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rPr>
              <a:t>Building Get Entity Set Method for ProductSet</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mn-cs"/>
              </a:rPr>
              <a:t>ProductSet</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dirty="0">
                <a:solidFill>
                  <a:prstClr val="black"/>
                </a:solidFill>
                <a:latin typeface="Calibri" panose="020F0502020204030204"/>
              </a:rPr>
              <a:t>Get EntitySet method(with filter, top and skip) in DPC Extension  (Class Builder tcode- </a:t>
            </a:r>
            <a:r>
              <a:rPr lang="en-US" b="1" dirty="0">
                <a:solidFill>
                  <a:prstClr val="black"/>
                </a:solidFill>
                <a:latin typeface="Calibri" panose="020F0502020204030204"/>
              </a:rPr>
              <a:t>se24</a:t>
            </a:r>
            <a:r>
              <a:rPr lang="en-US" dirty="0">
                <a:solidFill>
                  <a:prstClr val="black"/>
                </a:solidFill>
                <a:latin typeface="Calibri" panose="020F0502020204030204"/>
              </a:rPr>
              <a:t>)</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AECBB02-A318-4BDB-A665-A8893C67A678}"/>
              </a:ext>
            </a:extLst>
          </p:cNvPr>
          <p:cNvPicPr>
            <a:picLocks noChangeAspect="1"/>
          </p:cNvPicPr>
          <p:nvPr/>
        </p:nvPicPr>
        <p:blipFill>
          <a:blip r:embed="rId3"/>
          <a:stretch>
            <a:fillRect/>
          </a:stretch>
        </p:blipFill>
        <p:spPr>
          <a:xfrm>
            <a:off x="424871" y="1426866"/>
            <a:ext cx="3825582" cy="1969575"/>
          </a:xfrm>
          <a:prstGeom prst="rect">
            <a:avLst/>
          </a:prstGeom>
        </p:spPr>
        <p:style>
          <a:lnRef idx="2">
            <a:schemeClr val="dk1"/>
          </a:lnRef>
          <a:fillRef idx="1">
            <a:schemeClr val="lt1"/>
          </a:fillRef>
          <a:effectRef idx="0">
            <a:schemeClr val="dk1"/>
          </a:effectRef>
          <a:fontRef idx="minor">
            <a:schemeClr val="dk1"/>
          </a:fontRef>
        </p:style>
      </p:pic>
      <p:pic>
        <p:nvPicPr>
          <p:cNvPr id="7" name="Picture 6">
            <a:extLst>
              <a:ext uri="{FF2B5EF4-FFF2-40B4-BE49-F238E27FC236}">
                <a16:creationId xmlns:a16="http://schemas.microsoft.com/office/drawing/2014/main" id="{618A748E-CF17-4CD5-8BFE-36868CADE80B}"/>
              </a:ext>
            </a:extLst>
          </p:cNvPr>
          <p:cNvPicPr>
            <a:picLocks noChangeAspect="1"/>
          </p:cNvPicPr>
          <p:nvPr/>
        </p:nvPicPr>
        <p:blipFill rotWithShape="1">
          <a:blip r:embed="rId4"/>
          <a:srcRect t="8381" r="29952" b="10997"/>
          <a:stretch/>
        </p:blipFill>
        <p:spPr>
          <a:xfrm>
            <a:off x="5545915" y="1420609"/>
            <a:ext cx="6049625" cy="3372455"/>
          </a:xfrm>
          <a:prstGeom prst="rect">
            <a:avLst/>
          </a:prstGeom>
        </p:spPr>
        <p:style>
          <a:lnRef idx="2">
            <a:schemeClr val="dk1"/>
          </a:lnRef>
          <a:fillRef idx="1">
            <a:schemeClr val="lt1"/>
          </a:fillRef>
          <a:effectRef idx="0">
            <a:schemeClr val="dk1"/>
          </a:effectRef>
          <a:fontRef idx="minor">
            <a:schemeClr val="dk1"/>
          </a:fontRef>
        </p:style>
      </p:pic>
      <p:pic>
        <p:nvPicPr>
          <p:cNvPr id="9" name="Picture 8">
            <a:extLst>
              <a:ext uri="{FF2B5EF4-FFF2-40B4-BE49-F238E27FC236}">
                <a16:creationId xmlns:a16="http://schemas.microsoft.com/office/drawing/2014/main" id="{6756E161-56DE-48E7-AD4D-F5091AA4C287}"/>
              </a:ext>
            </a:extLst>
          </p:cNvPr>
          <p:cNvPicPr>
            <a:picLocks noChangeAspect="1"/>
          </p:cNvPicPr>
          <p:nvPr/>
        </p:nvPicPr>
        <p:blipFill rotWithShape="1">
          <a:blip r:embed="rId5"/>
          <a:srcRect r="21122"/>
          <a:stretch/>
        </p:blipFill>
        <p:spPr>
          <a:xfrm>
            <a:off x="424871" y="3719139"/>
            <a:ext cx="4915441" cy="2847692"/>
          </a:xfrm>
          <a:prstGeom prst="rect">
            <a:avLst/>
          </a:prstGeom>
        </p:spPr>
        <p:style>
          <a:lnRef idx="2">
            <a:schemeClr val="dk1"/>
          </a:lnRef>
          <a:fillRef idx="1">
            <a:schemeClr val="lt1"/>
          </a:fillRef>
          <a:effectRef idx="0">
            <a:schemeClr val="dk1"/>
          </a:effectRef>
          <a:fontRef idx="minor">
            <a:schemeClr val="dk1"/>
          </a:fontRef>
        </p:style>
      </p:pic>
      <p:sp>
        <p:nvSpPr>
          <p:cNvPr id="3" name="Arrow: Right 2">
            <a:extLst>
              <a:ext uri="{FF2B5EF4-FFF2-40B4-BE49-F238E27FC236}">
                <a16:creationId xmlns:a16="http://schemas.microsoft.com/office/drawing/2014/main" id="{F6BF3F09-91F0-4EBD-B3AF-3113B4311C73}"/>
              </a:ext>
            </a:extLst>
          </p:cNvPr>
          <p:cNvSpPr/>
          <p:nvPr/>
        </p:nvSpPr>
        <p:spPr>
          <a:xfrm>
            <a:off x="4456057" y="2225458"/>
            <a:ext cx="884255"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5697374-FCE0-4988-86EB-BBAFE5698772}"/>
              </a:ext>
            </a:extLst>
          </p:cNvPr>
          <p:cNvSpPr txBox="1"/>
          <p:nvPr/>
        </p:nvSpPr>
        <p:spPr>
          <a:xfrm>
            <a:off x="5545915" y="5142985"/>
            <a:ext cx="4743597" cy="923330"/>
          </a:xfrm>
          <a:prstGeom prst="rect">
            <a:avLst/>
          </a:prstGeom>
          <a:noFill/>
        </p:spPr>
        <p:txBody>
          <a:bodyPr wrap="square" rtlCol="0">
            <a:spAutoFit/>
          </a:bodyPr>
          <a:lstStyle/>
          <a:p>
            <a:r>
              <a:rPr lang="en-US" dirty="0"/>
              <a:t>After adding the code just activate the service.</a:t>
            </a:r>
          </a:p>
          <a:p>
            <a:r>
              <a:rPr lang="en-US" dirty="0">
                <a:solidFill>
                  <a:schemeClr val="accent6"/>
                </a:solidFill>
              </a:rPr>
              <a:t>Code for PRODUCTSET_GET_ENTITYSET:</a:t>
            </a:r>
          </a:p>
          <a:p>
            <a:r>
              <a:rPr lang="en-US" dirty="0">
                <a:hlinkClick r:id="rId6"/>
              </a:rPr>
              <a:t>GetEntitySet</a:t>
            </a:r>
            <a:endParaRPr lang="en-US" dirty="0"/>
          </a:p>
        </p:txBody>
      </p:sp>
    </p:spTree>
    <p:extLst>
      <p:ext uri="{BB962C8B-B14F-4D97-AF65-F5344CB8AC3E}">
        <p14:creationId xmlns:p14="http://schemas.microsoft.com/office/powerpoint/2010/main" val="16952004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10198571"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dirty="0">
                <a:solidFill>
                  <a:prstClr val="black"/>
                </a:solidFill>
                <a:latin typeface="Cooper Black" panose="0208090404030B020404" pitchFamily="18" charset="0"/>
                <a:ea typeface="+mn-ea"/>
                <a:cs typeface="+mn-cs"/>
              </a:rPr>
              <a:t>Test the Get Entity Set in Browser</a:t>
            </a:r>
            <a:endPar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923330"/>
          </a:xfrm>
          <a:prstGeom prst="rect">
            <a:avLst/>
          </a:prstGeom>
          <a:noFill/>
        </p:spPr>
        <p:txBody>
          <a:bodyPr wrap="square" rtlCol="0">
            <a:spAutoFit/>
          </a:bodyPr>
          <a:lstStyle/>
          <a:p>
            <a:pPr marL="285750" indent="-285750">
              <a:buFont typeface="Wingdings" panose="05000000000000000000" pitchFamily="2" charset="2"/>
              <a:buChar cha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enter the Tcode - </a:t>
            </a:r>
            <a:r>
              <a:rPr kumimoji="0" lang="en-US" sz="1800" b="0" i="0" u="none" strike="noStrike" kern="1200" cap="none" spc="0" normalizeH="0" baseline="0" noProof="0" dirty="0">
                <a:ln>
                  <a:noFill/>
                </a:ln>
                <a:solidFill>
                  <a:schemeClr val="accent6"/>
                </a:solidFill>
                <a:effectLst/>
                <a:uLnTx/>
                <a:uFillTx/>
                <a:latin typeface="Calibri" panose="020F0502020204030204"/>
                <a:ea typeface="+mn-ea"/>
                <a:cs typeface="+mn-cs"/>
              </a:rPr>
              <a:t>/</a:t>
            </a:r>
            <a:r>
              <a:rPr lang="en-US" dirty="0">
                <a:solidFill>
                  <a:schemeClr val="accent6"/>
                </a:solidFill>
                <a:latin typeface="Calibri" panose="020F0502020204030204"/>
              </a:rPr>
              <a:t>n/iwfnd/maint_service </a:t>
            </a:r>
            <a:r>
              <a:rPr lang="en-US" dirty="0">
                <a:solidFill>
                  <a:prstClr val="black"/>
                </a:solidFill>
                <a:latin typeface="Calibri" panose="020F0502020204030204"/>
              </a:rPr>
              <a:t>and, there search our service using the filter option.</a:t>
            </a:r>
          </a:p>
          <a:p>
            <a:pPr marL="285750" indent="-285750">
              <a:buFont typeface="Wingdings" panose="05000000000000000000" pitchFamily="2" charset="2"/>
              <a:buChar char="§"/>
            </a:pPr>
            <a:r>
              <a:rPr lang="en-US" dirty="0">
                <a:solidFill>
                  <a:prstClr val="black"/>
                </a:solidFill>
                <a:latin typeface="Calibri" panose="020F0502020204030204"/>
              </a:rPr>
              <a:t>Now select the service and press the Call Browser button to open it in the Browser window.</a:t>
            </a:r>
          </a:p>
          <a:p>
            <a:pPr marL="285750" indent="-285750">
              <a:buFont typeface="Wingdings" panose="05000000000000000000" pitchFamily="2" charset="2"/>
              <a:buChar char="§"/>
            </a:pPr>
            <a:r>
              <a:rPr lang="en-US" dirty="0">
                <a:solidFill>
                  <a:prstClr val="black"/>
                </a:solidFill>
                <a:latin typeface="Calibri" panose="020F0502020204030204"/>
              </a:rPr>
              <a:t>Just add </a:t>
            </a:r>
            <a:r>
              <a:rPr lang="en-US" dirty="0">
                <a:solidFill>
                  <a:schemeClr val="accent6"/>
                </a:solidFill>
                <a:latin typeface="Calibri" panose="020F0502020204030204"/>
              </a:rPr>
              <a:t>/ProductSet </a:t>
            </a:r>
            <a:r>
              <a:rPr lang="en-US" dirty="0">
                <a:solidFill>
                  <a:prstClr val="black"/>
                </a:solidFill>
                <a:latin typeface="Calibri" panose="020F0502020204030204"/>
              </a:rPr>
              <a:t>at the end of the service to call the get product get entity set method</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5D8DB59B-601D-49E2-BE5C-50821D9ADB06}"/>
              </a:ext>
            </a:extLst>
          </p:cNvPr>
          <p:cNvPicPr>
            <a:picLocks noChangeAspect="1"/>
          </p:cNvPicPr>
          <p:nvPr/>
        </p:nvPicPr>
        <p:blipFill rotWithShape="1">
          <a:blip r:embed="rId3"/>
          <a:srcRect r="20448" b="11175"/>
          <a:stretch/>
        </p:blipFill>
        <p:spPr>
          <a:xfrm>
            <a:off x="398163" y="1742882"/>
            <a:ext cx="2757019" cy="2194185"/>
          </a:xfrm>
          <a:prstGeom prst="rect">
            <a:avLst/>
          </a:prstGeom>
        </p:spPr>
      </p:pic>
      <p:pic>
        <p:nvPicPr>
          <p:cNvPr id="7" name="Picture 6">
            <a:extLst>
              <a:ext uri="{FF2B5EF4-FFF2-40B4-BE49-F238E27FC236}">
                <a16:creationId xmlns:a16="http://schemas.microsoft.com/office/drawing/2014/main" id="{05DAEDCF-B7E7-48FF-A927-8411DBD33713}"/>
              </a:ext>
            </a:extLst>
          </p:cNvPr>
          <p:cNvPicPr>
            <a:picLocks noChangeAspect="1"/>
          </p:cNvPicPr>
          <p:nvPr/>
        </p:nvPicPr>
        <p:blipFill rotWithShape="1">
          <a:blip r:embed="rId4"/>
          <a:srcRect r="16159" b="14573"/>
          <a:stretch/>
        </p:blipFill>
        <p:spPr>
          <a:xfrm>
            <a:off x="398163" y="4353434"/>
            <a:ext cx="2757019" cy="1959945"/>
          </a:xfrm>
          <a:prstGeom prst="rect">
            <a:avLst/>
          </a:prstGeom>
        </p:spPr>
      </p:pic>
      <p:sp>
        <p:nvSpPr>
          <p:cNvPr id="3" name="Arrow: Right 2">
            <a:extLst>
              <a:ext uri="{FF2B5EF4-FFF2-40B4-BE49-F238E27FC236}">
                <a16:creationId xmlns:a16="http://schemas.microsoft.com/office/drawing/2014/main" id="{FE631925-8080-4B1E-A83B-E72BEAD68591}"/>
              </a:ext>
            </a:extLst>
          </p:cNvPr>
          <p:cNvSpPr/>
          <p:nvPr/>
        </p:nvSpPr>
        <p:spPr>
          <a:xfrm>
            <a:off x="3903909" y="3960585"/>
            <a:ext cx="1266092"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Down 3">
            <a:extLst>
              <a:ext uri="{FF2B5EF4-FFF2-40B4-BE49-F238E27FC236}">
                <a16:creationId xmlns:a16="http://schemas.microsoft.com/office/drawing/2014/main" id="{9E8551E7-BB62-44B1-94F9-37BBF62B0F7E}"/>
              </a:ext>
            </a:extLst>
          </p:cNvPr>
          <p:cNvSpPr/>
          <p:nvPr/>
        </p:nvSpPr>
        <p:spPr>
          <a:xfrm>
            <a:off x="1768510" y="3937068"/>
            <a:ext cx="301450" cy="4163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10C3C7F-2120-4EC8-AA40-333AB86C940D}"/>
              </a:ext>
            </a:extLst>
          </p:cNvPr>
          <p:cNvPicPr>
            <a:picLocks noChangeAspect="1"/>
          </p:cNvPicPr>
          <p:nvPr/>
        </p:nvPicPr>
        <p:blipFill>
          <a:blip r:embed="rId5"/>
          <a:stretch>
            <a:fillRect/>
          </a:stretch>
        </p:blipFill>
        <p:spPr>
          <a:xfrm>
            <a:off x="5384021" y="1745042"/>
            <a:ext cx="5996657" cy="4518533"/>
          </a:xfrm>
          <a:prstGeom prst="rect">
            <a:avLst/>
          </a:prstGeom>
        </p:spPr>
        <p:style>
          <a:lnRef idx="2">
            <a:schemeClr val="dk1"/>
          </a:lnRef>
          <a:fillRef idx="1">
            <a:schemeClr val="lt1"/>
          </a:fillRef>
          <a:effectRef idx="0">
            <a:schemeClr val="dk1"/>
          </a:effectRef>
          <a:fontRef idx="minor">
            <a:schemeClr val="dk1"/>
          </a:fontRef>
        </p:style>
      </p:pic>
      <p:sp>
        <p:nvSpPr>
          <p:cNvPr id="12" name="TextBox 11">
            <a:extLst>
              <a:ext uri="{FF2B5EF4-FFF2-40B4-BE49-F238E27FC236}">
                <a16:creationId xmlns:a16="http://schemas.microsoft.com/office/drawing/2014/main" id="{E97982D5-3B11-481E-952B-87BECBFF4341}"/>
              </a:ext>
            </a:extLst>
          </p:cNvPr>
          <p:cNvSpPr txBox="1"/>
          <p:nvPr/>
        </p:nvSpPr>
        <p:spPr>
          <a:xfrm>
            <a:off x="6933362" y="6313379"/>
            <a:ext cx="3617407" cy="369332"/>
          </a:xfrm>
          <a:prstGeom prst="rect">
            <a:avLst/>
          </a:prstGeom>
          <a:noFill/>
        </p:spPr>
        <p:txBody>
          <a:bodyPr wrap="square" rtlCol="0">
            <a:spAutoFit/>
          </a:bodyPr>
          <a:lstStyle/>
          <a:p>
            <a:r>
              <a:rPr lang="en-US" dirty="0"/>
              <a:t>Calling the ProductSet in browser</a:t>
            </a:r>
          </a:p>
        </p:txBody>
      </p:sp>
    </p:spTree>
    <p:extLst>
      <p:ext uri="{BB962C8B-B14F-4D97-AF65-F5344CB8AC3E}">
        <p14:creationId xmlns:p14="http://schemas.microsoft.com/office/powerpoint/2010/main" val="28840580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rPr>
              <a:t>Go to DPC Extension class of our service and redefine the method  PRODUCTSET_GET_ENTITY and put the below provided code. </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itle 3">
            <a:extLst>
              <a:ext uri="{FF2B5EF4-FFF2-40B4-BE49-F238E27FC236}">
                <a16:creationId xmlns:a16="http://schemas.microsoft.com/office/drawing/2014/main" id="{5841C0E6-B7A1-447B-B516-FCCE8EB87DB6}"/>
              </a:ext>
            </a:extLst>
          </p:cNvPr>
          <p:cNvSpPr txBox="1">
            <a:spLocks/>
          </p:cNvSpPr>
          <p:nvPr/>
        </p:nvSpPr>
        <p:spPr>
          <a:xfrm>
            <a:off x="261763" y="188641"/>
            <a:ext cx="10198571"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rPr>
              <a:t>Building Get Entity Method</a:t>
            </a:r>
          </a:p>
        </p:txBody>
      </p:sp>
      <p:pic>
        <p:nvPicPr>
          <p:cNvPr id="7" name="Picture 6">
            <a:extLst>
              <a:ext uri="{FF2B5EF4-FFF2-40B4-BE49-F238E27FC236}">
                <a16:creationId xmlns:a16="http://schemas.microsoft.com/office/drawing/2014/main" id="{DE3CD4BA-9E68-468B-9A3E-969C71127C9C}"/>
              </a:ext>
            </a:extLst>
          </p:cNvPr>
          <p:cNvPicPr>
            <a:picLocks noChangeAspect="1"/>
          </p:cNvPicPr>
          <p:nvPr/>
        </p:nvPicPr>
        <p:blipFill rotWithShape="1">
          <a:blip r:embed="rId3"/>
          <a:srcRect t="10355" r="25109" b="8792"/>
          <a:stretch/>
        </p:blipFill>
        <p:spPr>
          <a:xfrm>
            <a:off x="261763" y="1874686"/>
            <a:ext cx="4938973" cy="3774230"/>
          </a:xfrm>
          <a:prstGeom prst="rect">
            <a:avLst/>
          </a:prstGeom>
        </p:spPr>
      </p:pic>
      <p:pic>
        <p:nvPicPr>
          <p:cNvPr id="9" name="Picture 8">
            <a:hlinkClick r:id="rId4"/>
            <a:extLst>
              <a:ext uri="{FF2B5EF4-FFF2-40B4-BE49-F238E27FC236}">
                <a16:creationId xmlns:a16="http://schemas.microsoft.com/office/drawing/2014/main" id="{C4E513FD-DAB7-45B8-A5D6-D960641D03A5}"/>
              </a:ext>
            </a:extLst>
          </p:cNvPr>
          <p:cNvPicPr>
            <a:picLocks noChangeAspect="1"/>
          </p:cNvPicPr>
          <p:nvPr/>
        </p:nvPicPr>
        <p:blipFill>
          <a:blip r:embed="rId5"/>
          <a:stretch>
            <a:fillRect/>
          </a:stretch>
        </p:blipFill>
        <p:spPr>
          <a:xfrm>
            <a:off x="6734364" y="1874686"/>
            <a:ext cx="5363014" cy="3773451"/>
          </a:xfrm>
          <a:prstGeom prst="rect">
            <a:avLst/>
          </a:prstGeom>
        </p:spPr>
      </p:pic>
      <p:sp>
        <p:nvSpPr>
          <p:cNvPr id="3" name="Arrow: Right 2">
            <a:extLst>
              <a:ext uri="{FF2B5EF4-FFF2-40B4-BE49-F238E27FC236}">
                <a16:creationId xmlns:a16="http://schemas.microsoft.com/office/drawing/2014/main" id="{0610EDB4-92BC-4836-9A28-84F79F27DFB2}"/>
              </a:ext>
            </a:extLst>
          </p:cNvPr>
          <p:cNvSpPr/>
          <p:nvPr/>
        </p:nvSpPr>
        <p:spPr>
          <a:xfrm>
            <a:off x="5548364" y="3690981"/>
            <a:ext cx="773723"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8B85F4D-EEBC-41D9-9301-7B39CF8ACDCA}"/>
              </a:ext>
            </a:extLst>
          </p:cNvPr>
          <p:cNvSpPr txBox="1"/>
          <p:nvPr/>
        </p:nvSpPr>
        <p:spPr>
          <a:xfrm>
            <a:off x="6734464" y="5755744"/>
            <a:ext cx="4809523" cy="646331"/>
          </a:xfrm>
          <a:prstGeom prst="rect">
            <a:avLst/>
          </a:prstGeom>
          <a:noFill/>
        </p:spPr>
        <p:txBody>
          <a:bodyPr wrap="square" rtlCol="0">
            <a:spAutoFit/>
          </a:bodyPr>
          <a:lstStyle/>
          <a:p>
            <a:r>
              <a:rPr lang="en-US" dirty="0">
                <a:solidFill>
                  <a:schemeClr val="accent6"/>
                </a:solidFill>
              </a:rPr>
              <a:t>Code for PRODUCTSET_GET_ENTITY:</a:t>
            </a:r>
          </a:p>
          <a:p>
            <a:r>
              <a:rPr lang="en-US" dirty="0" err="1">
                <a:hlinkClick r:id="rId4"/>
              </a:rPr>
              <a:t>GetEntity</a:t>
            </a:r>
            <a:endParaRPr lang="en-US" dirty="0"/>
          </a:p>
        </p:txBody>
      </p:sp>
    </p:spTree>
    <p:extLst>
      <p:ext uri="{BB962C8B-B14F-4D97-AF65-F5344CB8AC3E}">
        <p14:creationId xmlns:p14="http://schemas.microsoft.com/office/powerpoint/2010/main" val="18699563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Postman</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138680"/>
          </a:xfrm>
          <a:prstGeom prst="rect">
            <a:avLst/>
          </a:prstGeom>
          <a:noFill/>
        </p:spPr>
        <p:txBody>
          <a:bodyPr wrap="square" rtlCol="0">
            <a:spAutoFit/>
          </a:bodyPr>
          <a:lstStyle/>
          <a:p>
            <a:pPr marL="285750" indent="-285750" algn="just" defTabSz="914126">
              <a:buFontTx/>
              <a:buChar char="-"/>
            </a:pPr>
            <a:r>
              <a:rPr lang="en-US" sz="1799" dirty="0">
                <a:solidFill>
                  <a:prstClr val="black"/>
                </a:solidFill>
                <a:latin typeface="Calibri"/>
              </a:rPr>
              <a:t>Postman is a free tool which can be used to test any kind of REST/OData Services outside of the system. This allows us to consume the data as if an external consumer would really do.</a:t>
            </a:r>
          </a:p>
          <a:p>
            <a:pPr marL="285750" indent="-285750" algn="just" defTabSz="914126">
              <a:buFontTx/>
              <a:buChar char="-"/>
            </a:pPr>
            <a:r>
              <a:rPr kumimoji="0" lang="en-US" sz="1800"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Postman is an API platform for building and using APIs. Postman simplifies each step of the API lifecycle and streamlines collaboration so you can create better APIs—faster.</a:t>
            </a:r>
            <a:endParaRPr kumimoji="0" lang="en-US" sz="1799" i="0" u="none" strike="noStrike" kern="1200" cap="none" spc="0" normalizeH="0" baseline="0" noProof="0" dirty="0">
              <a:ln>
                <a:noFill/>
              </a:ln>
              <a:solidFill>
                <a:prstClr val="black"/>
              </a:solidFill>
              <a:effectLst/>
              <a:uLnTx/>
              <a:uFillTx/>
              <a:latin typeface="Calibri"/>
              <a:ea typeface="+mn-ea"/>
              <a:cs typeface="Calibri" panose="020F0502020204030204" pitchFamily="34" charset="0"/>
            </a:endParaRPr>
          </a:p>
          <a:p>
            <a:pPr marL="285750" indent="-285750" algn="just" defTabSz="914126">
              <a:buFontTx/>
              <a:buChar char="-"/>
            </a:pPr>
            <a:r>
              <a:rPr lang="en-US" sz="1799" dirty="0">
                <a:solidFill>
                  <a:prstClr val="black"/>
                </a:solidFill>
                <a:latin typeface="Calibri"/>
              </a:rPr>
              <a:t>As an ABAP developer, you can develop postman collection and deliver it to Fiori Developers for consumption to showcase, what our service is capable of.</a:t>
            </a:r>
          </a:p>
          <a:p>
            <a:pPr marL="285750" indent="-285750" algn="just" defTabSz="914126">
              <a:buFontTx/>
              <a:buChar char="-"/>
            </a:pPr>
            <a:r>
              <a:rPr lang="en-US" dirty="0">
                <a:solidFill>
                  <a:srgbClr val="202124"/>
                </a:solidFill>
              </a:rPr>
              <a:t>Postman can run GET, POST, PUT, PATCH, MERGE, DELETE, and various other request methods as well, and has utilities to help with developing APIs. </a:t>
            </a:r>
            <a:r>
              <a:rPr lang="en-US" b="1" dirty="0">
                <a:solidFill>
                  <a:srgbClr val="202124"/>
                </a:solidFill>
              </a:rPr>
              <a:t>Free and paid versions</a:t>
            </a:r>
            <a:r>
              <a:rPr lang="en-US" dirty="0">
                <a:solidFill>
                  <a:srgbClr val="202124"/>
                </a:solidFill>
              </a:rPr>
              <a:t> are available for Mac, Windows, Linux, and as a Chrome app.</a:t>
            </a:r>
          </a:p>
          <a:p>
            <a:pPr marL="285750" indent="-285750" algn="just" defTabSz="914126">
              <a:buFontTx/>
              <a:buChar char="-"/>
            </a:pPr>
            <a:r>
              <a:rPr lang="en-US" dirty="0">
                <a:solidFill>
                  <a:srgbClr val="202124"/>
                </a:solidFill>
              </a:rPr>
              <a:t>You can Download the postman tool from the link give below: </a:t>
            </a:r>
            <a:r>
              <a:rPr lang="en-US" dirty="0">
                <a:hlinkClick r:id="rId3"/>
              </a:rPr>
              <a:t>https://www.postman.com/downloads/</a:t>
            </a:r>
            <a:endParaRPr lang="en-US" dirty="0"/>
          </a:p>
          <a:p>
            <a:pPr lvl="1" algn="just" defTabSz="914126"/>
            <a:endParaRPr lang="en-US" sz="1799" dirty="0">
              <a:solidFill>
                <a:prstClr val="black"/>
              </a:solidFill>
              <a:latin typeface="Calibri"/>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7" name="Picture 2">
            <a:extLst>
              <a:ext uri="{FF2B5EF4-FFF2-40B4-BE49-F238E27FC236}">
                <a16:creationId xmlns:a16="http://schemas.microsoft.com/office/drawing/2014/main" id="{0E200E29-E2BB-4F85-8893-32CE3DF7F9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50305" y="4290188"/>
            <a:ext cx="1788722" cy="1788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360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Postman App Layout</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dirty="0"/>
              <a:t>The below screen shot shows a basic layout of a request in Postman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4E3E7E9B-D63E-4F2A-B36D-DB78953A8BD4}"/>
              </a:ext>
            </a:extLst>
          </p:cNvPr>
          <p:cNvPicPr>
            <a:picLocks noChangeAspect="1"/>
          </p:cNvPicPr>
          <p:nvPr/>
        </p:nvPicPr>
        <p:blipFill>
          <a:blip r:embed="rId3"/>
          <a:stretch>
            <a:fillRect/>
          </a:stretch>
        </p:blipFill>
        <p:spPr>
          <a:xfrm>
            <a:off x="964507" y="1325025"/>
            <a:ext cx="9756155" cy="5388043"/>
          </a:xfrm>
          <a:prstGeom prst="rect">
            <a:avLst/>
          </a:prstGeom>
        </p:spPr>
      </p:pic>
    </p:spTree>
    <p:extLst>
      <p:ext uri="{BB962C8B-B14F-4D97-AF65-F5344CB8AC3E}">
        <p14:creationId xmlns:p14="http://schemas.microsoft.com/office/powerpoint/2010/main" val="9140401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Setting Basic Auth in Postman </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5" y="779090"/>
            <a:ext cx="3894600" cy="369332"/>
          </a:xfrm>
          <a:prstGeom prst="rect">
            <a:avLst/>
          </a:prstGeom>
          <a:noFill/>
        </p:spPr>
        <p:txBody>
          <a:bodyPr wrap="square" rtlCol="0">
            <a:spAutoFit/>
          </a:bodyPr>
          <a:lstStyle/>
          <a:p>
            <a:r>
              <a:rPr lang="en-US" dirty="0"/>
              <a:t>Step 1: Go to the </a:t>
            </a:r>
            <a:r>
              <a:rPr lang="en-US" b="1" dirty="0">
                <a:solidFill>
                  <a:schemeClr val="accent6"/>
                </a:solidFill>
              </a:rPr>
              <a:t>Authorization</a:t>
            </a:r>
            <a:r>
              <a:rPr lang="en-US" dirty="0"/>
              <a:t> section.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458708D5-BE86-4AE5-91E8-794BC682F448}"/>
              </a:ext>
            </a:extLst>
          </p:cNvPr>
          <p:cNvPicPr>
            <a:picLocks noChangeAspect="1"/>
          </p:cNvPicPr>
          <p:nvPr/>
        </p:nvPicPr>
        <p:blipFill>
          <a:blip r:embed="rId3"/>
          <a:stretch>
            <a:fillRect/>
          </a:stretch>
        </p:blipFill>
        <p:spPr>
          <a:xfrm>
            <a:off x="261764" y="1239457"/>
            <a:ext cx="2743259" cy="998828"/>
          </a:xfrm>
          <a:prstGeom prst="rect">
            <a:avLst/>
          </a:prstGeom>
        </p:spPr>
      </p:pic>
      <p:sp>
        <p:nvSpPr>
          <p:cNvPr id="9" name="TextBox 8">
            <a:extLst>
              <a:ext uri="{FF2B5EF4-FFF2-40B4-BE49-F238E27FC236}">
                <a16:creationId xmlns:a16="http://schemas.microsoft.com/office/drawing/2014/main" id="{43911D6D-CE2F-4166-882A-32AF4A1C2A0E}"/>
              </a:ext>
            </a:extLst>
          </p:cNvPr>
          <p:cNvSpPr txBox="1"/>
          <p:nvPr/>
        </p:nvSpPr>
        <p:spPr>
          <a:xfrm>
            <a:off x="261764" y="2417390"/>
            <a:ext cx="3312709" cy="369332"/>
          </a:xfrm>
          <a:prstGeom prst="rect">
            <a:avLst/>
          </a:prstGeom>
          <a:noFill/>
        </p:spPr>
        <p:txBody>
          <a:bodyPr wrap="square" rtlCol="0">
            <a:spAutoFit/>
          </a:bodyPr>
          <a:lstStyle/>
          <a:p>
            <a:r>
              <a:rPr lang="en-US" dirty="0"/>
              <a:t>Step 2: Select </a:t>
            </a:r>
            <a:r>
              <a:rPr lang="en-US" b="1" dirty="0">
                <a:solidFill>
                  <a:schemeClr val="accent6"/>
                </a:solidFill>
              </a:rPr>
              <a:t>Basic Auth</a:t>
            </a:r>
            <a:r>
              <a:rPr lang="en-US" dirty="0">
                <a:solidFill>
                  <a:schemeClr val="accent6"/>
                </a:solidFill>
              </a:rPr>
              <a:t> </a:t>
            </a:r>
            <a:r>
              <a:rPr lang="en-US" dirty="0"/>
              <a:t>as Type</a:t>
            </a:r>
          </a:p>
        </p:txBody>
      </p:sp>
      <p:pic>
        <p:nvPicPr>
          <p:cNvPr id="6" name="Picture 5">
            <a:extLst>
              <a:ext uri="{FF2B5EF4-FFF2-40B4-BE49-F238E27FC236}">
                <a16:creationId xmlns:a16="http://schemas.microsoft.com/office/drawing/2014/main" id="{2FD1830C-F4F5-4322-9EBF-D6A2BA01E746}"/>
              </a:ext>
            </a:extLst>
          </p:cNvPr>
          <p:cNvPicPr>
            <a:picLocks noChangeAspect="1"/>
          </p:cNvPicPr>
          <p:nvPr/>
        </p:nvPicPr>
        <p:blipFill>
          <a:blip r:embed="rId4"/>
          <a:stretch>
            <a:fillRect/>
          </a:stretch>
        </p:blipFill>
        <p:spPr>
          <a:xfrm>
            <a:off x="261764" y="3000252"/>
            <a:ext cx="3059789" cy="3425557"/>
          </a:xfrm>
          <a:prstGeom prst="rect">
            <a:avLst/>
          </a:prstGeom>
        </p:spPr>
      </p:pic>
      <p:cxnSp>
        <p:nvCxnSpPr>
          <p:cNvPr id="10" name="Straight Connector 9">
            <a:extLst>
              <a:ext uri="{FF2B5EF4-FFF2-40B4-BE49-F238E27FC236}">
                <a16:creationId xmlns:a16="http://schemas.microsoft.com/office/drawing/2014/main" id="{6B01DC08-F16D-4597-B5A5-8F92504820D0}"/>
              </a:ext>
            </a:extLst>
          </p:cNvPr>
          <p:cNvCxnSpPr>
            <a:cxnSpLocks/>
          </p:cNvCxnSpPr>
          <p:nvPr/>
        </p:nvCxnSpPr>
        <p:spPr>
          <a:xfrm>
            <a:off x="4592782" y="696191"/>
            <a:ext cx="0" cy="5943148"/>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4D403FA-1846-44E2-97A2-21032BD32B10}"/>
              </a:ext>
            </a:extLst>
          </p:cNvPr>
          <p:cNvSpPr txBox="1"/>
          <p:nvPr/>
        </p:nvSpPr>
        <p:spPr>
          <a:xfrm>
            <a:off x="4592782" y="779090"/>
            <a:ext cx="6787896" cy="369332"/>
          </a:xfrm>
          <a:prstGeom prst="rect">
            <a:avLst/>
          </a:prstGeom>
          <a:noFill/>
        </p:spPr>
        <p:txBody>
          <a:bodyPr wrap="square" rtlCol="0">
            <a:spAutoFit/>
          </a:bodyPr>
          <a:lstStyle/>
          <a:p>
            <a:r>
              <a:rPr lang="en-US" dirty="0"/>
              <a:t>Step 3: Set the Username and Password.</a:t>
            </a:r>
          </a:p>
        </p:txBody>
      </p:sp>
      <p:pic>
        <p:nvPicPr>
          <p:cNvPr id="14" name="Picture 13">
            <a:extLst>
              <a:ext uri="{FF2B5EF4-FFF2-40B4-BE49-F238E27FC236}">
                <a16:creationId xmlns:a16="http://schemas.microsoft.com/office/drawing/2014/main" id="{CE2BC205-A82A-47F4-AEE2-2C9E18321EB1}"/>
              </a:ext>
            </a:extLst>
          </p:cNvPr>
          <p:cNvPicPr>
            <a:picLocks noChangeAspect="1"/>
          </p:cNvPicPr>
          <p:nvPr/>
        </p:nvPicPr>
        <p:blipFill>
          <a:blip r:embed="rId5"/>
          <a:stretch>
            <a:fillRect/>
          </a:stretch>
        </p:blipFill>
        <p:spPr>
          <a:xfrm>
            <a:off x="4845702" y="1231321"/>
            <a:ext cx="6119578" cy="1498242"/>
          </a:xfrm>
          <a:prstGeom prst="rect">
            <a:avLst/>
          </a:prstGeom>
        </p:spPr>
      </p:pic>
      <p:sp>
        <p:nvSpPr>
          <p:cNvPr id="17" name="TextBox 16">
            <a:extLst>
              <a:ext uri="{FF2B5EF4-FFF2-40B4-BE49-F238E27FC236}">
                <a16:creationId xmlns:a16="http://schemas.microsoft.com/office/drawing/2014/main" id="{343EA730-8E4F-4CBD-BB12-DA7D7C60A8AB}"/>
              </a:ext>
            </a:extLst>
          </p:cNvPr>
          <p:cNvSpPr txBox="1"/>
          <p:nvPr/>
        </p:nvSpPr>
        <p:spPr>
          <a:xfrm>
            <a:off x="4641688" y="2968538"/>
            <a:ext cx="6787896" cy="369332"/>
          </a:xfrm>
          <a:prstGeom prst="rect">
            <a:avLst/>
          </a:prstGeom>
          <a:noFill/>
        </p:spPr>
        <p:txBody>
          <a:bodyPr wrap="square" rtlCol="0">
            <a:spAutoFit/>
          </a:bodyPr>
          <a:lstStyle/>
          <a:p>
            <a:r>
              <a:rPr lang="en-US" dirty="0"/>
              <a:t>Step 4: Save.</a:t>
            </a:r>
          </a:p>
        </p:txBody>
      </p:sp>
      <p:pic>
        <p:nvPicPr>
          <p:cNvPr id="16" name="Picture 15">
            <a:extLst>
              <a:ext uri="{FF2B5EF4-FFF2-40B4-BE49-F238E27FC236}">
                <a16:creationId xmlns:a16="http://schemas.microsoft.com/office/drawing/2014/main" id="{465ED1EE-60C4-4224-B45B-42D45F530057}"/>
              </a:ext>
            </a:extLst>
          </p:cNvPr>
          <p:cNvPicPr>
            <a:picLocks noChangeAspect="1"/>
          </p:cNvPicPr>
          <p:nvPr/>
        </p:nvPicPr>
        <p:blipFill>
          <a:blip r:embed="rId6"/>
          <a:stretch>
            <a:fillRect/>
          </a:stretch>
        </p:blipFill>
        <p:spPr>
          <a:xfrm>
            <a:off x="4845702" y="3520131"/>
            <a:ext cx="6449028" cy="2456542"/>
          </a:xfrm>
          <a:prstGeom prst="rect">
            <a:avLst/>
          </a:prstGeom>
        </p:spPr>
      </p:pic>
    </p:spTree>
    <p:extLst>
      <p:ext uri="{BB962C8B-B14F-4D97-AF65-F5344CB8AC3E}">
        <p14:creationId xmlns:p14="http://schemas.microsoft.com/office/powerpoint/2010/main" val="21811297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10118755"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rPr>
              <a:t>Building </a:t>
            </a:r>
            <a:r>
              <a:rPr lang="en-IN" sz="3600" dirty="0">
                <a:solidFill>
                  <a:prstClr val="black"/>
                </a:solidFill>
                <a:latin typeface="Cooper Black" panose="0208090404030B020404" pitchFamily="18" charset="0"/>
                <a:ea typeface="+mn-ea"/>
                <a:cs typeface="+mn-cs"/>
              </a:rPr>
              <a:t>Create</a:t>
            </a:r>
            <a:r>
              <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rPr>
              <a:t>Entity</a:t>
            </a:r>
            <a:r>
              <a:rPr lang="en-IN" sz="3600" dirty="0">
                <a:solidFill>
                  <a:prstClr val="black"/>
                </a:solidFill>
                <a:latin typeface="Cooper Black" panose="0208090404030B020404" pitchFamily="18" charset="0"/>
                <a:ea typeface="+mn-ea"/>
                <a:cs typeface="+mn-cs"/>
              </a:rPr>
              <a:t>(POST)</a:t>
            </a:r>
            <a:r>
              <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rPr>
              <a:t> Method</a:t>
            </a:r>
          </a:p>
          <a:p>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pPr algn="just"/>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rPr>
              <a:t>To implement the Create operation in our odata service, go to DPC Extension class of over service and redefine the method  PRODUCTSET_CREATE_ENTITY </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4F6FB20-C82E-4F1B-B70B-0C5F36FBF94B}"/>
              </a:ext>
            </a:extLst>
          </p:cNvPr>
          <p:cNvPicPr>
            <a:picLocks noChangeAspect="1"/>
          </p:cNvPicPr>
          <p:nvPr/>
        </p:nvPicPr>
        <p:blipFill rotWithShape="1">
          <a:blip r:embed="rId3"/>
          <a:srcRect t="21867" r="15538" b="5633"/>
          <a:stretch/>
        </p:blipFill>
        <p:spPr>
          <a:xfrm>
            <a:off x="261762" y="1634435"/>
            <a:ext cx="5289827" cy="3948619"/>
          </a:xfrm>
          <a:prstGeom prst="rect">
            <a:avLst/>
          </a:prstGeom>
        </p:spPr>
      </p:pic>
      <p:pic>
        <p:nvPicPr>
          <p:cNvPr id="7" name="Picture 6">
            <a:extLst>
              <a:ext uri="{FF2B5EF4-FFF2-40B4-BE49-F238E27FC236}">
                <a16:creationId xmlns:a16="http://schemas.microsoft.com/office/drawing/2014/main" id="{40DA8942-661F-46ED-BA50-3EC409BCFCD7}"/>
              </a:ext>
            </a:extLst>
          </p:cNvPr>
          <p:cNvPicPr>
            <a:picLocks noChangeAspect="1"/>
          </p:cNvPicPr>
          <p:nvPr/>
        </p:nvPicPr>
        <p:blipFill>
          <a:blip r:embed="rId4"/>
          <a:stretch>
            <a:fillRect/>
          </a:stretch>
        </p:blipFill>
        <p:spPr>
          <a:xfrm>
            <a:off x="6640408" y="1634435"/>
            <a:ext cx="5289827" cy="4027247"/>
          </a:xfrm>
          <a:prstGeom prst="rect">
            <a:avLst/>
          </a:prstGeom>
        </p:spPr>
      </p:pic>
      <p:sp>
        <p:nvSpPr>
          <p:cNvPr id="3" name="Arrow: Right 2">
            <a:extLst>
              <a:ext uri="{FF2B5EF4-FFF2-40B4-BE49-F238E27FC236}">
                <a16:creationId xmlns:a16="http://schemas.microsoft.com/office/drawing/2014/main" id="{3909DDF9-B92D-4B24-AB05-24758CD14CC7}"/>
              </a:ext>
            </a:extLst>
          </p:cNvPr>
          <p:cNvSpPr/>
          <p:nvPr/>
        </p:nvSpPr>
        <p:spPr>
          <a:xfrm>
            <a:off x="5777802" y="3512127"/>
            <a:ext cx="720974" cy="4067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3E394AF-30B0-4476-B1B5-3FEF035E3B6E}"/>
              </a:ext>
            </a:extLst>
          </p:cNvPr>
          <p:cNvSpPr txBox="1"/>
          <p:nvPr/>
        </p:nvSpPr>
        <p:spPr>
          <a:xfrm>
            <a:off x="384464" y="6068291"/>
            <a:ext cx="4700002" cy="646331"/>
          </a:xfrm>
          <a:prstGeom prst="rect">
            <a:avLst/>
          </a:prstGeom>
          <a:noFill/>
        </p:spPr>
        <p:txBody>
          <a:bodyPr wrap="square" rtlCol="0">
            <a:spAutoFit/>
          </a:bodyPr>
          <a:lstStyle/>
          <a:p>
            <a:r>
              <a:rPr lang="en-US" dirty="0">
                <a:solidFill>
                  <a:schemeClr val="accent6"/>
                </a:solidFill>
              </a:rPr>
              <a:t>Code for PRODUCTSET_CREATE_ENTITY:</a:t>
            </a:r>
            <a:r>
              <a:rPr lang="en-US" dirty="0"/>
              <a:t> </a:t>
            </a:r>
            <a:r>
              <a:rPr lang="en-US" dirty="0">
                <a:hlinkClick r:id="rId5"/>
              </a:rPr>
              <a:t>CreateProductEntity</a:t>
            </a:r>
            <a:endParaRPr lang="en-US" dirty="0"/>
          </a:p>
        </p:txBody>
      </p:sp>
    </p:spTree>
    <p:extLst>
      <p:ext uri="{BB962C8B-B14F-4D97-AF65-F5344CB8AC3E}">
        <p14:creationId xmlns:p14="http://schemas.microsoft.com/office/powerpoint/2010/main" val="25530902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18914"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Testing Create Method at Sap Gateway client</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r>
              <a:rPr lang="en-US" b="1" dirty="0">
                <a:solidFill>
                  <a:prstClr val="black"/>
                </a:solidFill>
                <a:latin typeface="Calibri" panose="020F0502020204030204"/>
              </a:rPr>
              <a:t>Step:1</a:t>
            </a:r>
            <a:r>
              <a:rPr lang="en-US" dirty="0">
                <a:solidFill>
                  <a:prstClr val="black"/>
                </a:solidFill>
                <a:latin typeface="Calibri" panose="020F0502020204030204"/>
              </a:rPr>
              <a:t> Go to sap service maintance(tcode- </a:t>
            </a:r>
            <a:r>
              <a:rPr lang="en-US" b="1" dirty="0">
                <a:solidFill>
                  <a:prstClr val="black"/>
                </a:solidFill>
                <a:latin typeface="Calibri" panose="020F0502020204030204"/>
              </a:rPr>
              <a:t>/iwfnd/maint_service</a:t>
            </a:r>
            <a:r>
              <a:rPr lang="en-US" dirty="0">
                <a:solidFill>
                  <a:prstClr val="black"/>
                </a:solidFill>
                <a:latin typeface="Calibri" panose="020F0502020204030204"/>
              </a:rPr>
              <a:t>) and search for the service and then select the service and click on the sap gateway client</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C2BF6E93-6467-4D37-8AF4-5B167D994FD6}"/>
              </a:ext>
            </a:extLst>
          </p:cNvPr>
          <p:cNvPicPr>
            <a:picLocks noChangeAspect="1"/>
          </p:cNvPicPr>
          <p:nvPr/>
        </p:nvPicPr>
        <p:blipFill>
          <a:blip r:embed="rId3"/>
          <a:stretch>
            <a:fillRect/>
          </a:stretch>
        </p:blipFill>
        <p:spPr>
          <a:xfrm>
            <a:off x="261763" y="1967130"/>
            <a:ext cx="5150745" cy="3353015"/>
          </a:xfrm>
          <a:prstGeom prst="rect">
            <a:avLst/>
          </a:prstGeom>
        </p:spPr>
      </p:pic>
      <p:pic>
        <p:nvPicPr>
          <p:cNvPr id="7" name="Picture 6">
            <a:extLst>
              <a:ext uri="{FF2B5EF4-FFF2-40B4-BE49-F238E27FC236}">
                <a16:creationId xmlns:a16="http://schemas.microsoft.com/office/drawing/2014/main" id="{A1A99DFA-D60D-4C7D-A426-8D3EEEF31869}"/>
              </a:ext>
            </a:extLst>
          </p:cNvPr>
          <p:cNvPicPr>
            <a:picLocks noChangeAspect="1"/>
          </p:cNvPicPr>
          <p:nvPr/>
        </p:nvPicPr>
        <p:blipFill>
          <a:blip r:embed="rId4"/>
          <a:stretch>
            <a:fillRect/>
          </a:stretch>
        </p:blipFill>
        <p:spPr>
          <a:xfrm>
            <a:off x="6636331" y="1967129"/>
            <a:ext cx="5284677" cy="3353015"/>
          </a:xfrm>
          <a:prstGeom prst="rect">
            <a:avLst/>
          </a:prstGeom>
        </p:spPr>
      </p:pic>
      <p:sp>
        <p:nvSpPr>
          <p:cNvPr id="3" name="Arrow: Right 2">
            <a:extLst>
              <a:ext uri="{FF2B5EF4-FFF2-40B4-BE49-F238E27FC236}">
                <a16:creationId xmlns:a16="http://schemas.microsoft.com/office/drawing/2014/main" id="{C1374CE9-0B53-4F2E-9A2B-634268F8FBDD}"/>
              </a:ext>
            </a:extLst>
          </p:cNvPr>
          <p:cNvSpPr/>
          <p:nvPr/>
        </p:nvSpPr>
        <p:spPr>
          <a:xfrm>
            <a:off x="5551633" y="3371850"/>
            <a:ext cx="945572" cy="3429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84443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8196436"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Testing Create Method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r>
              <a:rPr lang="en-US" b="1" dirty="0">
                <a:solidFill>
                  <a:prstClr val="black"/>
                </a:solidFill>
                <a:latin typeface="Calibri" panose="020F0502020204030204"/>
              </a:rPr>
              <a:t>Step:2</a:t>
            </a:r>
            <a:r>
              <a:rPr lang="en-US" dirty="0">
                <a:solidFill>
                  <a:prstClr val="black"/>
                </a:solidFill>
                <a:latin typeface="Calibri" panose="020F0502020204030204"/>
              </a:rPr>
              <a:t> Go to sap service maintance(tcode- </a:t>
            </a:r>
            <a:r>
              <a:rPr lang="en-US" b="1" dirty="0">
                <a:solidFill>
                  <a:prstClr val="black"/>
                </a:solidFill>
                <a:latin typeface="Calibri" panose="020F0502020204030204"/>
              </a:rPr>
              <a:t>/iwfnd/maint_service</a:t>
            </a:r>
            <a:r>
              <a:rPr lang="en-US" dirty="0">
                <a:solidFill>
                  <a:prstClr val="black"/>
                </a:solidFill>
                <a:latin typeface="Calibri" panose="020F0502020204030204"/>
              </a:rPr>
              <a:t>) and search for the service and then select the service and click on the sap gateway client</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90CCECD6-2B2B-4317-A199-54782F18F657}"/>
              </a:ext>
            </a:extLst>
          </p:cNvPr>
          <p:cNvPicPr>
            <a:picLocks noChangeAspect="1"/>
          </p:cNvPicPr>
          <p:nvPr/>
        </p:nvPicPr>
        <p:blipFill>
          <a:blip r:embed="rId3"/>
          <a:stretch>
            <a:fillRect/>
          </a:stretch>
        </p:blipFill>
        <p:spPr>
          <a:xfrm>
            <a:off x="261764" y="2014293"/>
            <a:ext cx="5632481" cy="4064617"/>
          </a:xfrm>
          <a:prstGeom prst="rect">
            <a:avLst/>
          </a:prstGeom>
        </p:spPr>
      </p:pic>
      <p:pic>
        <p:nvPicPr>
          <p:cNvPr id="7" name="Picture 6">
            <a:extLst>
              <a:ext uri="{FF2B5EF4-FFF2-40B4-BE49-F238E27FC236}">
                <a16:creationId xmlns:a16="http://schemas.microsoft.com/office/drawing/2014/main" id="{E7315C22-07EB-421E-8C75-D990FC0F50FF}"/>
              </a:ext>
            </a:extLst>
          </p:cNvPr>
          <p:cNvPicPr>
            <a:picLocks noChangeAspect="1"/>
          </p:cNvPicPr>
          <p:nvPr/>
        </p:nvPicPr>
        <p:blipFill>
          <a:blip r:embed="rId4"/>
          <a:stretch>
            <a:fillRect/>
          </a:stretch>
        </p:blipFill>
        <p:spPr>
          <a:xfrm>
            <a:off x="7669127" y="2014293"/>
            <a:ext cx="4261109" cy="4396841"/>
          </a:xfrm>
          <a:prstGeom prst="rect">
            <a:avLst/>
          </a:prstGeom>
        </p:spPr>
      </p:pic>
      <p:sp>
        <p:nvSpPr>
          <p:cNvPr id="3" name="Arrow: Right 2">
            <a:extLst>
              <a:ext uri="{FF2B5EF4-FFF2-40B4-BE49-F238E27FC236}">
                <a16:creationId xmlns:a16="http://schemas.microsoft.com/office/drawing/2014/main" id="{703FA2C6-756C-42A1-8B1E-D3D03132F1C2}"/>
              </a:ext>
            </a:extLst>
          </p:cNvPr>
          <p:cNvSpPr/>
          <p:nvPr/>
        </p:nvSpPr>
        <p:spPr>
          <a:xfrm>
            <a:off x="6061136" y="3709555"/>
            <a:ext cx="1406236" cy="4052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0399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8113309"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Testing Create Method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923330"/>
          </a:xfrm>
          <a:prstGeom prst="rect">
            <a:avLst/>
          </a:prstGeom>
          <a:noFill/>
        </p:spPr>
        <p:txBody>
          <a:bodyPr wrap="square" rtlCol="0">
            <a:spAutoFit/>
          </a:bodyPr>
          <a:lstStyle/>
          <a:p>
            <a:r>
              <a:rPr lang="en-US" b="1" dirty="0">
                <a:solidFill>
                  <a:prstClr val="black"/>
                </a:solidFill>
                <a:latin typeface="Calibri" panose="020F0502020204030204"/>
              </a:rPr>
              <a:t>Step:3</a:t>
            </a:r>
            <a:r>
              <a:rPr lang="en-US" dirty="0">
                <a:solidFill>
                  <a:prstClr val="black"/>
                </a:solidFill>
                <a:latin typeface="Calibri" panose="020F0502020204030204"/>
              </a:rPr>
              <a:t> Perform a getEntity in the Product set to get the payload to post (</a:t>
            </a:r>
            <a:r>
              <a:rPr lang="en-US" b="1" dirty="0">
                <a:solidFill>
                  <a:prstClr val="black"/>
                </a:solidFill>
                <a:latin typeface="Calibri" panose="020F0502020204030204"/>
              </a:rPr>
              <a:t>/sap/opu/odata/sap/Z_FIRST_SRV/ProductSet('HT-1000')?$format=json</a:t>
            </a:r>
            <a:r>
              <a:rPr lang="en-US" dirty="0">
                <a:solidFill>
                  <a:prstClr val="black"/>
                </a:solidFill>
                <a:latin typeface="Calibri" panose="020F0502020204030204"/>
              </a:rPr>
              <a:t>) and then clean the data and modify the payload as new.</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55707A2D-46DA-4C97-AA59-827D8C00992B}"/>
              </a:ext>
            </a:extLst>
          </p:cNvPr>
          <p:cNvPicPr>
            <a:picLocks noChangeAspect="1"/>
          </p:cNvPicPr>
          <p:nvPr/>
        </p:nvPicPr>
        <p:blipFill>
          <a:blip r:embed="rId3"/>
          <a:stretch>
            <a:fillRect/>
          </a:stretch>
        </p:blipFill>
        <p:spPr>
          <a:xfrm>
            <a:off x="261764" y="2057016"/>
            <a:ext cx="5315773" cy="3824238"/>
          </a:xfrm>
          <a:prstGeom prst="rect">
            <a:avLst/>
          </a:prstGeom>
        </p:spPr>
      </p:pic>
      <p:pic>
        <p:nvPicPr>
          <p:cNvPr id="7" name="Picture 2">
            <a:extLst>
              <a:ext uri="{FF2B5EF4-FFF2-40B4-BE49-F238E27FC236}">
                <a16:creationId xmlns:a16="http://schemas.microsoft.com/office/drawing/2014/main" id="{9D213D4A-6D41-4AEC-BA1C-6B9B03B60D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50782" y="2057016"/>
            <a:ext cx="4679454" cy="4017817"/>
          </a:xfrm>
          <a:prstGeom prst="rect">
            <a:avLst/>
          </a:prstGeom>
          <a:noFill/>
          <a:extLst>
            <a:ext uri="{909E8E84-426E-40DD-AFC4-6F175D3DCCD1}">
              <a14:hiddenFill xmlns:a14="http://schemas.microsoft.com/office/drawing/2010/main">
                <a:solidFill>
                  <a:srgbClr val="FFFFFF"/>
                </a:solidFill>
              </a14:hiddenFill>
            </a:ext>
          </a:extLst>
        </p:spPr>
      </p:pic>
      <p:sp>
        <p:nvSpPr>
          <p:cNvPr id="3" name="Arrow: Right 2">
            <a:extLst>
              <a:ext uri="{FF2B5EF4-FFF2-40B4-BE49-F238E27FC236}">
                <a16:creationId xmlns:a16="http://schemas.microsoft.com/office/drawing/2014/main" id="{A9233CE9-FF84-4EF9-B1FD-7EBAEC295C06}"/>
              </a:ext>
            </a:extLst>
          </p:cNvPr>
          <p:cNvSpPr/>
          <p:nvPr/>
        </p:nvSpPr>
        <p:spPr>
          <a:xfrm>
            <a:off x="5668983" y="3782291"/>
            <a:ext cx="1506681" cy="3429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07500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8279563"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Testing Create Method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Step:4</a:t>
            </a:r>
            <a:r>
              <a:rPr lang="en-US" dirty="0">
                <a:solidFill>
                  <a:prstClr val="black"/>
                </a:solidFill>
                <a:latin typeface="Calibri" panose="020F0502020204030204"/>
              </a:rPr>
              <a:t> send the post request at (</a:t>
            </a:r>
            <a:r>
              <a:rPr lang="en-US" b="1" dirty="0">
                <a:solidFill>
                  <a:prstClr val="black"/>
                </a:solidFill>
                <a:latin typeface="Calibri" panose="020F0502020204030204"/>
              </a:rPr>
              <a:t>/sap/opu/odata/sap/Z_FIRST_SRV/ProductSet</a:t>
            </a:r>
            <a:r>
              <a:rPr lang="en-US" dirty="0">
                <a:solidFill>
                  <a:prstClr val="black"/>
                </a:solidFill>
                <a:latin typeface="Calibri" panose="020F0502020204030204"/>
              </a:rPr>
              <a:t>)</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790AEDAC-0761-44A7-981C-553FAA1910A1}"/>
              </a:ext>
            </a:extLst>
          </p:cNvPr>
          <p:cNvPicPr>
            <a:picLocks noChangeAspect="1"/>
          </p:cNvPicPr>
          <p:nvPr/>
        </p:nvPicPr>
        <p:blipFill>
          <a:blip r:embed="rId3"/>
          <a:stretch>
            <a:fillRect/>
          </a:stretch>
        </p:blipFill>
        <p:spPr>
          <a:xfrm>
            <a:off x="261764" y="1213961"/>
            <a:ext cx="11443855" cy="4621175"/>
          </a:xfrm>
          <a:prstGeom prst="rect">
            <a:avLst/>
          </a:prstGeom>
        </p:spPr>
      </p:pic>
    </p:spTree>
    <p:extLst>
      <p:ext uri="{BB962C8B-B14F-4D97-AF65-F5344CB8AC3E}">
        <p14:creationId xmlns:p14="http://schemas.microsoft.com/office/powerpoint/2010/main" val="2556946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18914"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Setting the Payload for POST and PUT request</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5" y="779090"/>
            <a:ext cx="2865900" cy="369332"/>
          </a:xfrm>
          <a:prstGeom prst="rect">
            <a:avLst/>
          </a:prstGeom>
          <a:noFill/>
        </p:spPr>
        <p:txBody>
          <a:bodyPr wrap="square" rtlCol="0">
            <a:spAutoFit/>
          </a:bodyPr>
          <a:lstStyle/>
          <a:p>
            <a:r>
              <a:rPr lang="en-US" dirty="0"/>
              <a:t>Step 1: Go to Body Section.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C410C7EE-5168-4105-A6A0-65FC285226A5}"/>
              </a:ext>
            </a:extLst>
          </p:cNvPr>
          <p:cNvPicPr>
            <a:picLocks noChangeAspect="1"/>
          </p:cNvPicPr>
          <p:nvPr/>
        </p:nvPicPr>
        <p:blipFill>
          <a:blip r:embed="rId3"/>
          <a:stretch>
            <a:fillRect/>
          </a:stretch>
        </p:blipFill>
        <p:spPr>
          <a:xfrm>
            <a:off x="261764" y="1148422"/>
            <a:ext cx="4397306" cy="1563605"/>
          </a:xfrm>
          <a:prstGeom prst="rect">
            <a:avLst/>
          </a:prstGeom>
        </p:spPr>
      </p:pic>
      <p:sp>
        <p:nvSpPr>
          <p:cNvPr id="9" name="TextBox 8">
            <a:extLst>
              <a:ext uri="{FF2B5EF4-FFF2-40B4-BE49-F238E27FC236}">
                <a16:creationId xmlns:a16="http://schemas.microsoft.com/office/drawing/2014/main" id="{6DA8EB7E-C3D7-4D13-9355-49953CF3E35B}"/>
              </a:ext>
            </a:extLst>
          </p:cNvPr>
          <p:cNvSpPr txBox="1"/>
          <p:nvPr/>
        </p:nvSpPr>
        <p:spPr>
          <a:xfrm>
            <a:off x="261764" y="2712027"/>
            <a:ext cx="8715981" cy="369332"/>
          </a:xfrm>
          <a:prstGeom prst="rect">
            <a:avLst/>
          </a:prstGeom>
          <a:noFill/>
        </p:spPr>
        <p:txBody>
          <a:bodyPr wrap="square" rtlCol="0">
            <a:spAutoFit/>
          </a:bodyPr>
          <a:lstStyle/>
          <a:p>
            <a:r>
              <a:rPr lang="en-US" dirty="0"/>
              <a:t>Step 2: Select the </a:t>
            </a:r>
            <a:r>
              <a:rPr lang="en-US" b="1" dirty="0"/>
              <a:t>raw </a:t>
            </a:r>
            <a:r>
              <a:rPr lang="en-US" dirty="0"/>
              <a:t>option form the radio button and then select the data type as JSON.</a:t>
            </a:r>
          </a:p>
        </p:txBody>
      </p:sp>
      <p:pic>
        <p:nvPicPr>
          <p:cNvPr id="10" name="Picture 9">
            <a:extLst>
              <a:ext uri="{FF2B5EF4-FFF2-40B4-BE49-F238E27FC236}">
                <a16:creationId xmlns:a16="http://schemas.microsoft.com/office/drawing/2014/main" id="{9FEAD80F-600D-4884-9EA2-11333DCA3A87}"/>
              </a:ext>
            </a:extLst>
          </p:cNvPr>
          <p:cNvPicPr>
            <a:picLocks noChangeAspect="1"/>
          </p:cNvPicPr>
          <p:nvPr/>
        </p:nvPicPr>
        <p:blipFill>
          <a:blip r:embed="rId4"/>
          <a:stretch>
            <a:fillRect/>
          </a:stretch>
        </p:blipFill>
        <p:spPr>
          <a:xfrm>
            <a:off x="261764" y="3081359"/>
            <a:ext cx="6900352" cy="3214537"/>
          </a:xfrm>
          <a:prstGeom prst="rect">
            <a:avLst/>
          </a:prstGeom>
        </p:spPr>
      </p:pic>
    </p:spTree>
    <p:extLst>
      <p:ext uri="{BB962C8B-B14F-4D97-AF65-F5344CB8AC3E}">
        <p14:creationId xmlns:p14="http://schemas.microsoft.com/office/powerpoint/2010/main" val="3966556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X-CSRF Token</a:t>
            </a:r>
            <a:endParaRPr lang="en-IN" sz="3600" b="0" i="0" dirty="0">
              <a:effectLst/>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308324"/>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lang="en-US" i="0" dirty="0">
                <a:solidFill>
                  <a:srgbClr val="202124"/>
                </a:solidFill>
                <a:effectLst/>
              </a:rPr>
              <a:t>A CSRF Token is a secret, unique and unpredictable value a server-side application generates in order to protect CSRF vulnerable resources.</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lang="en-US" i="0" dirty="0">
                <a:solidFill>
                  <a:srgbClr val="202124"/>
                </a:solidFill>
                <a:effectLst/>
              </a:rPr>
              <a:t>The tokens are generated and submitted by the server-side application in a subsequent HTTP request made by the client.</a:t>
            </a:r>
            <a:endParaRPr kumimoji="0" lang="en-US" sz="1800" u="none" strike="noStrike" kern="1200" cap="none" spc="0" normalizeH="0" baseline="0" noProof="0" dirty="0">
              <a:ln>
                <a:noFill/>
              </a:ln>
              <a:solidFill>
                <a:srgbClr val="202124"/>
              </a:solidFill>
              <a:uLnTx/>
              <a:uFillTx/>
              <a:ea typeface="+mn-ea"/>
              <a:cs typeface="Calibri" panose="020F0502020204030204" pitchFamily="34" charset="0"/>
            </a:endParaRPr>
          </a:p>
          <a:p>
            <a:pPr marR="0" lvl="0" algn="just" defTabSz="914400" rtl="0" eaLnBrk="1" fontAlgn="auto" latinLnBrk="0" hangingPunct="1">
              <a:lnSpc>
                <a:spcPct val="100000"/>
              </a:lnSpc>
              <a:spcBef>
                <a:spcPts val="0"/>
              </a:spcBef>
              <a:spcAft>
                <a:spcPts val="0"/>
              </a:spcAft>
              <a:buClrTx/>
              <a:buSzTx/>
              <a:tabLst/>
              <a:defRPr/>
            </a:pPr>
            <a:r>
              <a:rPr lang="en-US" i="0" dirty="0">
                <a:solidFill>
                  <a:srgbClr val="202124"/>
                </a:solidFill>
                <a:effectLst/>
                <a:cs typeface="Calibri" panose="020F0502020204030204" pitchFamily="34" charset="0"/>
              </a:rPr>
              <a:t>Steps to Get the x-</a:t>
            </a:r>
            <a:r>
              <a:rPr lang="en-US" i="0" dirty="0" err="1">
                <a:solidFill>
                  <a:srgbClr val="202124"/>
                </a:solidFill>
                <a:effectLst/>
                <a:cs typeface="Calibri" panose="020F0502020204030204" pitchFamily="34" charset="0"/>
              </a:rPr>
              <a:t>csrf</a:t>
            </a:r>
            <a:r>
              <a:rPr lang="en-US" i="0" dirty="0">
                <a:solidFill>
                  <a:srgbClr val="202124"/>
                </a:solidFill>
                <a:effectLst/>
                <a:cs typeface="Calibri" panose="020F0502020204030204" pitchFamily="34" charset="0"/>
              </a:rPr>
              <a:t> token.</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lang="en-US" i="0" dirty="0">
                <a:solidFill>
                  <a:srgbClr val="202124"/>
                </a:solidFill>
                <a:effectLst/>
                <a:cs typeface="Calibri" panose="020F0502020204030204" pitchFamily="34" charset="0"/>
              </a:rPr>
              <a:t>To </a:t>
            </a:r>
            <a:r>
              <a:rPr lang="en-US" dirty="0">
                <a:solidFill>
                  <a:srgbClr val="202124"/>
                </a:solidFill>
                <a:cs typeface="Calibri" panose="020F0502020204030204" pitchFamily="34" charset="0"/>
              </a:rPr>
              <a:t>get the x-</a:t>
            </a:r>
            <a:r>
              <a:rPr lang="en-US" dirty="0" err="1">
                <a:solidFill>
                  <a:srgbClr val="202124"/>
                </a:solidFill>
                <a:cs typeface="Calibri" panose="020F0502020204030204" pitchFamily="34" charset="0"/>
              </a:rPr>
              <a:t>csrf</a:t>
            </a:r>
            <a:r>
              <a:rPr lang="en-US" dirty="0">
                <a:solidFill>
                  <a:srgbClr val="202124"/>
                </a:solidFill>
                <a:cs typeface="Calibri" panose="020F0502020204030204" pitchFamily="34" charset="0"/>
              </a:rPr>
              <a:t> token we need to pass the value of </a:t>
            </a:r>
            <a:r>
              <a:rPr lang="en-US" b="1" dirty="0">
                <a:solidFill>
                  <a:srgbClr val="202124"/>
                </a:solidFill>
                <a:cs typeface="Calibri" panose="020F0502020204030204" pitchFamily="34" charset="0"/>
              </a:rPr>
              <a:t>x-</a:t>
            </a:r>
            <a:r>
              <a:rPr lang="en-US" b="1" dirty="0" err="1">
                <a:solidFill>
                  <a:srgbClr val="202124"/>
                </a:solidFill>
                <a:cs typeface="Calibri" panose="020F0502020204030204" pitchFamily="34" charset="0"/>
              </a:rPr>
              <a:t>csrf</a:t>
            </a:r>
            <a:r>
              <a:rPr lang="en-US" b="1" dirty="0">
                <a:solidFill>
                  <a:srgbClr val="202124"/>
                </a:solidFill>
                <a:cs typeface="Calibri" panose="020F0502020204030204" pitchFamily="34" charset="0"/>
              </a:rPr>
              <a:t> token</a:t>
            </a:r>
            <a:r>
              <a:rPr lang="en-US" dirty="0">
                <a:solidFill>
                  <a:srgbClr val="202124"/>
                </a:solidFill>
                <a:cs typeface="Calibri" panose="020F0502020204030204" pitchFamily="34" charset="0"/>
              </a:rPr>
              <a:t> as </a:t>
            </a:r>
            <a:r>
              <a:rPr lang="en-US" b="1" dirty="0">
                <a:solidFill>
                  <a:srgbClr val="202124"/>
                </a:solidFill>
                <a:cs typeface="Calibri" panose="020F0502020204030204" pitchFamily="34" charset="0"/>
              </a:rPr>
              <a:t>fetch</a:t>
            </a:r>
            <a:r>
              <a:rPr lang="en-US" dirty="0">
                <a:solidFill>
                  <a:srgbClr val="202124"/>
                </a:solidFill>
                <a:cs typeface="Calibri" panose="020F0502020204030204" pitchFamily="34" charset="0"/>
              </a:rPr>
              <a:t> with the GET call.</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lang="en-US" i="0" dirty="0">
                <a:solidFill>
                  <a:srgbClr val="202124"/>
                </a:solidFill>
                <a:effectLst/>
                <a:cs typeface="Calibri" panose="020F0502020204030204" pitchFamily="34" charset="0"/>
              </a:rPr>
              <a:t>After ex</a:t>
            </a:r>
            <a:r>
              <a:rPr lang="en-US" dirty="0">
                <a:solidFill>
                  <a:srgbClr val="202124"/>
                </a:solidFill>
                <a:cs typeface="Calibri" panose="020F0502020204030204" pitchFamily="34" charset="0"/>
              </a:rPr>
              <a:t>ecuting the get call we will find the token in the </a:t>
            </a:r>
            <a:r>
              <a:rPr lang="en-US" b="1" dirty="0">
                <a:solidFill>
                  <a:srgbClr val="202124"/>
                </a:solidFill>
                <a:cs typeface="Calibri" panose="020F0502020204030204" pitchFamily="34" charset="0"/>
              </a:rPr>
              <a:t>Header </a:t>
            </a:r>
            <a:r>
              <a:rPr lang="en-US" dirty="0">
                <a:solidFill>
                  <a:srgbClr val="202124"/>
                </a:solidFill>
                <a:cs typeface="Calibri" panose="020F0502020204030204" pitchFamily="34" charset="0"/>
              </a:rPr>
              <a:t>Section of the </a:t>
            </a:r>
            <a:r>
              <a:rPr lang="en-US" b="1" dirty="0">
                <a:solidFill>
                  <a:srgbClr val="202124"/>
                </a:solidFill>
                <a:cs typeface="Calibri" panose="020F0502020204030204" pitchFamily="34" charset="0"/>
              </a:rPr>
              <a:t>Response.</a:t>
            </a:r>
            <a:endParaRPr lang="en-US" b="1" i="0" dirty="0">
              <a:solidFill>
                <a:srgbClr val="202124"/>
              </a:solidFill>
              <a:effectLst/>
              <a:cs typeface="Calibri" panose="020F0502020204030204" pitchFamily="34" charset="0"/>
            </a:endParaRPr>
          </a:p>
          <a:p>
            <a:pPr marR="0" lvl="0" algn="just" defTabSz="914400" rtl="0" eaLnBrk="1" fontAlgn="auto" latinLnBrk="0" hangingPunct="1">
              <a:lnSpc>
                <a:spcPct val="100000"/>
              </a:lnSpc>
              <a:spcBef>
                <a:spcPts val="0"/>
              </a:spcBef>
              <a:spcAft>
                <a:spcPts val="0"/>
              </a:spcAft>
              <a:buClrTx/>
              <a:buSzTx/>
              <a:tabLst/>
              <a:defRPr/>
            </a:pPr>
            <a:endParaRPr kumimoji="0" lang="en-IN" sz="1800" i="0" u="none" strike="noStrike" kern="1200" cap="none" spc="0" normalizeH="0" baseline="0" noProof="0" dirty="0">
              <a:ln>
                <a:noFill/>
              </a:ln>
              <a:effectLst/>
              <a:uLnTx/>
              <a:uFillTx/>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306350E5-10C4-41E5-B5DC-7C36753519DE}"/>
              </a:ext>
            </a:extLst>
          </p:cNvPr>
          <p:cNvPicPr>
            <a:picLocks noChangeAspect="1"/>
          </p:cNvPicPr>
          <p:nvPr/>
        </p:nvPicPr>
        <p:blipFill>
          <a:blip r:embed="rId3"/>
          <a:stretch>
            <a:fillRect/>
          </a:stretch>
        </p:blipFill>
        <p:spPr>
          <a:xfrm>
            <a:off x="643904" y="2795733"/>
            <a:ext cx="5840024" cy="2145953"/>
          </a:xfrm>
          <a:prstGeom prst="rect">
            <a:avLst/>
          </a:prstGeom>
        </p:spPr>
      </p:pic>
      <p:sp>
        <p:nvSpPr>
          <p:cNvPr id="5" name="TextBox 4">
            <a:extLst>
              <a:ext uri="{FF2B5EF4-FFF2-40B4-BE49-F238E27FC236}">
                <a16:creationId xmlns:a16="http://schemas.microsoft.com/office/drawing/2014/main" id="{B0F7B041-418F-4781-9E24-8FB0A98DA7F0}"/>
              </a:ext>
            </a:extLst>
          </p:cNvPr>
          <p:cNvSpPr txBox="1"/>
          <p:nvPr/>
        </p:nvSpPr>
        <p:spPr>
          <a:xfrm>
            <a:off x="261764" y="4941686"/>
            <a:ext cx="7471064" cy="369332"/>
          </a:xfrm>
          <a:prstGeom prst="rect">
            <a:avLst/>
          </a:prstGeom>
          <a:noFill/>
        </p:spPr>
        <p:txBody>
          <a:bodyPr wrap="square" rtlCol="0">
            <a:spAutoFit/>
          </a:bodyPr>
          <a:lstStyle/>
          <a:p>
            <a:r>
              <a:rPr lang="en-US" dirty="0"/>
              <a:t>- In POST call we need to pass this value of x-</a:t>
            </a:r>
            <a:r>
              <a:rPr lang="en-US" dirty="0" err="1"/>
              <a:t>csrf</a:t>
            </a:r>
            <a:r>
              <a:rPr lang="en-US" dirty="0"/>
              <a:t> token in the header section.</a:t>
            </a:r>
          </a:p>
        </p:txBody>
      </p:sp>
      <p:pic>
        <p:nvPicPr>
          <p:cNvPr id="7" name="Picture 6">
            <a:extLst>
              <a:ext uri="{FF2B5EF4-FFF2-40B4-BE49-F238E27FC236}">
                <a16:creationId xmlns:a16="http://schemas.microsoft.com/office/drawing/2014/main" id="{E5B98DA5-5EDA-4292-B2CA-6F204039D59F}"/>
              </a:ext>
            </a:extLst>
          </p:cNvPr>
          <p:cNvPicPr>
            <a:picLocks noChangeAspect="1"/>
          </p:cNvPicPr>
          <p:nvPr/>
        </p:nvPicPr>
        <p:blipFill>
          <a:blip r:embed="rId4"/>
          <a:stretch>
            <a:fillRect/>
          </a:stretch>
        </p:blipFill>
        <p:spPr>
          <a:xfrm>
            <a:off x="1245883" y="5369696"/>
            <a:ext cx="5774372" cy="1320673"/>
          </a:xfrm>
          <a:prstGeom prst="rect">
            <a:avLst/>
          </a:prstGeom>
        </p:spPr>
      </p:pic>
    </p:spTree>
    <p:extLst>
      <p:ext uri="{BB962C8B-B14F-4D97-AF65-F5344CB8AC3E}">
        <p14:creationId xmlns:p14="http://schemas.microsoft.com/office/powerpoint/2010/main" val="36659518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11386446" cy="10580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Implementing DELETE and Update (PUT) method</a:t>
            </a:r>
          </a:p>
          <a:p>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3" y="1246681"/>
            <a:ext cx="11161643" cy="369332"/>
          </a:xfrm>
          <a:prstGeom prst="rect">
            <a:avLst/>
          </a:prstGeom>
          <a:noFill/>
        </p:spPr>
        <p:txBody>
          <a:bodyPr wrap="square" rtlCol="0">
            <a:spAutoFit/>
          </a:bodyPr>
          <a:lstStyle/>
          <a:p>
            <a:r>
              <a:rPr lang="en-US" dirty="0">
                <a:solidFill>
                  <a:prstClr val="black"/>
                </a:solidFill>
                <a:latin typeface="Calibri" panose="020F0502020204030204"/>
              </a:rPr>
              <a:t>We can implement the delete and update method in the corresponding DPC extension classes. </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2">
            <a:extLst>
              <a:ext uri="{FF2B5EF4-FFF2-40B4-BE49-F238E27FC236}">
                <a16:creationId xmlns:a16="http://schemas.microsoft.com/office/drawing/2014/main" id="{A6EEE1AB-531A-47AC-AD27-BBE9C8DD84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764" y="1787757"/>
            <a:ext cx="5235028" cy="428176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587772B4-AD23-44D5-A963-09DF88D34E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0377" y="1787757"/>
            <a:ext cx="5183029" cy="4338824"/>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FB0E8A40-DDAB-4D55-963A-4475393920B9}"/>
              </a:ext>
            </a:extLst>
          </p:cNvPr>
          <p:cNvCxnSpPr/>
          <p:nvPr/>
        </p:nvCxnSpPr>
        <p:spPr>
          <a:xfrm>
            <a:off x="5922818" y="1734332"/>
            <a:ext cx="0" cy="4552168"/>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3052E42-10B7-4998-B10C-1FE6A0C6699C}"/>
              </a:ext>
            </a:extLst>
          </p:cNvPr>
          <p:cNvSpPr txBox="1"/>
          <p:nvPr/>
        </p:nvSpPr>
        <p:spPr>
          <a:xfrm>
            <a:off x="261763" y="6126580"/>
            <a:ext cx="4812653" cy="646331"/>
          </a:xfrm>
          <a:prstGeom prst="rect">
            <a:avLst/>
          </a:prstGeom>
          <a:noFill/>
        </p:spPr>
        <p:txBody>
          <a:bodyPr wrap="square" rtlCol="0">
            <a:spAutoFit/>
          </a:bodyPr>
          <a:lstStyle/>
          <a:p>
            <a:r>
              <a:rPr lang="en-US" dirty="0">
                <a:solidFill>
                  <a:schemeClr val="accent6"/>
                </a:solidFill>
              </a:rPr>
              <a:t>Code for PRODUCTSET_DELETE_ENTITY: </a:t>
            </a:r>
            <a:r>
              <a:rPr lang="en-US" dirty="0">
                <a:hlinkClick r:id="rId5"/>
              </a:rPr>
              <a:t>ProductSetDeleteEntity</a:t>
            </a:r>
            <a:endParaRPr lang="en-US" dirty="0"/>
          </a:p>
        </p:txBody>
      </p:sp>
      <p:sp>
        <p:nvSpPr>
          <p:cNvPr id="11" name="TextBox 10">
            <a:extLst>
              <a:ext uri="{FF2B5EF4-FFF2-40B4-BE49-F238E27FC236}">
                <a16:creationId xmlns:a16="http://schemas.microsoft.com/office/drawing/2014/main" id="{C3A98753-1B20-455C-80DC-0AF27944EDC8}"/>
              </a:ext>
            </a:extLst>
          </p:cNvPr>
          <p:cNvSpPr txBox="1"/>
          <p:nvPr/>
        </p:nvSpPr>
        <p:spPr>
          <a:xfrm>
            <a:off x="6122236" y="6069522"/>
            <a:ext cx="5258442" cy="646331"/>
          </a:xfrm>
          <a:prstGeom prst="rect">
            <a:avLst/>
          </a:prstGeom>
          <a:noFill/>
        </p:spPr>
        <p:txBody>
          <a:bodyPr wrap="square" rtlCol="0">
            <a:spAutoFit/>
          </a:bodyPr>
          <a:lstStyle/>
          <a:p>
            <a:r>
              <a:rPr lang="en-US" dirty="0">
                <a:solidFill>
                  <a:schemeClr val="accent6"/>
                </a:solidFill>
              </a:rPr>
              <a:t>Code for PRODUCTSET_UPDATE_ENTITY </a:t>
            </a:r>
            <a:r>
              <a:rPr lang="en-US" dirty="0"/>
              <a:t>: </a:t>
            </a:r>
            <a:r>
              <a:rPr lang="en-US" dirty="0">
                <a:hlinkClick r:id="rId6"/>
              </a:rPr>
              <a:t>ProductSetUpdateEntity</a:t>
            </a:r>
            <a:endParaRPr lang="en-US" dirty="0"/>
          </a:p>
        </p:txBody>
      </p:sp>
    </p:spTree>
    <p:extLst>
      <p:ext uri="{BB962C8B-B14F-4D97-AF65-F5344CB8AC3E}">
        <p14:creationId xmlns:p14="http://schemas.microsoft.com/office/powerpoint/2010/main" val="28861238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9915906"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Create Supplier Table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dirty="0"/>
              <a:t>Create a Supplier entity Set in the Entity Type Section by following the steps used to create Product </a:t>
            </a:r>
            <a:r>
              <a:rPr lang="en-US" dirty="0" err="1"/>
              <a:t>entyity</a:t>
            </a:r>
            <a:r>
              <a:rPr lang="en-US" dirty="0"/>
              <a:t> Set.</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D585116A-1B1A-4FA6-84B2-FB7740B637C8}"/>
              </a:ext>
            </a:extLst>
          </p:cNvPr>
          <p:cNvPicPr>
            <a:picLocks noChangeAspect="1"/>
          </p:cNvPicPr>
          <p:nvPr/>
        </p:nvPicPr>
        <p:blipFill>
          <a:blip r:embed="rId3"/>
          <a:stretch>
            <a:fillRect/>
          </a:stretch>
        </p:blipFill>
        <p:spPr>
          <a:xfrm>
            <a:off x="311948" y="1187698"/>
            <a:ext cx="9815538" cy="2402063"/>
          </a:xfrm>
          <a:prstGeom prst="rect">
            <a:avLst/>
          </a:prstGeom>
        </p:spPr>
      </p:pic>
      <p:sp>
        <p:nvSpPr>
          <p:cNvPr id="5" name="TextBox 4">
            <a:extLst>
              <a:ext uri="{FF2B5EF4-FFF2-40B4-BE49-F238E27FC236}">
                <a16:creationId xmlns:a16="http://schemas.microsoft.com/office/drawing/2014/main" id="{76C46E89-9839-4E6A-951E-375FE20A8548}"/>
              </a:ext>
            </a:extLst>
          </p:cNvPr>
          <p:cNvSpPr txBox="1"/>
          <p:nvPr/>
        </p:nvSpPr>
        <p:spPr>
          <a:xfrm>
            <a:off x="311948" y="3819163"/>
            <a:ext cx="11324737" cy="1477328"/>
          </a:xfrm>
          <a:prstGeom prst="rect">
            <a:avLst/>
          </a:prstGeom>
          <a:noFill/>
        </p:spPr>
        <p:txBody>
          <a:bodyPr wrap="square" rtlCol="0">
            <a:spAutoFit/>
          </a:bodyPr>
          <a:lstStyle/>
          <a:p>
            <a:r>
              <a:rPr lang="en-US" dirty="0"/>
              <a:t>Once the Entity sets are created, we can also implement the Get Entity for of Supplier Set in the same way as we have created for the Product Set.</a:t>
            </a:r>
          </a:p>
          <a:p>
            <a:endParaRPr lang="en-US" dirty="0"/>
          </a:p>
          <a:p>
            <a:r>
              <a:rPr lang="en-US" dirty="0">
                <a:solidFill>
                  <a:schemeClr val="accent6"/>
                </a:solidFill>
              </a:rPr>
              <a:t>Code to put in Supplier Set Get Entity:</a:t>
            </a:r>
          </a:p>
          <a:p>
            <a:r>
              <a:rPr lang="en-US" dirty="0">
                <a:hlinkClick r:id="rId4"/>
              </a:rPr>
              <a:t>SupplierSetGetEntity</a:t>
            </a:r>
            <a:endParaRPr lang="en-US" dirty="0"/>
          </a:p>
        </p:txBody>
      </p:sp>
      <p:sp>
        <p:nvSpPr>
          <p:cNvPr id="9" name="TextBox 8">
            <a:extLst>
              <a:ext uri="{FF2B5EF4-FFF2-40B4-BE49-F238E27FC236}">
                <a16:creationId xmlns:a16="http://schemas.microsoft.com/office/drawing/2014/main" id="{E06E4822-8F01-449B-BDA6-AAE7CFF74106}"/>
              </a:ext>
            </a:extLst>
          </p:cNvPr>
          <p:cNvSpPr txBox="1"/>
          <p:nvPr/>
        </p:nvSpPr>
        <p:spPr>
          <a:xfrm>
            <a:off x="10307782" y="1922318"/>
            <a:ext cx="1572270" cy="369332"/>
          </a:xfrm>
          <a:prstGeom prst="rect">
            <a:avLst/>
          </a:prstGeom>
          <a:noFill/>
        </p:spPr>
        <p:txBody>
          <a:bodyPr wrap="square" rtlCol="0">
            <a:spAutoFit/>
          </a:bodyPr>
          <a:lstStyle/>
          <a:p>
            <a:r>
              <a:rPr lang="en-US" dirty="0"/>
              <a:t>Supplier Set</a:t>
            </a:r>
          </a:p>
        </p:txBody>
      </p:sp>
    </p:spTree>
    <p:extLst>
      <p:ext uri="{BB962C8B-B14F-4D97-AF65-F5344CB8AC3E}">
        <p14:creationId xmlns:p14="http://schemas.microsoft.com/office/powerpoint/2010/main" val="1348567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Association</a:t>
            </a:r>
            <a:endParaRPr lang="en-IN" sz="3600" b="0" i="0" dirty="0">
              <a:effectLst/>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8440109" cy="3139193"/>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SzTx/>
              <a:buFont typeface="Wingdings" panose="05000000000000000000" pitchFamily="2" charset="2"/>
              <a:buChar char="§"/>
              <a:tabLst/>
              <a:defRPr/>
            </a:pPr>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rPr>
              <a:t>Associations are relationship Between entities.</a:t>
            </a:r>
          </a:p>
          <a:p>
            <a:pPr marL="285750" marR="0" lvl="0" indent="-285750" algn="l" defTabSz="914400" rtl="0" eaLnBrk="1" fontAlgn="auto" latinLnBrk="0" hangingPunct="1">
              <a:lnSpc>
                <a:spcPct val="100000"/>
              </a:lnSpc>
              <a:spcBef>
                <a:spcPts val="0"/>
              </a:spcBef>
              <a:spcAft>
                <a:spcPts val="0"/>
              </a:spcAft>
              <a:buSzTx/>
              <a:buFont typeface="Wingdings" panose="05000000000000000000" pitchFamily="2" charset="2"/>
              <a:buChar char="§"/>
              <a:tabLst/>
              <a:defRPr/>
            </a:pPr>
            <a:r>
              <a:rPr lang="en-US" dirty="0">
                <a:solidFill>
                  <a:prstClr val="black"/>
                </a:solidFill>
                <a:latin typeface="Calibri" panose="020F0502020204030204"/>
                <a:cs typeface="Calibri" panose="020F0502020204030204" pitchFamily="34" charset="0"/>
              </a:rPr>
              <a:t>At database level we have foreign key relationship and same is reflected at odata level.</a:t>
            </a:r>
          </a:p>
          <a:p>
            <a:pPr marL="285750" marR="0" lvl="0" indent="-285750" algn="l" defTabSz="914400" rtl="0" eaLnBrk="1" fontAlgn="auto" latinLnBrk="0" hangingPunct="1">
              <a:lnSpc>
                <a:spcPct val="100000"/>
              </a:lnSpc>
              <a:spcBef>
                <a:spcPts val="0"/>
              </a:spcBef>
              <a:spcAft>
                <a:spcPts val="0"/>
              </a:spcAft>
              <a:buSzTx/>
              <a:buFont typeface="Wingdings" panose="05000000000000000000" pitchFamily="2" charset="2"/>
              <a:buChar char="§"/>
              <a:tabLst/>
              <a:defRPr/>
            </a:pPr>
            <a:r>
              <a:rPr lang="en-US" dirty="0">
                <a:solidFill>
                  <a:prstClr val="black"/>
                </a:solidFill>
                <a:latin typeface="Calibri" panose="020F0502020204030204"/>
                <a:cs typeface="Calibri" panose="020F0502020204030204" pitchFamily="34" charset="0"/>
              </a:rPr>
              <a:t>Once a association is created only then we can create  navigation property.</a:t>
            </a:r>
          </a:p>
          <a:p>
            <a:pPr marL="285750" marR="0" lvl="0" indent="-285750" algn="l" defTabSz="914400" rtl="0" eaLnBrk="1" fontAlgn="auto" latinLnBrk="0" hangingPunct="1">
              <a:lnSpc>
                <a:spcPct val="100000"/>
              </a:lnSpc>
              <a:spcBef>
                <a:spcPts val="0"/>
              </a:spcBef>
              <a:spcAft>
                <a:spcPts val="0"/>
              </a:spcAft>
              <a:buSzTx/>
              <a:buFont typeface="Arial" panose="020B0604020202020204" pitchFamily="34" charset="0"/>
              <a:buChar char="•"/>
              <a:tabLst/>
              <a:defRPr/>
            </a:pPr>
            <a:endParaRPr lang="en-US" sz="1799" dirty="0">
              <a:solidFill>
                <a:prstClr val="black"/>
              </a:solidFill>
              <a:latin typeface="Calibri" panose="020F0502020204030204"/>
              <a:cs typeface="Calibri" panose="020F0502020204030204" pitchFamily="34" charset="0"/>
            </a:endParaRPr>
          </a:p>
          <a:p>
            <a:pPr marL="285750" indent="-285750">
              <a:buFont typeface="Wingdings" panose="05000000000000000000" pitchFamily="2" charset="2"/>
              <a:buChar char="§"/>
              <a:defRPr/>
            </a:pPr>
            <a:r>
              <a:rPr lang="en-US" sz="1800" dirty="0"/>
              <a:t>In a typical ERP system the data is spread across multiple database tables. Example sales order header and items. We load this connected data using the foreign key relationship.</a:t>
            </a:r>
          </a:p>
          <a:p>
            <a:pPr marL="285750" indent="-285750">
              <a:buFont typeface="Wingdings" panose="05000000000000000000" pitchFamily="2" charset="2"/>
              <a:buChar char="§"/>
              <a:defRPr/>
            </a:pPr>
            <a:r>
              <a:rPr lang="en-US" sz="1800" dirty="0"/>
              <a:t>In case of OData service, each database table is transformed into an entity. Hence we also need a relation between these entities. So the foreign key is converted to a association.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9" name="Rectangle 8">
            <a:extLst>
              <a:ext uri="{FF2B5EF4-FFF2-40B4-BE49-F238E27FC236}">
                <a16:creationId xmlns:a16="http://schemas.microsoft.com/office/drawing/2014/main" id="{448ADD4A-A0DE-45C5-B441-1A74D44337B1}"/>
              </a:ext>
            </a:extLst>
          </p:cNvPr>
          <p:cNvSpPr/>
          <p:nvPr/>
        </p:nvSpPr>
        <p:spPr>
          <a:xfrm>
            <a:off x="378691" y="4508732"/>
            <a:ext cx="2688393" cy="13458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Product</a:t>
            </a:r>
          </a:p>
        </p:txBody>
      </p:sp>
      <p:sp>
        <p:nvSpPr>
          <p:cNvPr id="10" name="Rectangle 9">
            <a:extLst>
              <a:ext uri="{FF2B5EF4-FFF2-40B4-BE49-F238E27FC236}">
                <a16:creationId xmlns:a16="http://schemas.microsoft.com/office/drawing/2014/main" id="{44364F5C-F300-4433-B4A7-9DCBFEFABFBE}"/>
              </a:ext>
            </a:extLst>
          </p:cNvPr>
          <p:cNvSpPr/>
          <p:nvPr/>
        </p:nvSpPr>
        <p:spPr>
          <a:xfrm>
            <a:off x="5347243" y="4508732"/>
            <a:ext cx="2688393" cy="13458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Supplier</a:t>
            </a:r>
          </a:p>
        </p:txBody>
      </p:sp>
      <p:cxnSp>
        <p:nvCxnSpPr>
          <p:cNvPr id="11" name="Straight Connector 10">
            <a:extLst>
              <a:ext uri="{FF2B5EF4-FFF2-40B4-BE49-F238E27FC236}">
                <a16:creationId xmlns:a16="http://schemas.microsoft.com/office/drawing/2014/main" id="{CB257183-9C70-4C52-B46B-794AF238E395}"/>
              </a:ext>
            </a:extLst>
          </p:cNvPr>
          <p:cNvCxnSpPr>
            <a:stCxn id="9" idx="3"/>
            <a:endCxn id="10" idx="1"/>
          </p:cNvCxnSpPr>
          <p:nvPr/>
        </p:nvCxnSpPr>
        <p:spPr>
          <a:xfrm>
            <a:off x="3067084" y="5181654"/>
            <a:ext cx="2280159"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0098CE5-6421-4D6A-A355-64F70EE1117B}"/>
              </a:ext>
            </a:extLst>
          </p:cNvPr>
          <p:cNvSpPr txBox="1"/>
          <p:nvPr/>
        </p:nvSpPr>
        <p:spPr>
          <a:xfrm>
            <a:off x="3067084" y="4813552"/>
            <a:ext cx="2531431" cy="369332"/>
          </a:xfrm>
          <a:prstGeom prst="rect">
            <a:avLst/>
          </a:prstGeom>
          <a:noFill/>
        </p:spPr>
        <p:txBody>
          <a:bodyPr wrap="square" rtlCol="0">
            <a:spAutoFit/>
          </a:bodyPr>
          <a:lstStyle/>
          <a:p>
            <a:r>
              <a:rPr lang="en-US" dirty="0"/>
              <a:t>1            relation        1</a:t>
            </a:r>
          </a:p>
        </p:txBody>
      </p:sp>
      <p:pic>
        <p:nvPicPr>
          <p:cNvPr id="19" name="Picture 18">
            <a:extLst>
              <a:ext uri="{FF2B5EF4-FFF2-40B4-BE49-F238E27FC236}">
                <a16:creationId xmlns:a16="http://schemas.microsoft.com/office/drawing/2014/main" id="{F0D6DA0A-59C3-4B90-B07F-FF3DCDA437C2}"/>
              </a:ext>
            </a:extLst>
          </p:cNvPr>
          <p:cNvPicPr>
            <a:picLocks noChangeAspect="1"/>
          </p:cNvPicPr>
          <p:nvPr/>
        </p:nvPicPr>
        <p:blipFill>
          <a:blip r:embed="rId3"/>
          <a:stretch>
            <a:fillRect/>
          </a:stretch>
        </p:blipFill>
        <p:spPr>
          <a:xfrm>
            <a:off x="8811032" y="1742268"/>
            <a:ext cx="2954107" cy="3559625"/>
          </a:xfrm>
          <a:prstGeom prst="rect">
            <a:avLst/>
          </a:prstGeom>
        </p:spPr>
      </p:pic>
    </p:spTree>
    <p:extLst>
      <p:ext uri="{BB962C8B-B14F-4D97-AF65-F5344CB8AC3E}">
        <p14:creationId xmlns:p14="http://schemas.microsoft.com/office/powerpoint/2010/main" val="19217072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25212-F8F4-4061-9C05-A456AF40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10" name="TextBox 9">
            <a:extLst>
              <a:ext uri="{FF2B5EF4-FFF2-40B4-BE49-F238E27FC236}">
                <a16:creationId xmlns:a16="http://schemas.microsoft.com/office/drawing/2014/main" id="{5C430C02-DD67-4E7F-81BC-3FE9A4559CC3}"/>
              </a:ext>
            </a:extLst>
          </p:cNvPr>
          <p:cNvSpPr txBox="1"/>
          <p:nvPr/>
        </p:nvSpPr>
        <p:spPr>
          <a:xfrm>
            <a:off x="261764" y="899721"/>
            <a:ext cx="889461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Calibri" panose="020F0502020204030204"/>
              </a:rPr>
              <a:t>Step:1 </a:t>
            </a:r>
            <a:r>
              <a:rPr lang="en-US" dirty="0">
                <a:solidFill>
                  <a:prstClr val="black"/>
                </a:solidFill>
                <a:latin typeface="Calibri" panose="020F0502020204030204"/>
              </a:rPr>
              <a:t>Right Click on Association and click on create</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Title 3">
            <a:extLst>
              <a:ext uri="{FF2B5EF4-FFF2-40B4-BE49-F238E27FC236}">
                <a16:creationId xmlns:a16="http://schemas.microsoft.com/office/drawing/2014/main" id="{5A057F61-A3B1-4F0B-AE55-2D21EFBBDE4F}"/>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A</a:t>
            </a:r>
            <a:r>
              <a:rPr lang="en-IN" sz="3600" dirty="0">
                <a:latin typeface="Cooper Black" panose="0208090404030B020404" pitchFamily="18" charset="0"/>
              </a:rPr>
              <a:t>ssociation (1:1)</a:t>
            </a:r>
            <a:endParaRPr lang="en-IN" sz="3600" b="0" i="0" dirty="0">
              <a:effectLst/>
              <a:latin typeface="Cooper Black" panose="0208090404030B020404" pitchFamily="18" charset="0"/>
            </a:endParaRPr>
          </a:p>
        </p:txBody>
      </p:sp>
      <p:pic>
        <p:nvPicPr>
          <p:cNvPr id="3" name="Picture 2">
            <a:extLst>
              <a:ext uri="{FF2B5EF4-FFF2-40B4-BE49-F238E27FC236}">
                <a16:creationId xmlns:a16="http://schemas.microsoft.com/office/drawing/2014/main" id="{1EE1A041-569E-4F42-AE08-F485C17AE310}"/>
              </a:ext>
            </a:extLst>
          </p:cNvPr>
          <p:cNvPicPr>
            <a:picLocks noChangeAspect="1"/>
          </p:cNvPicPr>
          <p:nvPr/>
        </p:nvPicPr>
        <p:blipFill>
          <a:blip r:embed="rId3"/>
          <a:stretch>
            <a:fillRect/>
          </a:stretch>
        </p:blipFill>
        <p:spPr>
          <a:xfrm>
            <a:off x="289402" y="1271240"/>
            <a:ext cx="2720576" cy="2202371"/>
          </a:xfrm>
          <a:prstGeom prst="rect">
            <a:avLst/>
          </a:prstGeom>
        </p:spPr>
      </p:pic>
      <p:pic>
        <p:nvPicPr>
          <p:cNvPr id="7" name="Picture 6">
            <a:extLst>
              <a:ext uri="{FF2B5EF4-FFF2-40B4-BE49-F238E27FC236}">
                <a16:creationId xmlns:a16="http://schemas.microsoft.com/office/drawing/2014/main" id="{A055FA6D-FB49-4F83-A68B-161432995A22}"/>
              </a:ext>
            </a:extLst>
          </p:cNvPr>
          <p:cNvPicPr>
            <a:picLocks noChangeAspect="1"/>
          </p:cNvPicPr>
          <p:nvPr/>
        </p:nvPicPr>
        <p:blipFill>
          <a:blip r:embed="rId4"/>
          <a:stretch>
            <a:fillRect/>
          </a:stretch>
        </p:blipFill>
        <p:spPr>
          <a:xfrm>
            <a:off x="3850124" y="1286974"/>
            <a:ext cx="3508352" cy="2294807"/>
          </a:xfrm>
          <a:prstGeom prst="rect">
            <a:avLst/>
          </a:prstGeom>
        </p:spPr>
      </p:pic>
      <p:pic>
        <p:nvPicPr>
          <p:cNvPr id="11" name="Picture 10">
            <a:extLst>
              <a:ext uri="{FF2B5EF4-FFF2-40B4-BE49-F238E27FC236}">
                <a16:creationId xmlns:a16="http://schemas.microsoft.com/office/drawing/2014/main" id="{E272CDDA-3374-4821-BF98-31B2DBEE1495}"/>
              </a:ext>
            </a:extLst>
          </p:cNvPr>
          <p:cNvPicPr>
            <a:picLocks noChangeAspect="1"/>
          </p:cNvPicPr>
          <p:nvPr/>
        </p:nvPicPr>
        <p:blipFill>
          <a:blip r:embed="rId5"/>
          <a:stretch>
            <a:fillRect/>
          </a:stretch>
        </p:blipFill>
        <p:spPr>
          <a:xfrm>
            <a:off x="8198622" y="1286974"/>
            <a:ext cx="3532260" cy="2294807"/>
          </a:xfrm>
          <a:prstGeom prst="rect">
            <a:avLst/>
          </a:prstGeom>
        </p:spPr>
      </p:pic>
      <p:pic>
        <p:nvPicPr>
          <p:cNvPr id="1026" name="Picture 2">
            <a:extLst>
              <a:ext uri="{FF2B5EF4-FFF2-40B4-BE49-F238E27FC236}">
                <a16:creationId xmlns:a16="http://schemas.microsoft.com/office/drawing/2014/main" id="{39EB320C-5535-4CFA-AEA0-588640377E5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551243" y="3794721"/>
            <a:ext cx="3626427" cy="2359007"/>
          </a:xfrm>
          <a:prstGeom prst="rect">
            <a:avLst/>
          </a:prstGeom>
          <a:noFill/>
          <a:extLst>
            <a:ext uri="{909E8E84-426E-40DD-AFC4-6F175D3DCCD1}">
              <a14:hiddenFill xmlns:a14="http://schemas.microsoft.com/office/drawing/2010/main">
                <a:solidFill>
                  <a:srgbClr val="FFFFFF"/>
                </a:solidFill>
              </a14:hiddenFill>
            </a:ext>
          </a:extLst>
        </p:spPr>
      </p:pic>
      <p:sp>
        <p:nvSpPr>
          <p:cNvPr id="12" name="Arrow: Right 11">
            <a:extLst>
              <a:ext uri="{FF2B5EF4-FFF2-40B4-BE49-F238E27FC236}">
                <a16:creationId xmlns:a16="http://schemas.microsoft.com/office/drawing/2014/main" id="{6389BCC9-6E0C-4B7B-8DE1-8CF80296141D}"/>
              </a:ext>
            </a:extLst>
          </p:cNvPr>
          <p:cNvSpPr/>
          <p:nvPr/>
        </p:nvSpPr>
        <p:spPr>
          <a:xfrm>
            <a:off x="3085886" y="2159092"/>
            <a:ext cx="722072"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a16="http://schemas.microsoft.com/office/drawing/2014/main" id="{783791DE-E7E6-447C-8393-6E3F88EE8454}"/>
              </a:ext>
            </a:extLst>
          </p:cNvPr>
          <p:cNvSpPr/>
          <p:nvPr/>
        </p:nvSpPr>
        <p:spPr>
          <a:xfrm>
            <a:off x="7417513" y="2211046"/>
            <a:ext cx="722072"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Connector: Elbow 14">
            <a:extLst>
              <a:ext uri="{FF2B5EF4-FFF2-40B4-BE49-F238E27FC236}">
                <a16:creationId xmlns:a16="http://schemas.microsoft.com/office/drawing/2014/main" id="{C8BE22A4-EC9C-43E0-AE5E-9C7638B5999C}"/>
              </a:ext>
            </a:extLst>
          </p:cNvPr>
          <p:cNvCxnSpPr>
            <a:stCxn id="11" idx="3"/>
            <a:endCxn id="1026" idx="3"/>
          </p:cNvCxnSpPr>
          <p:nvPr/>
        </p:nvCxnSpPr>
        <p:spPr>
          <a:xfrm flipH="1">
            <a:off x="10177670" y="2434378"/>
            <a:ext cx="1553212" cy="2539847"/>
          </a:xfrm>
          <a:prstGeom prst="bentConnector3">
            <a:avLst>
              <a:gd name="adj1" fmla="val -14718"/>
            </a:avLst>
          </a:prstGeom>
          <a:ln w="177800">
            <a:tailEnd type="triangle"/>
          </a:ln>
        </p:spPr>
        <p:style>
          <a:lnRef idx="1">
            <a:schemeClr val="accent1"/>
          </a:lnRef>
          <a:fillRef idx="0">
            <a:schemeClr val="accent1"/>
          </a:fillRef>
          <a:effectRef idx="0">
            <a:schemeClr val="accent1"/>
          </a:effectRef>
          <a:fontRef idx="minor">
            <a:schemeClr val="tx1"/>
          </a:fontRef>
        </p:style>
      </p:cxnSp>
      <p:sp>
        <p:nvSpPr>
          <p:cNvPr id="16" name="Footer Placeholder 45">
            <a:extLst>
              <a:ext uri="{FF2B5EF4-FFF2-40B4-BE49-F238E27FC236}">
                <a16:creationId xmlns:a16="http://schemas.microsoft.com/office/drawing/2014/main" id="{149D4B6B-67D1-45EE-9089-D4B1E67F1613}"/>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extBox 5">
            <a:extLst>
              <a:ext uri="{FF2B5EF4-FFF2-40B4-BE49-F238E27FC236}">
                <a16:creationId xmlns:a16="http://schemas.microsoft.com/office/drawing/2014/main" id="{122D05A8-CEE5-4C79-A3FC-20B34828AF3D}"/>
              </a:ext>
            </a:extLst>
          </p:cNvPr>
          <p:cNvSpPr txBox="1"/>
          <p:nvPr/>
        </p:nvSpPr>
        <p:spPr>
          <a:xfrm>
            <a:off x="289402" y="4218709"/>
            <a:ext cx="5351356" cy="1200329"/>
          </a:xfrm>
          <a:prstGeom prst="rect">
            <a:avLst/>
          </a:prstGeom>
          <a:noFill/>
        </p:spPr>
        <p:txBody>
          <a:bodyPr wrap="square" rtlCol="0">
            <a:spAutoFit/>
          </a:bodyPr>
          <a:lstStyle/>
          <a:p>
            <a:r>
              <a:rPr lang="en-US" dirty="0"/>
              <a:t>After creating the Association for Supplier Set in Product Set, we need to change the Supplier Get entity.</a:t>
            </a:r>
          </a:p>
          <a:p>
            <a:r>
              <a:rPr lang="en-US" dirty="0">
                <a:solidFill>
                  <a:schemeClr val="accent6"/>
                </a:solidFill>
              </a:rPr>
              <a:t>Code Link:</a:t>
            </a:r>
          </a:p>
          <a:p>
            <a:r>
              <a:rPr lang="en-US" dirty="0">
                <a:hlinkClick r:id="rId7"/>
              </a:rPr>
              <a:t>SUPPLIER_GET_ENTITY</a:t>
            </a:r>
            <a:r>
              <a:rPr lang="en-US" dirty="0"/>
              <a:t> (Association)</a:t>
            </a:r>
          </a:p>
        </p:txBody>
      </p:sp>
    </p:spTree>
    <p:extLst>
      <p:ext uri="{BB962C8B-B14F-4D97-AF65-F5344CB8AC3E}">
        <p14:creationId xmlns:p14="http://schemas.microsoft.com/office/powerpoint/2010/main" val="22126250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25212-F8F4-4061-9C05-A456AF40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10" name="TextBox 9">
            <a:extLst>
              <a:ext uri="{FF2B5EF4-FFF2-40B4-BE49-F238E27FC236}">
                <a16:creationId xmlns:a16="http://schemas.microsoft.com/office/drawing/2014/main" id="{5C430C02-DD67-4E7F-81BC-3FE9A4559CC3}"/>
              </a:ext>
            </a:extLst>
          </p:cNvPr>
          <p:cNvSpPr txBox="1"/>
          <p:nvPr/>
        </p:nvSpPr>
        <p:spPr>
          <a:xfrm>
            <a:off x="261764" y="899721"/>
            <a:ext cx="11668472" cy="923330"/>
          </a:xfrm>
          <a:prstGeom prst="rect">
            <a:avLst/>
          </a:prstGeom>
          <a:noFill/>
        </p:spPr>
        <p:txBody>
          <a:bodyPr wrap="square" rtlCol="0">
            <a:spAutoFit/>
          </a:bodyPr>
          <a:lstStyle/>
          <a:p>
            <a:pPr algn="just"/>
            <a:r>
              <a:rPr lang="en-US" dirty="0"/>
              <a:t>At times, we need to implement the logic inside of OData which is not a direct CRUD operation e.g. calling a workflow, calling a BAPI which does some processing, Sending request to another server and </a:t>
            </a:r>
            <a:r>
              <a:rPr lang="en-US" b="0" i="0" dirty="0">
                <a:effectLst/>
                <a:latin typeface="Benton Sans"/>
              </a:rPr>
              <a:t>can be invoked by the HTTP methods GET or POST .</a:t>
            </a:r>
            <a:endParaRPr lang="en-US" dirty="0"/>
          </a:p>
        </p:txBody>
      </p:sp>
      <p:sp>
        <p:nvSpPr>
          <p:cNvPr id="8" name="Title 3">
            <a:extLst>
              <a:ext uri="{FF2B5EF4-FFF2-40B4-BE49-F238E27FC236}">
                <a16:creationId xmlns:a16="http://schemas.microsoft.com/office/drawing/2014/main" id="{5A057F61-A3B1-4F0B-AE55-2D21EFBBDE4F}"/>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Function Import</a:t>
            </a:r>
          </a:p>
        </p:txBody>
      </p:sp>
      <p:sp>
        <p:nvSpPr>
          <p:cNvPr id="2" name="TextBox 1">
            <a:extLst>
              <a:ext uri="{FF2B5EF4-FFF2-40B4-BE49-F238E27FC236}">
                <a16:creationId xmlns:a16="http://schemas.microsoft.com/office/drawing/2014/main" id="{4BD68D54-EA22-479C-B797-1BAE902C2F63}"/>
              </a:ext>
            </a:extLst>
          </p:cNvPr>
          <p:cNvSpPr txBox="1"/>
          <p:nvPr/>
        </p:nvSpPr>
        <p:spPr>
          <a:xfrm>
            <a:off x="261763" y="1739924"/>
            <a:ext cx="11533071" cy="369332"/>
          </a:xfrm>
          <a:prstGeom prst="rect">
            <a:avLst/>
          </a:prstGeom>
          <a:noFill/>
        </p:spPr>
        <p:txBody>
          <a:bodyPr wrap="square" rtlCol="0">
            <a:spAutoFit/>
          </a:bodyPr>
          <a:lstStyle/>
          <a:p>
            <a:r>
              <a:rPr lang="en-US" b="1" dirty="0"/>
              <a:t>For example: </a:t>
            </a:r>
            <a:r>
              <a:rPr lang="en-US" dirty="0"/>
              <a:t>we can create the function import to GetMostExpensiveProduct in our Product set by the Category.</a:t>
            </a:r>
            <a:endParaRPr lang="en-IN" b="1" dirty="0"/>
          </a:p>
        </p:txBody>
      </p:sp>
      <p:sp>
        <p:nvSpPr>
          <p:cNvPr id="3" name="TextBox 2">
            <a:extLst>
              <a:ext uri="{FF2B5EF4-FFF2-40B4-BE49-F238E27FC236}">
                <a16:creationId xmlns:a16="http://schemas.microsoft.com/office/drawing/2014/main" id="{D33862A5-CE6D-4190-975D-2C98030EF56F}"/>
              </a:ext>
            </a:extLst>
          </p:cNvPr>
          <p:cNvSpPr txBox="1"/>
          <p:nvPr/>
        </p:nvSpPr>
        <p:spPr>
          <a:xfrm>
            <a:off x="261764" y="2016923"/>
            <a:ext cx="11533072" cy="646331"/>
          </a:xfrm>
          <a:prstGeom prst="rect">
            <a:avLst/>
          </a:prstGeom>
          <a:noFill/>
        </p:spPr>
        <p:txBody>
          <a:bodyPr wrap="square" rtlCol="0">
            <a:spAutoFit/>
          </a:bodyPr>
          <a:lstStyle/>
          <a:p>
            <a:pPr algn="just"/>
            <a:r>
              <a:rPr lang="en-US" b="1" dirty="0"/>
              <a:t>Step1: </a:t>
            </a:r>
            <a:r>
              <a:rPr lang="en-US" dirty="0"/>
              <a:t>Right click the Data Model folder and select Create and then select Function Import. Create Function Import dialog opens </a:t>
            </a:r>
            <a:endParaRPr lang="en-IN" dirty="0"/>
          </a:p>
        </p:txBody>
      </p:sp>
      <p:pic>
        <p:nvPicPr>
          <p:cNvPr id="7" name="Picture 6">
            <a:extLst>
              <a:ext uri="{FF2B5EF4-FFF2-40B4-BE49-F238E27FC236}">
                <a16:creationId xmlns:a16="http://schemas.microsoft.com/office/drawing/2014/main" id="{F955E166-4599-41F9-AF92-B92B4BD8F4BC}"/>
              </a:ext>
            </a:extLst>
          </p:cNvPr>
          <p:cNvPicPr>
            <a:picLocks noChangeAspect="1"/>
          </p:cNvPicPr>
          <p:nvPr/>
        </p:nvPicPr>
        <p:blipFill>
          <a:blip r:embed="rId3"/>
          <a:stretch>
            <a:fillRect/>
          </a:stretch>
        </p:blipFill>
        <p:spPr>
          <a:xfrm>
            <a:off x="415599" y="2855476"/>
            <a:ext cx="3528366" cy="2392887"/>
          </a:xfrm>
          <a:prstGeom prst="rect">
            <a:avLst/>
          </a:prstGeom>
        </p:spPr>
      </p:pic>
      <p:pic>
        <p:nvPicPr>
          <p:cNvPr id="11" name="Picture 10">
            <a:extLst>
              <a:ext uri="{FF2B5EF4-FFF2-40B4-BE49-F238E27FC236}">
                <a16:creationId xmlns:a16="http://schemas.microsoft.com/office/drawing/2014/main" id="{634EFEB2-74A7-4442-8B8B-FF3091A07F1C}"/>
              </a:ext>
            </a:extLst>
          </p:cNvPr>
          <p:cNvPicPr>
            <a:picLocks noChangeAspect="1"/>
          </p:cNvPicPr>
          <p:nvPr/>
        </p:nvPicPr>
        <p:blipFill>
          <a:blip r:embed="rId4"/>
          <a:stretch>
            <a:fillRect/>
          </a:stretch>
        </p:blipFill>
        <p:spPr>
          <a:xfrm>
            <a:off x="5778943" y="2855476"/>
            <a:ext cx="4938188" cy="2392887"/>
          </a:xfrm>
          <a:prstGeom prst="rect">
            <a:avLst/>
          </a:prstGeom>
        </p:spPr>
      </p:pic>
      <p:sp>
        <p:nvSpPr>
          <p:cNvPr id="12" name="Arrow: Chevron 11">
            <a:extLst>
              <a:ext uri="{FF2B5EF4-FFF2-40B4-BE49-F238E27FC236}">
                <a16:creationId xmlns:a16="http://schemas.microsoft.com/office/drawing/2014/main" id="{37E1A1BD-84A4-4D94-9EE8-859124A8B28B}"/>
              </a:ext>
            </a:extLst>
          </p:cNvPr>
          <p:cNvSpPr/>
          <p:nvPr/>
        </p:nvSpPr>
        <p:spPr>
          <a:xfrm>
            <a:off x="4378037" y="3325091"/>
            <a:ext cx="738910" cy="1350604"/>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Footer Placeholder 45">
            <a:extLst>
              <a:ext uri="{FF2B5EF4-FFF2-40B4-BE49-F238E27FC236}">
                <a16:creationId xmlns:a16="http://schemas.microsoft.com/office/drawing/2014/main" id="{6DBA8C3F-1B5A-4640-957F-BD5244876FCA}"/>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42404423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25212-F8F4-4061-9C05-A456AF40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10" name="TextBox 9">
            <a:extLst>
              <a:ext uri="{FF2B5EF4-FFF2-40B4-BE49-F238E27FC236}">
                <a16:creationId xmlns:a16="http://schemas.microsoft.com/office/drawing/2014/main" id="{5C430C02-DD67-4E7F-81BC-3FE9A4559CC3}"/>
              </a:ext>
            </a:extLst>
          </p:cNvPr>
          <p:cNvSpPr txBox="1"/>
          <p:nvPr/>
        </p:nvSpPr>
        <p:spPr>
          <a:xfrm>
            <a:off x="261764" y="899721"/>
            <a:ext cx="889461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Calibri" panose="020F0502020204030204"/>
              </a:rPr>
              <a:t>Step2: </a:t>
            </a:r>
            <a:r>
              <a:rPr lang="en-US" dirty="0">
                <a:solidFill>
                  <a:prstClr val="black"/>
                </a:solidFill>
                <a:latin typeface="Calibri" panose="020F0502020204030204"/>
              </a:rPr>
              <a:t>Enter return type kind, return type, return cardinality &amp; HTTP method Type</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Title 3">
            <a:extLst>
              <a:ext uri="{FF2B5EF4-FFF2-40B4-BE49-F238E27FC236}">
                <a16:creationId xmlns:a16="http://schemas.microsoft.com/office/drawing/2014/main" id="{5A057F61-A3B1-4F0B-AE55-2D21EFBBDE4F}"/>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Function Import</a:t>
            </a:r>
          </a:p>
        </p:txBody>
      </p:sp>
      <p:pic>
        <p:nvPicPr>
          <p:cNvPr id="3" name="Picture 2">
            <a:extLst>
              <a:ext uri="{FF2B5EF4-FFF2-40B4-BE49-F238E27FC236}">
                <a16:creationId xmlns:a16="http://schemas.microsoft.com/office/drawing/2014/main" id="{73B7C9EB-8F8A-4108-A4C7-427F9AD1A8DC}"/>
              </a:ext>
            </a:extLst>
          </p:cNvPr>
          <p:cNvPicPr>
            <a:picLocks noChangeAspect="1"/>
          </p:cNvPicPr>
          <p:nvPr/>
        </p:nvPicPr>
        <p:blipFill rotWithShape="1">
          <a:blip r:embed="rId3"/>
          <a:srcRect r="5220" b="61563"/>
          <a:stretch/>
        </p:blipFill>
        <p:spPr>
          <a:xfrm>
            <a:off x="307545" y="1361417"/>
            <a:ext cx="10928157" cy="1051564"/>
          </a:xfrm>
          <a:prstGeom prst="rect">
            <a:avLst/>
          </a:prstGeom>
        </p:spPr>
      </p:pic>
      <p:sp>
        <p:nvSpPr>
          <p:cNvPr id="6" name="TextBox 5">
            <a:extLst>
              <a:ext uri="{FF2B5EF4-FFF2-40B4-BE49-F238E27FC236}">
                <a16:creationId xmlns:a16="http://schemas.microsoft.com/office/drawing/2014/main" id="{FD1D4727-05F9-42FE-8FFB-C95726DDF9A2}"/>
              </a:ext>
            </a:extLst>
          </p:cNvPr>
          <p:cNvSpPr txBox="1"/>
          <p:nvPr/>
        </p:nvSpPr>
        <p:spPr>
          <a:xfrm>
            <a:off x="261764" y="2780145"/>
            <a:ext cx="10928157" cy="369332"/>
          </a:xfrm>
          <a:prstGeom prst="rect">
            <a:avLst/>
          </a:prstGeom>
          <a:noFill/>
        </p:spPr>
        <p:txBody>
          <a:bodyPr wrap="square" rtlCol="0">
            <a:spAutoFit/>
          </a:bodyPr>
          <a:lstStyle/>
          <a:p>
            <a:r>
              <a:rPr lang="en-US" b="1" dirty="0"/>
              <a:t>Step3: </a:t>
            </a:r>
            <a:r>
              <a:rPr lang="en-US" dirty="0"/>
              <a:t>Giving function import parameters (I_CATEGORY)</a:t>
            </a:r>
            <a:endParaRPr lang="en-IN" b="1" dirty="0"/>
          </a:p>
        </p:txBody>
      </p:sp>
      <p:pic>
        <p:nvPicPr>
          <p:cNvPr id="9" name="Picture 8">
            <a:extLst>
              <a:ext uri="{FF2B5EF4-FFF2-40B4-BE49-F238E27FC236}">
                <a16:creationId xmlns:a16="http://schemas.microsoft.com/office/drawing/2014/main" id="{16043991-4891-4FF7-A6CC-926285D415DD}"/>
              </a:ext>
            </a:extLst>
          </p:cNvPr>
          <p:cNvPicPr>
            <a:picLocks noChangeAspect="1"/>
          </p:cNvPicPr>
          <p:nvPr/>
        </p:nvPicPr>
        <p:blipFill rotWithShape="1">
          <a:blip r:embed="rId4"/>
          <a:srcRect r="2816"/>
          <a:stretch/>
        </p:blipFill>
        <p:spPr>
          <a:xfrm>
            <a:off x="261764" y="3262873"/>
            <a:ext cx="10973938" cy="2435816"/>
          </a:xfrm>
          <a:prstGeom prst="rect">
            <a:avLst/>
          </a:prstGeom>
        </p:spPr>
      </p:pic>
      <p:sp>
        <p:nvSpPr>
          <p:cNvPr id="12" name="Footer Placeholder 45">
            <a:extLst>
              <a:ext uri="{FF2B5EF4-FFF2-40B4-BE49-F238E27FC236}">
                <a16:creationId xmlns:a16="http://schemas.microsoft.com/office/drawing/2014/main" id="{4C28D26F-5BDD-4DD3-A2E7-F58D8D12CBF5}"/>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23313376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25212-F8F4-4061-9C05-A456AF40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10" name="TextBox 9">
            <a:extLst>
              <a:ext uri="{FF2B5EF4-FFF2-40B4-BE49-F238E27FC236}">
                <a16:creationId xmlns:a16="http://schemas.microsoft.com/office/drawing/2014/main" id="{5C430C02-DD67-4E7F-81BC-3FE9A4559CC3}"/>
              </a:ext>
            </a:extLst>
          </p:cNvPr>
          <p:cNvSpPr txBox="1"/>
          <p:nvPr/>
        </p:nvSpPr>
        <p:spPr>
          <a:xfrm>
            <a:off x="261764" y="899721"/>
            <a:ext cx="1129200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Step4: </a:t>
            </a:r>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mn-cs"/>
              </a:rPr>
              <a:t>Go to DPC Extension and search for the method--</a:t>
            </a:r>
            <a:r>
              <a:rPr lang="en-US" sz="1800" b="1" dirty="0">
                <a:solidFill>
                  <a:srgbClr val="000000"/>
                </a:solidFill>
                <a:effectLst/>
                <a:latin typeface="Calibri" panose="020F0502020204030204" pitchFamily="34" charset="0"/>
                <a:cs typeface="Calibri" panose="020F0502020204030204" pitchFamily="34" charset="0"/>
              </a:rPr>
              <a:t>/IWBEP/IF_MGW_APPL_SRV_RUNTIME</a:t>
            </a:r>
            <a:r>
              <a:rPr lang="en-US" sz="1800" b="1" dirty="0">
                <a:effectLst/>
                <a:latin typeface="Calibri" panose="020F0502020204030204" pitchFamily="34" charset="0"/>
                <a:cs typeface="Calibri" panose="020F0502020204030204" pitchFamily="34" charset="0"/>
              </a:rPr>
              <a:t>~</a:t>
            </a:r>
            <a:r>
              <a:rPr lang="en-US" sz="1800" b="1" dirty="0">
                <a:solidFill>
                  <a:srgbClr val="000000"/>
                </a:solidFill>
                <a:effectLst/>
                <a:latin typeface="Calibri" panose="020F0502020204030204" pitchFamily="34" charset="0"/>
                <a:cs typeface="Calibri" panose="020F0502020204030204" pitchFamily="34" charset="0"/>
              </a:rPr>
              <a:t>EXECUTE_ACTION </a:t>
            </a:r>
            <a:r>
              <a:rPr lang="en-US" sz="1800" dirty="0">
                <a:solidFill>
                  <a:srgbClr val="000000"/>
                </a:solidFill>
                <a:effectLst/>
                <a:latin typeface="Calibri" panose="020F0502020204030204" pitchFamily="34" charset="0"/>
                <a:cs typeface="Calibri" panose="020F0502020204030204" pitchFamily="34" charset="0"/>
              </a:rPr>
              <a:t>and redefine the class</a:t>
            </a:r>
            <a:r>
              <a:rPr lang="en-US" dirty="0"/>
              <a:t> </a:t>
            </a:r>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mn-cs"/>
              </a:rPr>
              <a:t> method</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Title 3">
            <a:extLst>
              <a:ext uri="{FF2B5EF4-FFF2-40B4-BE49-F238E27FC236}">
                <a16:creationId xmlns:a16="http://schemas.microsoft.com/office/drawing/2014/main" id="{5A057F61-A3B1-4F0B-AE55-2D21EFBBDE4F}"/>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Function Import</a:t>
            </a:r>
          </a:p>
        </p:txBody>
      </p:sp>
      <p:pic>
        <p:nvPicPr>
          <p:cNvPr id="3" name="Picture 2">
            <a:extLst>
              <a:ext uri="{FF2B5EF4-FFF2-40B4-BE49-F238E27FC236}">
                <a16:creationId xmlns:a16="http://schemas.microsoft.com/office/drawing/2014/main" id="{3016C1C1-2186-4E9D-9699-BA5929052C72}"/>
              </a:ext>
            </a:extLst>
          </p:cNvPr>
          <p:cNvPicPr>
            <a:picLocks noChangeAspect="1"/>
          </p:cNvPicPr>
          <p:nvPr/>
        </p:nvPicPr>
        <p:blipFill>
          <a:blip r:embed="rId3"/>
          <a:stretch>
            <a:fillRect/>
          </a:stretch>
        </p:blipFill>
        <p:spPr>
          <a:xfrm>
            <a:off x="354127" y="1602011"/>
            <a:ext cx="4945237" cy="4247090"/>
          </a:xfrm>
          <a:prstGeom prst="rect">
            <a:avLst/>
          </a:prstGeom>
        </p:spPr>
      </p:pic>
      <p:pic>
        <p:nvPicPr>
          <p:cNvPr id="7" name="Picture 6">
            <a:extLst>
              <a:ext uri="{FF2B5EF4-FFF2-40B4-BE49-F238E27FC236}">
                <a16:creationId xmlns:a16="http://schemas.microsoft.com/office/drawing/2014/main" id="{98651AD8-CA5F-4C55-A9A8-D071A8412893}"/>
              </a:ext>
            </a:extLst>
          </p:cNvPr>
          <p:cNvPicPr>
            <a:picLocks noChangeAspect="1"/>
          </p:cNvPicPr>
          <p:nvPr/>
        </p:nvPicPr>
        <p:blipFill>
          <a:blip r:embed="rId4"/>
          <a:stretch>
            <a:fillRect/>
          </a:stretch>
        </p:blipFill>
        <p:spPr>
          <a:xfrm>
            <a:off x="6426253" y="1573859"/>
            <a:ext cx="5274601" cy="4247090"/>
          </a:xfrm>
          <a:prstGeom prst="rect">
            <a:avLst/>
          </a:prstGeom>
        </p:spPr>
      </p:pic>
      <p:sp>
        <p:nvSpPr>
          <p:cNvPr id="9" name="Arrow: Chevron 8">
            <a:extLst>
              <a:ext uri="{FF2B5EF4-FFF2-40B4-BE49-F238E27FC236}">
                <a16:creationId xmlns:a16="http://schemas.microsoft.com/office/drawing/2014/main" id="{6293501A-2BB1-4094-911A-1A095AE823BF}"/>
              </a:ext>
            </a:extLst>
          </p:cNvPr>
          <p:cNvSpPr/>
          <p:nvPr/>
        </p:nvSpPr>
        <p:spPr>
          <a:xfrm>
            <a:off x="5523345" y="3163669"/>
            <a:ext cx="572655" cy="1136073"/>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Footer Placeholder 45">
            <a:extLst>
              <a:ext uri="{FF2B5EF4-FFF2-40B4-BE49-F238E27FC236}">
                <a16:creationId xmlns:a16="http://schemas.microsoft.com/office/drawing/2014/main" id="{C1741F96-55C9-43D1-94B3-ED35623165F1}"/>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2" name="TextBox 1">
            <a:extLst>
              <a:ext uri="{FF2B5EF4-FFF2-40B4-BE49-F238E27FC236}">
                <a16:creationId xmlns:a16="http://schemas.microsoft.com/office/drawing/2014/main" id="{229065E6-00D1-41B7-8AB8-69A61EE5B47F}"/>
              </a:ext>
            </a:extLst>
          </p:cNvPr>
          <p:cNvSpPr txBox="1"/>
          <p:nvPr/>
        </p:nvSpPr>
        <p:spPr>
          <a:xfrm>
            <a:off x="354127" y="6172200"/>
            <a:ext cx="4508818" cy="369332"/>
          </a:xfrm>
          <a:prstGeom prst="rect">
            <a:avLst/>
          </a:prstGeom>
          <a:noFill/>
        </p:spPr>
        <p:txBody>
          <a:bodyPr wrap="square" rtlCol="0">
            <a:spAutoFit/>
          </a:bodyPr>
          <a:lstStyle/>
          <a:p>
            <a:r>
              <a:rPr lang="en-US" dirty="0"/>
              <a:t>Function Import Code: </a:t>
            </a:r>
            <a:r>
              <a:rPr lang="en-US" dirty="0">
                <a:hlinkClick r:id="rId5"/>
              </a:rPr>
              <a:t>funciton_import</a:t>
            </a:r>
            <a:endParaRPr lang="en-US" dirty="0"/>
          </a:p>
        </p:txBody>
      </p:sp>
    </p:spTree>
    <p:extLst>
      <p:ext uri="{BB962C8B-B14F-4D97-AF65-F5344CB8AC3E}">
        <p14:creationId xmlns:p14="http://schemas.microsoft.com/office/powerpoint/2010/main" val="17851568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9703118"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Basics of Connectivity and Role of SCC</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extBox 5">
            <a:extLst>
              <a:ext uri="{FF2B5EF4-FFF2-40B4-BE49-F238E27FC236}">
                <a16:creationId xmlns:a16="http://schemas.microsoft.com/office/drawing/2014/main" id="{1CB2C38A-B6B5-4109-9093-65CEEF01B63F}"/>
              </a:ext>
            </a:extLst>
          </p:cNvPr>
          <p:cNvSpPr txBox="1"/>
          <p:nvPr/>
        </p:nvSpPr>
        <p:spPr>
          <a:xfrm>
            <a:off x="526473" y="915656"/>
            <a:ext cx="105903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Internet</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7" name="TextBox 6">
            <a:extLst>
              <a:ext uri="{FF2B5EF4-FFF2-40B4-BE49-F238E27FC236}">
                <a16:creationId xmlns:a16="http://schemas.microsoft.com/office/drawing/2014/main" id="{698AF43B-DAAD-429B-BA9A-5F0616082582}"/>
              </a:ext>
            </a:extLst>
          </p:cNvPr>
          <p:cNvSpPr txBox="1"/>
          <p:nvPr/>
        </p:nvSpPr>
        <p:spPr>
          <a:xfrm>
            <a:off x="6232827" y="915656"/>
            <a:ext cx="105903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Intranet</a:t>
            </a:r>
          </a:p>
        </p:txBody>
      </p:sp>
      <p:cxnSp>
        <p:nvCxnSpPr>
          <p:cNvPr id="9" name="Straight Connector 8">
            <a:extLst>
              <a:ext uri="{FF2B5EF4-FFF2-40B4-BE49-F238E27FC236}">
                <a16:creationId xmlns:a16="http://schemas.microsoft.com/office/drawing/2014/main" id="{85043B69-D394-4D0C-8292-7BB2118B8BB2}"/>
              </a:ext>
            </a:extLst>
          </p:cNvPr>
          <p:cNvCxnSpPr>
            <a:cxnSpLocks/>
          </p:cNvCxnSpPr>
          <p:nvPr/>
        </p:nvCxnSpPr>
        <p:spPr>
          <a:xfrm>
            <a:off x="5907768" y="899721"/>
            <a:ext cx="0" cy="5648861"/>
          </a:xfrm>
          <a:prstGeom prst="line">
            <a:avLst/>
          </a:prstGeom>
          <a:ln w="31750">
            <a:prstDash val="dash"/>
          </a:ln>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428869F6-F395-4228-93A7-439A7B1FABFD}"/>
              </a:ext>
            </a:extLst>
          </p:cNvPr>
          <p:cNvSpPr/>
          <p:nvPr/>
        </p:nvSpPr>
        <p:spPr>
          <a:xfrm>
            <a:off x="526473" y="1610802"/>
            <a:ext cx="4535049" cy="32604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3AF18FC4-6E6F-48D3-B80D-835AC40878D3}"/>
              </a:ext>
            </a:extLst>
          </p:cNvPr>
          <p:cNvSpPr txBox="1"/>
          <p:nvPr/>
        </p:nvSpPr>
        <p:spPr>
          <a:xfrm>
            <a:off x="526473" y="1610802"/>
            <a:ext cx="2857182" cy="369332"/>
          </a:xfrm>
          <a:prstGeom prst="rect">
            <a:avLst/>
          </a:prstGeom>
          <a:noFill/>
        </p:spPr>
        <p:txBody>
          <a:bodyPr wrap="square" rtlCol="0">
            <a:spAutoFit/>
          </a:bodyPr>
          <a:lstStyle/>
          <a:p>
            <a:r>
              <a:rPr lang="en-US" dirty="0">
                <a:solidFill>
                  <a:schemeClr val="bg1"/>
                </a:solidFill>
              </a:rPr>
              <a:t>SAP BTP (PublicCloud)</a:t>
            </a:r>
            <a:endParaRPr lang="en-IN" dirty="0">
              <a:solidFill>
                <a:schemeClr val="bg1"/>
              </a:solidFill>
            </a:endParaRPr>
          </a:p>
        </p:txBody>
      </p:sp>
      <p:sp>
        <p:nvSpPr>
          <p:cNvPr id="12" name="Rectangle 11">
            <a:extLst>
              <a:ext uri="{FF2B5EF4-FFF2-40B4-BE49-F238E27FC236}">
                <a16:creationId xmlns:a16="http://schemas.microsoft.com/office/drawing/2014/main" id="{DF0539DB-03C6-4BDA-85B1-C6D7334C9DA7}"/>
              </a:ext>
            </a:extLst>
          </p:cNvPr>
          <p:cNvSpPr/>
          <p:nvPr/>
        </p:nvSpPr>
        <p:spPr>
          <a:xfrm>
            <a:off x="1043709" y="2539398"/>
            <a:ext cx="3500575" cy="82203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13" name="TextBox 12">
            <a:extLst>
              <a:ext uri="{FF2B5EF4-FFF2-40B4-BE49-F238E27FC236}">
                <a16:creationId xmlns:a16="http://schemas.microsoft.com/office/drawing/2014/main" id="{257AC1EB-BE6C-4A84-97A0-667B78DEC013}"/>
              </a:ext>
            </a:extLst>
          </p:cNvPr>
          <p:cNvSpPr txBox="1"/>
          <p:nvPr/>
        </p:nvSpPr>
        <p:spPr>
          <a:xfrm>
            <a:off x="1302150" y="2772365"/>
            <a:ext cx="3343562" cy="369332"/>
          </a:xfrm>
          <a:prstGeom prst="rect">
            <a:avLst/>
          </a:prstGeom>
          <a:noFill/>
        </p:spPr>
        <p:txBody>
          <a:bodyPr wrap="square" rtlCol="0">
            <a:spAutoFit/>
          </a:bodyPr>
          <a:lstStyle/>
          <a:p>
            <a:r>
              <a:rPr lang="en-US" dirty="0">
                <a:solidFill>
                  <a:schemeClr val="bg1"/>
                </a:solidFill>
              </a:rPr>
              <a:t>SAP Business Application Studio</a:t>
            </a:r>
            <a:endParaRPr lang="en-IN" dirty="0">
              <a:solidFill>
                <a:schemeClr val="bg1"/>
              </a:solidFill>
            </a:endParaRPr>
          </a:p>
        </p:txBody>
      </p:sp>
      <p:pic>
        <p:nvPicPr>
          <p:cNvPr id="14" name="Picture 13">
            <a:extLst>
              <a:ext uri="{FF2B5EF4-FFF2-40B4-BE49-F238E27FC236}">
                <a16:creationId xmlns:a16="http://schemas.microsoft.com/office/drawing/2014/main" id="{C4FD1646-9436-4141-8175-86D77294C483}"/>
              </a:ext>
            </a:extLst>
          </p:cNvPr>
          <p:cNvPicPr>
            <a:picLocks noChangeAspect="1"/>
          </p:cNvPicPr>
          <p:nvPr/>
        </p:nvPicPr>
        <p:blipFill>
          <a:blip r:embed="rId3"/>
          <a:stretch>
            <a:fillRect/>
          </a:stretch>
        </p:blipFill>
        <p:spPr>
          <a:xfrm>
            <a:off x="1043709" y="2557211"/>
            <a:ext cx="188323" cy="215154"/>
          </a:xfrm>
          <a:prstGeom prst="rect">
            <a:avLst/>
          </a:prstGeom>
        </p:spPr>
      </p:pic>
      <p:sp>
        <p:nvSpPr>
          <p:cNvPr id="15" name="Rectangle 14">
            <a:extLst>
              <a:ext uri="{FF2B5EF4-FFF2-40B4-BE49-F238E27FC236}">
                <a16:creationId xmlns:a16="http://schemas.microsoft.com/office/drawing/2014/main" id="{C6CBD787-6CCF-4ABF-ACF7-57B09DF79473}"/>
              </a:ext>
            </a:extLst>
          </p:cNvPr>
          <p:cNvSpPr/>
          <p:nvPr/>
        </p:nvSpPr>
        <p:spPr>
          <a:xfrm>
            <a:off x="1524000" y="3574473"/>
            <a:ext cx="2410689" cy="60036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Destination</a:t>
            </a:r>
            <a:endParaRPr lang="en-IN" dirty="0"/>
          </a:p>
        </p:txBody>
      </p:sp>
      <p:sp>
        <p:nvSpPr>
          <p:cNvPr id="16" name="Rectangle 15">
            <a:extLst>
              <a:ext uri="{FF2B5EF4-FFF2-40B4-BE49-F238E27FC236}">
                <a16:creationId xmlns:a16="http://schemas.microsoft.com/office/drawing/2014/main" id="{40E66401-2E03-49B4-AD27-5C13F7A4F9E4}"/>
              </a:ext>
            </a:extLst>
          </p:cNvPr>
          <p:cNvSpPr/>
          <p:nvPr/>
        </p:nvSpPr>
        <p:spPr>
          <a:xfrm>
            <a:off x="526473" y="5163127"/>
            <a:ext cx="997526" cy="979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S/4 Hana Cloud</a:t>
            </a:r>
            <a:endParaRPr lang="en-IN" dirty="0"/>
          </a:p>
        </p:txBody>
      </p:sp>
      <p:sp>
        <p:nvSpPr>
          <p:cNvPr id="17" name="Rectangle 16">
            <a:extLst>
              <a:ext uri="{FF2B5EF4-FFF2-40B4-BE49-F238E27FC236}">
                <a16:creationId xmlns:a16="http://schemas.microsoft.com/office/drawing/2014/main" id="{1A54C1AF-C23F-47D5-8BB6-6907D2932C97}"/>
              </a:ext>
            </a:extLst>
          </p:cNvPr>
          <p:cNvSpPr/>
          <p:nvPr/>
        </p:nvSpPr>
        <p:spPr>
          <a:xfrm>
            <a:off x="2230581" y="5163127"/>
            <a:ext cx="997526" cy="979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Field Glass</a:t>
            </a:r>
            <a:endParaRPr lang="en-IN" dirty="0"/>
          </a:p>
        </p:txBody>
      </p:sp>
      <p:sp>
        <p:nvSpPr>
          <p:cNvPr id="18" name="Rectangle 17">
            <a:extLst>
              <a:ext uri="{FF2B5EF4-FFF2-40B4-BE49-F238E27FC236}">
                <a16:creationId xmlns:a16="http://schemas.microsoft.com/office/drawing/2014/main" id="{8D5B2DB5-1753-4004-86CC-2736A25C6396}"/>
              </a:ext>
            </a:extLst>
          </p:cNvPr>
          <p:cNvSpPr/>
          <p:nvPr/>
        </p:nvSpPr>
        <p:spPr>
          <a:xfrm>
            <a:off x="3934689" y="5212987"/>
            <a:ext cx="997526" cy="979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Sales Force</a:t>
            </a:r>
            <a:endParaRPr lang="en-IN" dirty="0"/>
          </a:p>
        </p:txBody>
      </p:sp>
      <p:cxnSp>
        <p:nvCxnSpPr>
          <p:cNvPr id="19" name="Connector: Elbow 18">
            <a:extLst>
              <a:ext uri="{FF2B5EF4-FFF2-40B4-BE49-F238E27FC236}">
                <a16:creationId xmlns:a16="http://schemas.microsoft.com/office/drawing/2014/main" id="{179B78C3-3963-4A54-A6A0-1780D87940DB}"/>
              </a:ext>
            </a:extLst>
          </p:cNvPr>
          <p:cNvCxnSpPr>
            <a:stCxn id="15" idx="2"/>
            <a:endCxn id="16" idx="0"/>
          </p:cNvCxnSpPr>
          <p:nvPr/>
        </p:nvCxnSpPr>
        <p:spPr>
          <a:xfrm rot="5400000">
            <a:off x="1383146" y="3816927"/>
            <a:ext cx="988291" cy="1704109"/>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1" name="Connector: Elbow 20">
            <a:extLst>
              <a:ext uri="{FF2B5EF4-FFF2-40B4-BE49-F238E27FC236}">
                <a16:creationId xmlns:a16="http://schemas.microsoft.com/office/drawing/2014/main" id="{8B1ADA6D-7383-40FD-A4B8-D0A2CF3416AE}"/>
              </a:ext>
            </a:extLst>
          </p:cNvPr>
          <p:cNvCxnSpPr>
            <a:cxnSpLocks/>
          </p:cNvCxnSpPr>
          <p:nvPr/>
        </p:nvCxnSpPr>
        <p:spPr>
          <a:xfrm rot="16200000" flipH="1">
            <a:off x="3055856" y="3788647"/>
            <a:ext cx="1038151" cy="1704107"/>
          </a:xfrm>
          <a:prstGeom prst="bentConnector3">
            <a:avLst>
              <a:gd name="adj1" fmla="val 52669"/>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3" name="Straight Arrow Connector 22">
            <a:extLst>
              <a:ext uri="{FF2B5EF4-FFF2-40B4-BE49-F238E27FC236}">
                <a16:creationId xmlns:a16="http://schemas.microsoft.com/office/drawing/2014/main" id="{3F969A7B-CFD1-435F-AD37-9F0B2843051C}"/>
              </a:ext>
            </a:extLst>
          </p:cNvPr>
          <p:cNvCxnSpPr>
            <a:stCxn id="15" idx="2"/>
            <a:endCxn id="17" idx="0"/>
          </p:cNvCxnSpPr>
          <p:nvPr/>
        </p:nvCxnSpPr>
        <p:spPr>
          <a:xfrm flipH="1">
            <a:off x="2729344" y="4174836"/>
            <a:ext cx="1" cy="98829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4" name="Cylinder 23">
            <a:extLst>
              <a:ext uri="{FF2B5EF4-FFF2-40B4-BE49-F238E27FC236}">
                <a16:creationId xmlns:a16="http://schemas.microsoft.com/office/drawing/2014/main" id="{F1BE7DA0-00C4-4896-A83B-EC47EBC53114}"/>
              </a:ext>
            </a:extLst>
          </p:cNvPr>
          <p:cNvSpPr/>
          <p:nvPr/>
        </p:nvSpPr>
        <p:spPr>
          <a:xfrm rot="5400000">
            <a:off x="5568048" y="2587682"/>
            <a:ext cx="711081" cy="1198042"/>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TextBox 24">
            <a:extLst>
              <a:ext uri="{FF2B5EF4-FFF2-40B4-BE49-F238E27FC236}">
                <a16:creationId xmlns:a16="http://schemas.microsoft.com/office/drawing/2014/main" id="{4A81649B-9D48-4F2A-A7C1-A8AF7BBE399F}"/>
              </a:ext>
            </a:extLst>
          </p:cNvPr>
          <p:cNvSpPr txBox="1"/>
          <p:nvPr/>
        </p:nvSpPr>
        <p:spPr>
          <a:xfrm>
            <a:off x="5582710" y="2978464"/>
            <a:ext cx="720620" cy="369332"/>
          </a:xfrm>
          <a:prstGeom prst="rect">
            <a:avLst/>
          </a:prstGeom>
          <a:noFill/>
        </p:spPr>
        <p:txBody>
          <a:bodyPr wrap="square" rtlCol="0">
            <a:spAutoFit/>
          </a:bodyPr>
          <a:lstStyle/>
          <a:p>
            <a:r>
              <a:rPr lang="en-US" dirty="0">
                <a:solidFill>
                  <a:schemeClr val="bg1"/>
                </a:solidFill>
              </a:rPr>
              <a:t>SCC</a:t>
            </a:r>
            <a:endParaRPr lang="en-IN" dirty="0">
              <a:solidFill>
                <a:schemeClr val="bg1"/>
              </a:solidFill>
            </a:endParaRPr>
          </a:p>
        </p:txBody>
      </p:sp>
      <p:cxnSp>
        <p:nvCxnSpPr>
          <p:cNvPr id="26" name="Connector: Elbow 25">
            <a:extLst>
              <a:ext uri="{FF2B5EF4-FFF2-40B4-BE49-F238E27FC236}">
                <a16:creationId xmlns:a16="http://schemas.microsoft.com/office/drawing/2014/main" id="{CCBE69AC-907D-40DC-9E8F-88B973FDD0F8}"/>
              </a:ext>
            </a:extLst>
          </p:cNvPr>
          <p:cNvCxnSpPr>
            <a:stCxn id="15" idx="3"/>
            <a:endCxn id="24" idx="3"/>
          </p:cNvCxnSpPr>
          <p:nvPr/>
        </p:nvCxnSpPr>
        <p:spPr>
          <a:xfrm flipV="1">
            <a:off x="3934689" y="3186704"/>
            <a:ext cx="1389879" cy="687951"/>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7" name="Straight Arrow Connector 26">
            <a:extLst>
              <a:ext uri="{FF2B5EF4-FFF2-40B4-BE49-F238E27FC236}">
                <a16:creationId xmlns:a16="http://schemas.microsoft.com/office/drawing/2014/main" id="{D4762D09-D7A9-46E4-B595-927738F2E3AE}"/>
              </a:ext>
            </a:extLst>
          </p:cNvPr>
          <p:cNvCxnSpPr>
            <a:cxnSpLocks/>
            <a:stCxn id="24" idx="1"/>
            <a:endCxn id="28" idx="1"/>
          </p:cNvCxnSpPr>
          <p:nvPr/>
        </p:nvCxnSpPr>
        <p:spPr>
          <a:xfrm flipV="1">
            <a:off x="6522610" y="3186703"/>
            <a:ext cx="1947128" cy="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8" name="Rectangle: Rounded Corners 27">
            <a:extLst>
              <a:ext uri="{FF2B5EF4-FFF2-40B4-BE49-F238E27FC236}">
                <a16:creationId xmlns:a16="http://schemas.microsoft.com/office/drawing/2014/main" id="{F5221982-C211-413B-9F73-3DC0C5BE56FB}"/>
              </a:ext>
            </a:extLst>
          </p:cNvPr>
          <p:cNvSpPr/>
          <p:nvPr/>
        </p:nvSpPr>
        <p:spPr>
          <a:xfrm>
            <a:off x="8469738" y="1441276"/>
            <a:ext cx="2942613" cy="34908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SAP BW</a:t>
            </a:r>
          </a:p>
          <a:p>
            <a:pPr algn="ctr"/>
            <a:r>
              <a:rPr lang="en-US" dirty="0"/>
              <a:t>SAP ECC</a:t>
            </a:r>
          </a:p>
          <a:p>
            <a:pPr algn="ctr"/>
            <a:r>
              <a:rPr lang="en-US" dirty="0"/>
              <a:t>SAP S/4 Hana</a:t>
            </a:r>
            <a:endParaRPr lang="en-IN" dirty="0"/>
          </a:p>
        </p:txBody>
      </p:sp>
      <p:sp>
        <p:nvSpPr>
          <p:cNvPr id="29" name="TextBox 28">
            <a:extLst>
              <a:ext uri="{FF2B5EF4-FFF2-40B4-BE49-F238E27FC236}">
                <a16:creationId xmlns:a16="http://schemas.microsoft.com/office/drawing/2014/main" id="{D8036F2F-8E82-40FA-A283-0050BF819AE4}"/>
              </a:ext>
            </a:extLst>
          </p:cNvPr>
          <p:cNvSpPr txBox="1"/>
          <p:nvPr/>
        </p:nvSpPr>
        <p:spPr>
          <a:xfrm>
            <a:off x="8788908" y="1531716"/>
            <a:ext cx="2591770" cy="369332"/>
          </a:xfrm>
          <a:prstGeom prst="rect">
            <a:avLst/>
          </a:prstGeom>
          <a:noFill/>
        </p:spPr>
        <p:txBody>
          <a:bodyPr wrap="square" rtlCol="0">
            <a:spAutoFit/>
          </a:bodyPr>
          <a:lstStyle/>
          <a:p>
            <a:r>
              <a:rPr lang="en-US" dirty="0">
                <a:solidFill>
                  <a:schemeClr val="bg1"/>
                </a:solidFill>
              </a:rPr>
              <a:t>SAP On-premise System</a:t>
            </a:r>
            <a:endParaRPr lang="en-IN" dirty="0">
              <a:solidFill>
                <a:schemeClr val="bg1"/>
              </a:solidFill>
            </a:endParaRPr>
          </a:p>
        </p:txBody>
      </p:sp>
      <p:sp>
        <p:nvSpPr>
          <p:cNvPr id="30" name="Speech Bubble: Oval 29">
            <a:extLst>
              <a:ext uri="{FF2B5EF4-FFF2-40B4-BE49-F238E27FC236}">
                <a16:creationId xmlns:a16="http://schemas.microsoft.com/office/drawing/2014/main" id="{A6B5DBEC-38B2-445A-A91C-BB0993BF1599}"/>
              </a:ext>
            </a:extLst>
          </p:cNvPr>
          <p:cNvSpPr/>
          <p:nvPr/>
        </p:nvSpPr>
        <p:spPr>
          <a:xfrm>
            <a:off x="6203746" y="1618879"/>
            <a:ext cx="1970014" cy="616966"/>
          </a:xfrm>
          <a:prstGeom prst="wedgeEllipseCallout">
            <a:avLst>
              <a:gd name="adj1" fmla="val -61801"/>
              <a:gd name="adj2" fmla="val 145242"/>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SAP Cloud Connector</a:t>
            </a:r>
          </a:p>
        </p:txBody>
      </p:sp>
    </p:spTree>
    <p:extLst>
      <p:ext uri="{BB962C8B-B14F-4D97-AF65-F5344CB8AC3E}">
        <p14:creationId xmlns:p14="http://schemas.microsoft.com/office/powerpoint/2010/main" val="20292243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kumimoji="0" lang="en-US" sz="1800" b="1"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Step 1: </a:t>
            </a:r>
            <a:r>
              <a:rPr kumimoji="0" lang="en-US" sz="1800"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Download SAP JVM and Extract it in the C:\Program Files\Java</a:t>
            </a:r>
            <a:endParaRPr kumimoji="0" lang="en-IN" sz="1800" b="1"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440086AB-90E7-4B9D-B483-F53AD9342434}"/>
              </a:ext>
            </a:extLst>
          </p:cNvPr>
          <p:cNvPicPr>
            <a:picLocks noChangeAspect="1"/>
          </p:cNvPicPr>
          <p:nvPr/>
        </p:nvPicPr>
        <p:blipFill>
          <a:blip r:embed="rId3"/>
          <a:stretch>
            <a:fillRect/>
          </a:stretch>
        </p:blipFill>
        <p:spPr>
          <a:xfrm>
            <a:off x="542321" y="1717962"/>
            <a:ext cx="5021436" cy="3722255"/>
          </a:xfrm>
          <a:prstGeom prst="rect">
            <a:avLst/>
          </a:prstGeom>
        </p:spPr>
        <p:style>
          <a:lnRef idx="2">
            <a:schemeClr val="dk1"/>
          </a:lnRef>
          <a:fillRef idx="1">
            <a:schemeClr val="lt1"/>
          </a:fillRef>
          <a:effectRef idx="0">
            <a:schemeClr val="dk1"/>
          </a:effectRef>
          <a:fontRef idx="minor">
            <a:schemeClr val="dk1"/>
          </a:fontRef>
        </p:style>
      </p:pic>
      <p:pic>
        <p:nvPicPr>
          <p:cNvPr id="7" name="Picture 6">
            <a:extLst>
              <a:ext uri="{FF2B5EF4-FFF2-40B4-BE49-F238E27FC236}">
                <a16:creationId xmlns:a16="http://schemas.microsoft.com/office/drawing/2014/main" id="{22D56B5D-6650-42FB-BA6A-73F688023C82}"/>
              </a:ext>
            </a:extLst>
          </p:cNvPr>
          <p:cNvPicPr>
            <a:picLocks noChangeAspect="1"/>
          </p:cNvPicPr>
          <p:nvPr/>
        </p:nvPicPr>
        <p:blipFill>
          <a:blip r:embed="rId4"/>
          <a:stretch>
            <a:fillRect/>
          </a:stretch>
        </p:blipFill>
        <p:spPr>
          <a:xfrm>
            <a:off x="7364846" y="1980134"/>
            <a:ext cx="4008583" cy="3338439"/>
          </a:xfrm>
          <a:prstGeom prst="rect">
            <a:avLst/>
          </a:prstGeom>
        </p:spPr>
        <p:style>
          <a:lnRef idx="2">
            <a:schemeClr val="dk1"/>
          </a:lnRef>
          <a:fillRef idx="1">
            <a:schemeClr val="lt1"/>
          </a:fillRef>
          <a:effectRef idx="0">
            <a:schemeClr val="dk1"/>
          </a:effectRef>
          <a:fontRef idx="minor">
            <a:schemeClr val="dk1"/>
          </a:fontRef>
        </p:style>
      </p:pic>
      <p:sp>
        <p:nvSpPr>
          <p:cNvPr id="9" name="Arrow: Right 8">
            <a:extLst>
              <a:ext uri="{FF2B5EF4-FFF2-40B4-BE49-F238E27FC236}">
                <a16:creationId xmlns:a16="http://schemas.microsoft.com/office/drawing/2014/main" id="{D2317EBD-30DC-4D49-BD24-BD23B217E780}"/>
              </a:ext>
            </a:extLst>
          </p:cNvPr>
          <p:cNvSpPr/>
          <p:nvPr/>
        </p:nvSpPr>
        <p:spPr>
          <a:xfrm>
            <a:off x="5900883" y="3387271"/>
            <a:ext cx="1376220" cy="5241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689154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2: </a:t>
            </a:r>
            <a:r>
              <a:rPr lang="en-US" dirty="0">
                <a:solidFill>
                  <a:prstClr val="black"/>
                </a:solidFill>
                <a:latin typeface="Calibri" panose="020F0502020204030204"/>
              </a:rPr>
              <a:t>Download and install the sap Cloud connector</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hlinkClick r:id="rId3"/>
            <a:extLst>
              <a:ext uri="{FF2B5EF4-FFF2-40B4-BE49-F238E27FC236}">
                <a16:creationId xmlns:a16="http://schemas.microsoft.com/office/drawing/2014/main" id="{44E878C0-98F5-4E17-9A18-2446DC8A12D9}"/>
              </a:ext>
            </a:extLst>
          </p:cNvPr>
          <p:cNvPicPr>
            <a:picLocks noChangeAspect="1"/>
          </p:cNvPicPr>
          <p:nvPr/>
        </p:nvPicPr>
        <p:blipFill>
          <a:blip r:embed="rId4"/>
          <a:stretch>
            <a:fillRect/>
          </a:stretch>
        </p:blipFill>
        <p:spPr>
          <a:xfrm>
            <a:off x="363366" y="1421042"/>
            <a:ext cx="2675904" cy="2218083"/>
          </a:xfrm>
          <a:prstGeom prst="rect">
            <a:avLst/>
          </a:prstGeom>
        </p:spPr>
      </p:pic>
      <p:pic>
        <p:nvPicPr>
          <p:cNvPr id="7" name="Picture 6">
            <a:extLst>
              <a:ext uri="{FF2B5EF4-FFF2-40B4-BE49-F238E27FC236}">
                <a16:creationId xmlns:a16="http://schemas.microsoft.com/office/drawing/2014/main" id="{8CA8EB1B-1116-4319-9D6D-09A3889A98BC}"/>
              </a:ext>
            </a:extLst>
          </p:cNvPr>
          <p:cNvPicPr>
            <a:picLocks noChangeAspect="1"/>
          </p:cNvPicPr>
          <p:nvPr/>
        </p:nvPicPr>
        <p:blipFill>
          <a:blip r:embed="rId5"/>
          <a:stretch>
            <a:fillRect/>
          </a:stretch>
        </p:blipFill>
        <p:spPr>
          <a:xfrm>
            <a:off x="4036290" y="1487265"/>
            <a:ext cx="2814865" cy="2273366"/>
          </a:xfrm>
          <a:prstGeom prst="rect">
            <a:avLst/>
          </a:prstGeom>
        </p:spPr>
      </p:pic>
      <p:pic>
        <p:nvPicPr>
          <p:cNvPr id="9" name="Picture 8">
            <a:extLst>
              <a:ext uri="{FF2B5EF4-FFF2-40B4-BE49-F238E27FC236}">
                <a16:creationId xmlns:a16="http://schemas.microsoft.com/office/drawing/2014/main" id="{4EB1FC95-0CCB-4D3B-81CA-9EDFA42678D8}"/>
              </a:ext>
            </a:extLst>
          </p:cNvPr>
          <p:cNvPicPr>
            <a:picLocks noChangeAspect="1"/>
          </p:cNvPicPr>
          <p:nvPr/>
        </p:nvPicPr>
        <p:blipFill>
          <a:blip r:embed="rId6"/>
          <a:stretch>
            <a:fillRect/>
          </a:stretch>
        </p:blipFill>
        <p:spPr>
          <a:xfrm>
            <a:off x="7748950" y="1487265"/>
            <a:ext cx="2814865" cy="2273366"/>
          </a:xfrm>
          <a:prstGeom prst="rect">
            <a:avLst/>
          </a:prstGeom>
        </p:spPr>
      </p:pic>
      <p:pic>
        <p:nvPicPr>
          <p:cNvPr id="10" name="Picture 9">
            <a:extLst>
              <a:ext uri="{FF2B5EF4-FFF2-40B4-BE49-F238E27FC236}">
                <a16:creationId xmlns:a16="http://schemas.microsoft.com/office/drawing/2014/main" id="{8E0F6026-D427-4B71-858A-C808C3FFA679}"/>
              </a:ext>
            </a:extLst>
          </p:cNvPr>
          <p:cNvPicPr>
            <a:picLocks noChangeAspect="1"/>
          </p:cNvPicPr>
          <p:nvPr/>
        </p:nvPicPr>
        <p:blipFill>
          <a:blip r:embed="rId7"/>
          <a:stretch>
            <a:fillRect/>
          </a:stretch>
        </p:blipFill>
        <p:spPr>
          <a:xfrm>
            <a:off x="7748949" y="4234052"/>
            <a:ext cx="2814866" cy="2273366"/>
          </a:xfrm>
          <a:prstGeom prst="rect">
            <a:avLst/>
          </a:prstGeom>
        </p:spPr>
      </p:pic>
      <p:pic>
        <p:nvPicPr>
          <p:cNvPr id="11" name="Picture 10">
            <a:extLst>
              <a:ext uri="{FF2B5EF4-FFF2-40B4-BE49-F238E27FC236}">
                <a16:creationId xmlns:a16="http://schemas.microsoft.com/office/drawing/2014/main" id="{F46089C1-F917-45D2-96A0-DDDB6F2AEC42}"/>
              </a:ext>
            </a:extLst>
          </p:cNvPr>
          <p:cNvPicPr>
            <a:picLocks noChangeAspect="1"/>
          </p:cNvPicPr>
          <p:nvPr/>
        </p:nvPicPr>
        <p:blipFill>
          <a:blip r:embed="rId8"/>
          <a:stretch>
            <a:fillRect/>
          </a:stretch>
        </p:blipFill>
        <p:spPr>
          <a:xfrm>
            <a:off x="4036290" y="4234052"/>
            <a:ext cx="2814865" cy="2273366"/>
          </a:xfrm>
          <a:prstGeom prst="rect">
            <a:avLst/>
          </a:prstGeom>
        </p:spPr>
      </p:pic>
      <p:pic>
        <p:nvPicPr>
          <p:cNvPr id="12" name="Picture 11">
            <a:extLst>
              <a:ext uri="{FF2B5EF4-FFF2-40B4-BE49-F238E27FC236}">
                <a16:creationId xmlns:a16="http://schemas.microsoft.com/office/drawing/2014/main" id="{12815AF0-63BD-4459-A667-AAB294C69594}"/>
              </a:ext>
            </a:extLst>
          </p:cNvPr>
          <p:cNvPicPr>
            <a:picLocks noChangeAspect="1"/>
          </p:cNvPicPr>
          <p:nvPr/>
        </p:nvPicPr>
        <p:blipFill>
          <a:blip r:embed="rId9"/>
          <a:stretch>
            <a:fillRect/>
          </a:stretch>
        </p:blipFill>
        <p:spPr>
          <a:xfrm>
            <a:off x="363366" y="4234052"/>
            <a:ext cx="2814866" cy="2273366"/>
          </a:xfrm>
          <a:prstGeom prst="rect">
            <a:avLst/>
          </a:prstGeom>
        </p:spPr>
      </p:pic>
      <p:sp>
        <p:nvSpPr>
          <p:cNvPr id="13" name="Arrow: Right 12">
            <a:extLst>
              <a:ext uri="{FF2B5EF4-FFF2-40B4-BE49-F238E27FC236}">
                <a16:creationId xmlns:a16="http://schemas.microsoft.com/office/drawing/2014/main" id="{F27AF91D-19E9-4B88-A246-1668EEBA1113}"/>
              </a:ext>
            </a:extLst>
          </p:cNvPr>
          <p:cNvSpPr/>
          <p:nvPr/>
        </p:nvSpPr>
        <p:spPr>
          <a:xfrm>
            <a:off x="3088883" y="2530083"/>
            <a:ext cx="897794"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a16="http://schemas.microsoft.com/office/drawing/2014/main" id="{C8BBE6FD-47DF-41A2-A16C-54E151B9579C}"/>
              </a:ext>
            </a:extLst>
          </p:cNvPr>
          <p:cNvSpPr/>
          <p:nvPr/>
        </p:nvSpPr>
        <p:spPr>
          <a:xfrm rot="10800000">
            <a:off x="6851154" y="4957004"/>
            <a:ext cx="858058"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Right 14">
            <a:extLst>
              <a:ext uri="{FF2B5EF4-FFF2-40B4-BE49-F238E27FC236}">
                <a16:creationId xmlns:a16="http://schemas.microsoft.com/office/drawing/2014/main" id="{4224F668-4FEC-4E0D-946A-C5895CA775E5}"/>
              </a:ext>
            </a:extLst>
          </p:cNvPr>
          <p:cNvSpPr/>
          <p:nvPr/>
        </p:nvSpPr>
        <p:spPr>
          <a:xfrm>
            <a:off x="6851155" y="2465428"/>
            <a:ext cx="897794"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76D7DAC0-C4E7-4FC1-855B-E15389AF9874}"/>
              </a:ext>
            </a:extLst>
          </p:cNvPr>
          <p:cNvSpPr/>
          <p:nvPr/>
        </p:nvSpPr>
        <p:spPr>
          <a:xfrm rot="10800000">
            <a:off x="3178232" y="4936626"/>
            <a:ext cx="858058"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Connector: Elbow 16">
            <a:extLst>
              <a:ext uri="{FF2B5EF4-FFF2-40B4-BE49-F238E27FC236}">
                <a16:creationId xmlns:a16="http://schemas.microsoft.com/office/drawing/2014/main" id="{1F0FA73A-1394-45AD-8904-2CE301359DB0}"/>
              </a:ext>
            </a:extLst>
          </p:cNvPr>
          <p:cNvCxnSpPr>
            <a:stCxn id="9" idx="3"/>
            <a:endCxn id="10" idx="3"/>
          </p:cNvCxnSpPr>
          <p:nvPr/>
        </p:nvCxnSpPr>
        <p:spPr>
          <a:xfrm>
            <a:off x="10563815" y="2623948"/>
            <a:ext cx="12700" cy="2746787"/>
          </a:xfrm>
          <a:prstGeom prst="bentConnector3">
            <a:avLst>
              <a:gd name="adj1" fmla="val 8854543"/>
            </a:avLst>
          </a:prstGeom>
          <a:ln w="165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03075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203"/>
          </a:xfrm>
          <a:prstGeom prst="rect">
            <a:avLst/>
          </a:prstGeom>
          <a:noFill/>
        </p:spPr>
        <p:txBody>
          <a:bodyPr wrap="square" rtlCol="0">
            <a:spAutoFit/>
          </a:bodyPr>
          <a:lstStyle/>
          <a:p>
            <a:r>
              <a:rPr lang="en-US" b="1" dirty="0">
                <a:solidFill>
                  <a:prstClr val="black"/>
                </a:solidFill>
                <a:latin typeface="Calibri" panose="020F0502020204030204"/>
              </a:rPr>
              <a:t>Step 3: </a:t>
            </a:r>
            <a:r>
              <a:rPr lang="en-US" dirty="0">
                <a:solidFill>
                  <a:prstClr val="black"/>
                </a:solidFill>
                <a:latin typeface="Calibri" panose="020F0502020204030204"/>
              </a:rPr>
              <a:t>Now your system is ready go to browser and open </a:t>
            </a:r>
            <a:r>
              <a:rPr lang="en-US" dirty="0">
                <a:solidFill>
                  <a:prstClr val="black"/>
                </a:solidFill>
                <a:latin typeface="Calibri" panose="020F0502020204030204"/>
                <a:hlinkClick r:id="rId3"/>
              </a:rPr>
              <a:t>https://localhost:8443</a:t>
            </a:r>
            <a:r>
              <a:rPr lang="en-US" dirty="0">
                <a:solidFill>
                  <a:prstClr val="black"/>
                </a:solidFill>
                <a:latin typeface="Calibri" panose="020F0502020204030204"/>
              </a:rPr>
              <a:t> (port may changes)</a:t>
            </a:r>
          </a:p>
          <a:p>
            <a:r>
              <a:rPr lang="en-US" sz="1799" dirty="0">
                <a:solidFill>
                  <a:prstClr val="black"/>
                </a:solidFill>
                <a:latin typeface="Calibri"/>
              </a:rPr>
              <a:t>The default credentials are Administrator / manage</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3BE16C7D-937A-42B3-8171-4FBFE2D3175F}"/>
              </a:ext>
            </a:extLst>
          </p:cNvPr>
          <p:cNvPicPr>
            <a:picLocks noChangeAspect="1"/>
          </p:cNvPicPr>
          <p:nvPr/>
        </p:nvPicPr>
        <p:blipFill>
          <a:blip r:embed="rId4"/>
          <a:stretch>
            <a:fillRect/>
          </a:stretch>
        </p:blipFill>
        <p:spPr>
          <a:xfrm>
            <a:off x="464047" y="1644124"/>
            <a:ext cx="4819154" cy="4314155"/>
          </a:xfrm>
          <a:prstGeom prst="rect">
            <a:avLst/>
          </a:prstGeom>
        </p:spPr>
      </p:pic>
      <p:pic>
        <p:nvPicPr>
          <p:cNvPr id="7" name="Picture 6">
            <a:extLst>
              <a:ext uri="{FF2B5EF4-FFF2-40B4-BE49-F238E27FC236}">
                <a16:creationId xmlns:a16="http://schemas.microsoft.com/office/drawing/2014/main" id="{6D610338-DEB5-48AD-BE92-65BB7EB119FE}"/>
              </a:ext>
            </a:extLst>
          </p:cNvPr>
          <p:cNvPicPr>
            <a:picLocks noChangeAspect="1"/>
          </p:cNvPicPr>
          <p:nvPr/>
        </p:nvPicPr>
        <p:blipFill>
          <a:blip r:embed="rId5"/>
          <a:stretch>
            <a:fillRect/>
          </a:stretch>
        </p:blipFill>
        <p:spPr>
          <a:xfrm>
            <a:off x="7062281" y="1610801"/>
            <a:ext cx="4707878" cy="4352817"/>
          </a:xfrm>
          <a:prstGeom prst="rect">
            <a:avLst/>
          </a:prstGeom>
        </p:spPr>
      </p:pic>
      <p:sp>
        <p:nvSpPr>
          <p:cNvPr id="9" name="Arrow: Right 8">
            <a:extLst>
              <a:ext uri="{FF2B5EF4-FFF2-40B4-BE49-F238E27FC236}">
                <a16:creationId xmlns:a16="http://schemas.microsoft.com/office/drawing/2014/main" id="{976697F7-C7DB-410A-BBB9-8A1D0772D6F8}"/>
              </a:ext>
            </a:extLst>
          </p:cNvPr>
          <p:cNvSpPr/>
          <p:nvPr/>
        </p:nvSpPr>
        <p:spPr>
          <a:xfrm>
            <a:off x="5463309" y="3429000"/>
            <a:ext cx="1265381" cy="5911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842772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4: </a:t>
            </a:r>
            <a:r>
              <a:rPr lang="en-US" dirty="0">
                <a:solidFill>
                  <a:prstClr val="black"/>
                </a:solidFill>
                <a:latin typeface="Calibri" panose="020F0502020204030204"/>
              </a:rPr>
              <a:t>Now we create a connection with our Cloud Account</a:t>
            </a:r>
            <a:endParaRPr lang="en-IN" sz="1800" b="0" i="0" dirty="0">
              <a:effectLst/>
              <a:latin typeface="Cooper Black" panose="0208090404030B020404" pitchFamily="18"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07B25966-8F9B-44AB-9DAD-E03074719EAC}"/>
              </a:ext>
            </a:extLst>
          </p:cNvPr>
          <p:cNvPicPr>
            <a:picLocks noChangeAspect="1"/>
          </p:cNvPicPr>
          <p:nvPr/>
        </p:nvPicPr>
        <p:blipFill>
          <a:blip r:embed="rId3"/>
          <a:stretch>
            <a:fillRect/>
          </a:stretch>
        </p:blipFill>
        <p:spPr>
          <a:xfrm>
            <a:off x="561443" y="1309829"/>
            <a:ext cx="10861964" cy="4769081"/>
          </a:xfrm>
          <a:prstGeom prst="rect">
            <a:avLst/>
          </a:prstGeom>
        </p:spPr>
      </p:pic>
    </p:spTree>
    <p:extLst>
      <p:ext uri="{BB962C8B-B14F-4D97-AF65-F5344CB8AC3E}">
        <p14:creationId xmlns:p14="http://schemas.microsoft.com/office/powerpoint/2010/main" val="31287622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5: </a:t>
            </a:r>
            <a:r>
              <a:rPr lang="en-US" dirty="0">
                <a:solidFill>
                  <a:prstClr val="black"/>
                </a:solidFill>
                <a:latin typeface="Calibri" panose="020F0502020204030204"/>
              </a:rPr>
              <a:t>Check the connection on Hana Cloud Account </a:t>
            </a:r>
            <a:endParaRPr lang="en-IN" sz="1800" b="0" i="0" dirty="0">
              <a:effectLst/>
              <a:latin typeface="Cooper Black" panose="0208090404030B020404" pitchFamily="18"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2">
            <a:extLst>
              <a:ext uri="{FF2B5EF4-FFF2-40B4-BE49-F238E27FC236}">
                <a16:creationId xmlns:a16="http://schemas.microsoft.com/office/drawing/2014/main" id="{93B02027-CE35-4B2C-8239-371D5ABCBD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403" y="1218211"/>
            <a:ext cx="10252364" cy="4982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8541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6: </a:t>
            </a:r>
            <a:r>
              <a:rPr lang="en-US" dirty="0">
                <a:solidFill>
                  <a:prstClr val="black"/>
                </a:solidFill>
                <a:latin typeface="Calibri" panose="020F0502020204030204"/>
              </a:rPr>
              <a:t>Connect on-premise system to cloud using SCC</a:t>
            </a:r>
            <a:endParaRPr lang="en-IN" sz="1800" b="0" i="0" dirty="0">
              <a:effectLst/>
              <a:latin typeface="Cooper Black" panose="0208090404030B020404" pitchFamily="18"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189A366-DA98-408E-97D4-F0D36518FBD0}"/>
              </a:ext>
            </a:extLst>
          </p:cNvPr>
          <p:cNvPicPr>
            <a:picLocks noChangeAspect="1"/>
          </p:cNvPicPr>
          <p:nvPr/>
        </p:nvPicPr>
        <p:blipFill>
          <a:blip r:embed="rId3"/>
          <a:stretch>
            <a:fillRect/>
          </a:stretch>
        </p:blipFill>
        <p:spPr>
          <a:xfrm>
            <a:off x="386456" y="1533287"/>
            <a:ext cx="2555327" cy="2266099"/>
          </a:xfrm>
          <a:prstGeom prst="rect">
            <a:avLst/>
          </a:prstGeom>
        </p:spPr>
      </p:pic>
      <p:pic>
        <p:nvPicPr>
          <p:cNvPr id="7" name="Picture 6">
            <a:extLst>
              <a:ext uri="{FF2B5EF4-FFF2-40B4-BE49-F238E27FC236}">
                <a16:creationId xmlns:a16="http://schemas.microsoft.com/office/drawing/2014/main" id="{3A762452-0A45-4718-99A6-002D09E24C38}"/>
              </a:ext>
            </a:extLst>
          </p:cNvPr>
          <p:cNvPicPr>
            <a:picLocks noChangeAspect="1"/>
          </p:cNvPicPr>
          <p:nvPr/>
        </p:nvPicPr>
        <p:blipFill>
          <a:blip r:embed="rId4"/>
          <a:stretch>
            <a:fillRect/>
          </a:stretch>
        </p:blipFill>
        <p:spPr>
          <a:xfrm>
            <a:off x="3714133" y="1533285"/>
            <a:ext cx="2318327" cy="2266099"/>
          </a:xfrm>
          <a:prstGeom prst="rect">
            <a:avLst/>
          </a:prstGeom>
        </p:spPr>
      </p:pic>
      <p:pic>
        <p:nvPicPr>
          <p:cNvPr id="9" name="Picture 8">
            <a:extLst>
              <a:ext uri="{FF2B5EF4-FFF2-40B4-BE49-F238E27FC236}">
                <a16:creationId xmlns:a16="http://schemas.microsoft.com/office/drawing/2014/main" id="{26C5A7C8-E72B-47AA-B0B9-6F5845FA28CB}"/>
              </a:ext>
            </a:extLst>
          </p:cNvPr>
          <p:cNvPicPr>
            <a:picLocks noChangeAspect="1"/>
          </p:cNvPicPr>
          <p:nvPr/>
        </p:nvPicPr>
        <p:blipFill>
          <a:blip r:embed="rId5"/>
          <a:stretch>
            <a:fillRect/>
          </a:stretch>
        </p:blipFill>
        <p:spPr>
          <a:xfrm>
            <a:off x="6754703" y="1504389"/>
            <a:ext cx="2318327" cy="2323889"/>
          </a:xfrm>
          <a:prstGeom prst="rect">
            <a:avLst/>
          </a:prstGeom>
        </p:spPr>
      </p:pic>
      <p:pic>
        <p:nvPicPr>
          <p:cNvPr id="10" name="Picture 9">
            <a:extLst>
              <a:ext uri="{FF2B5EF4-FFF2-40B4-BE49-F238E27FC236}">
                <a16:creationId xmlns:a16="http://schemas.microsoft.com/office/drawing/2014/main" id="{E52B1CB9-64BA-40E8-8190-5DED84E0A313}"/>
              </a:ext>
            </a:extLst>
          </p:cNvPr>
          <p:cNvPicPr>
            <a:picLocks noChangeAspect="1"/>
          </p:cNvPicPr>
          <p:nvPr/>
        </p:nvPicPr>
        <p:blipFill>
          <a:blip r:embed="rId6"/>
          <a:stretch>
            <a:fillRect/>
          </a:stretch>
        </p:blipFill>
        <p:spPr>
          <a:xfrm>
            <a:off x="9795274" y="1533285"/>
            <a:ext cx="2131778" cy="2323889"/>
          </a:xfrm>
          <a:prstGeom prst="rect">
            <a:avLst/>
          </a:prstGeom>
        </p:spPr>
      </p:pic>
      <p:pic>
        <p:nvPicPr>
          <p:cNvPr id="11" name="Picture 10">
            <a:extLst>
              <a:ext uri="{FF2B5EF4-FFF2-40B4-BE49-F238E27FC236}">
                <a16:creationId xmlns:a16="http://schemas.microsoft.com/office/drawing/2014/main" id="{DC3E081F-DDC3-4E90-83E5-D3B619EF1FED}"/>
              </a:ext>
            </a:extLst>
          </p:cNvPr>
          <p:cNvPicPr>
            <a:picLocks noChangeAspect="1"/>
          </p:cNvPicPr>
          <p:nvPr/>
        </p:nvPicPr>
        <p:blipFill>
          <a:blip r:embed="rId7"/>
          <a:stretch>
            <a:fillRect/>
          </a:stretch>
        </p:blipFill>
        <p:spPr>
          <a:xfrm>
            <a:off x="9795275" y="4248726"/>
            <a:ext cx="2131778" cy="1923968"/>
          </a:xfrm>
          <a:prstGeom prst="rect">
            <a:avLst/>
          </a:prstGeom>
        </p:spPr>
      </p:pic>
      <p:pic>
        <p:nvPicPr>
          <p:cNvPr id="12" name="Picture 11">
            <a:extLst>
              <a:ext uri="{FF2B5EF4-FFF2-40B4-BE49-F238E27FC236}">
                <a16:creationId xmlns:a16="http://schemas.microsoft.com/office/drawing/2014/main" id="{639BF260-6B2E-47E1-B830-4C5C86B7B81C}"/>
              </a:ext>
            </a:extLst>
          </p:cNvPr>
          <p:cNvPicPr>
            <a:picLocks noChangeAspect="1"/>
          </p:cNvPicPr>
          <p:nvPr/>
        </p:nvPicPr>
        <p:blipFill>
          <a:blip r:embed="rId8"/>
          <a:stretch>
            <a:fillRect/>
          </a:stretch>
        </p:blipFill>
        <p:spPr>
          <a:xfrm>
            <a:off x="6689199" y="4248726"/>
            <a:ext cx="2449334" cy="1923968"/>
          </a:xfrm>
          <a:prstGeom prst="rect">
            <a:avLst/>
          </a:prstGeom>
        </p:spPr>
      </p:pic>
      <p:pic>
        <p:nvPicPr>
          <p:cNvPr id="13" name="Picture 12">
            <a:extLst>
              <a:ext uri="{FF2B5EF4-FFF2-40B4-BE49-F238E27FC236}">
                <a16:creationId xmlns:a16="http://schemas.microsoft.com/office/drawing/2014/main" id="{9530B6E3-9A2E-4C7F-9D6D-FFAD9F2A1C6D}"/>
              </a:ext>
            </a:extLst>
          </p:cNvPr>
          <p:cNvPicPr>
            <a:picLocks noChangeAspect="1"/>
          </p:cNvPicPr>
          <p:nvPr/>
        </p:nvPicPr>
        <p:blipFill>
          <a:blip r:embed="rId9"/>
          <a:stretch>
            <a:fillRect/>
          </a:stretch>
        </p:blipFill>
        <p:spPr>
          <a:xfrm>
            <a:off x="3714133" y="4229872"/>
            <a:ext cx="2318327" cy="1923969"/>
          </a:xfrm>
          <a:prstGeom prst="rect">
            <a:avLst/>
          </a:prstGeom>
        </p:spPr>
      </p:pic>
      <p:sp>
        <p:nvSpPr>
          <p:cNvPr id="14" name="Arrow: Chevron 13">
            <a:extLst>
              <a:ext uri="{FF2B5EF4-FFF2-40B4-BE49-F238E27FC236}">
                <a16:creationId xmlns:a16="http://schemas.microsoft.com/office/drawing/2014/main" id="{4D5C7E4A-4608-4982-A39A-205A3BACC883}"/>
              </a:ext>
            </a:extLst>
          </p:cNvPr>
          <p:cNvSpPr/>
          <p:nvPr/>
        </p:nvSpPr>
        <p:spPr>
          <a:xfrm>
            <a:off x="3057392" y="2170544"/>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Arrow: Chevron 14">
            <a:extLst>
              <a:ext uri="{FF2B5EF4-FFF2-40B4-BE49-F238E27FC236}">
                <a16:creationId xmlns:a16="http://schemas.microsoft.com/office/drawing/2014/main" id="{9E33AD4F-A297-4B9D-986B-9CA9A0FB9E23}"/>
              </a:ext>
            </a:extLst>
          </p:cNvPr>
          <p:cNvSpPr/>
          <p:nvPr/>
        </p:nvSpPr>
        <p:spPr>
          <a:xfrm rot="10800000">
            <a:off x="9210672" y="4586676"/>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Arrow: Chevron 15">
            <a:extLst>
              <a:ext uri="{FF2B5EF4-FFF2-40B4-BE49-F238E27FC236}">
                <a16:creationId xmlns:a16="http://schemas.microsoft.com/office/drawing/2014/main" id="{51C9AD7D-38EE-40C3-A8DF-B1796E680B5D}"/>
              </a:ext>
            </a:extLst>
          </p:cNvPr>
          <p:cNvSpPr/>
          <p:nvPr/>
        </p:nvSpPr>
        <p:spPr>
          <a:xfrm rot="5400000">
            <a:off x="10600939" y="3563423"/>
            <a:ext cx="272670"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7" name="Arrow: Chevron 16">
            <a:extLst>
              <a:ext uri="{FF2B5EF4-FFF2-40B4-BE49-F238E27FC236}">
                <a16:creationId xmlns:a16="http://schemas.microsoft.com/office/drawing/2014/main" id="{12DA2C56-BB4B-469C-BDB0-904D4F215A4B}"/>
              </a:ext>
            </a:extLst>
          </p:cNvPr>
          <p:cNvSpPr/>
          <p:nvPr/>
        </p:nvSpPr>
        <p:spPr>
          <a:xfrm>
            <a:off x="9196392" y="2170543"/>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8" name="Arrow: Chevron 17">
            <a:extLst>
              <a:ext uri="{FF2B5EF4-FFF2-40B4-BE49-F238E27FC236}">
                <a16:creationId xmlns:a16="http://schemas.microsoft.com/office/drawing/2014/main" id="{DC2CC9E2-A78B-4F3F-91AC-6ED4649FA7C2}"/>
              </a:ext>
            </a:extLst>
          </p:cNvPr>
          <p:cNvSpPr/>
          <p:nvPr/>
        </p:nvSpPr>
        <p:spPr>
          <a:xfrm>
            <a:off x="6118877" y="2205701"/>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9" name="Arrow: Chevron 18">
            <a:extLst>
              <a:ext uri="{FF2B5EF4-FFF2-40B4-BE49-F238E27FC236}">
                <a16:creationId xmlns:a16="http://schemas.microsoft.com/office/drawing/2014/main" id="{9A8D9E4E-A52F-4E16-8876-A77A3C04DB9C}"/>
              </a:ext>
            </a:extLst>
          </p:cNvPr>
          <p:cNvSpPr/>
          <p:nvPr/>
        </p:nvSpPr>
        <p:spPr>
          <a:xfrm rot="10800000">
            <a:off x="3065040" y="4587698"/>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1" name="Arrow: Chevron 20">
            <a:extLst>
              <a:ext uri="{FF2B5EF4-FFF2-40B4-BE49-F238E27FC236}">
                <a16:creationId xmlns:a16="http://schemas.microsoft.com/office/drawing/2014/main" id="{142BB9AE-B451-481B-B93B-4B65FE07B952}"/>
              </a:ext>
            </a:extLst>
          </p:cNvPr>
          <p:cNvSpPr/>
          <p:nvPr/>
        </p:nvSpPr>
        <p:spPr>
          <a:xfrm rot="10800000">
            <a:off x="6104596" y="4586676"/>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23" name="Picture 22">
            <a:extLst>
              <a:ext uri="{FF2B5EF4-FFF2-40B4-BE49-F238E27FC236}">
                <a16:creationId xmlns:a16="http://schemas.microsoft.com/office/drawing/2014/main" id="{1CC1BA66-3620-4824-80C1-7987E28FC165}"/>
              </a:ext>
            </a:extLst>
          </p:cNvPr>
          <p:cNvPicPr>
            <a:picLocks noChangeAspect="1"/>
          </p:cNvPicPr>
          <p:nvPr/>
        </p:nvPicPr>
        <p:blipFill>
          <a:blip r:embed="rId10"/>
          <a:stretch>
            <a:fillRect/>
          </a:stretch>
        </p:blipFill>
        <p:spPr>
          <a:xfrm>
            <a:off x="386456" y="4189286"/>
            <a:ext cx="2678583" cy="1923968"/>
          </a:xfrm>
          <a:prstGeom prst="rect">
            <a:avLst/>
          </a:prstGeom>
        </p:spPr>
      </p:pic>
    </p:spTree>
    <p:extLst>
      <p:ext uri="{BB962C8B-B14F-4D97-AF65-F5344CB8AC3E}">
        <p14:creationId xmlns:p14="http://schemas.microsoft.com/office/powerpoint/2010/main" val="14463671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completed</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sz="1800" i="0" dirty="0">
                <a:effectLst/>
                <a:latin typeface="Calibri" panose="020F0502020204030204" pitchFamily="34" charset="0"/>
                <a:cs typeface="Calibri" panose="020F0502020204030204" pitchFamily="34" charset="0"/>
              </a:rPr>
              <a:t>We have D</a:t>
            </a:r>
            <a:r>
              <a:rPr lang="en-US" dirty="0">
                <a:latin typeface="Calibri" panose="020F0502020204030204" pitchFamily="34" charset="0"/>
                <a:cs typeface="Calibri" panose="020F0502020204030204" pitchFamily="34" charset="0"/>
              </a:rPr>
              <a:t>one with Connect , now we are now successfully connected to cloud using SCC.</a:t>
            </a:r>
            <a:endParaRPr kumimoji="0" lang="en-IN" sz="1800" i="0" u="none" strike="noStrike" kern="1200" cap="none" spc="0" normalizeH="0" baseline="0" noProof="0" dirty="0">
              <a:ln>
                <a:noFill/>
              </a:ln>
              <a:effectLst/>
              <a:uLnTx/>
              <a:uFillTx/>
              <a:latin typeface="Calibri" panose="020F0502020204030204" pitchFamily="34" charset="0"/>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57AFFD8A-2549-4A70-9456-CFD677FE6DD4}"/>
              </a:ext>
            </a:extLst>
          </p:cNvPr>
          <p:cNvPicPr>
            <a:picLocks noChangeAspect="1"/>
          </p:cNvPicPr>
          <p:nvPr/>
        </p:nvPicPr>
        <p:blipFill>
          <a:blip r:embed="rId3"/>
          <a:stretch>
            <a:fillRect/>
          </a:stretch>
        </p:blipFill>
        <p:spPr>
          <a:xfrm>
            <a:off x="631953" y="1148422"/>
            <a:ext cx="10928093" cy="5239239"/>
          </a:xfrm>
          <a:prstGeom prst="rect">
            <a:avLst/>
          </a:prstGeom>
        </p:spPr>
      </p:pic>
    </p:spTree>
    <p:extLst>
      <p:ext uri="{BB962C8B-B14F-4D97-AF65-F5344CB8AC3E}">
        <p14:creationId xmlns:p14="http://schemas.microsoft.com/office/powerpoint/2010/main" val="2569432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Creating the Destination in BTP</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139321"/>
          </a:xfrm>
          <a:prstGeom prst="rect">
            <a:avLst/>
          </a:prstGeom>
          <a:noFill/>
        </p:spPr>
        <p:txBody>
          <a:bodyPr wrap="square" rtlCol="0">
            <a:spAutoFit/>
          </a:bodyPr>
          <a:lstStyle/>
          <a:p>
            <a:r>
              <a:rPr lang="en-US" dirty="0"/>
              <a:t>Now once the cloud connector setup is done. We need to create a destination in the Business Technology Platform (BTP) to assess our SAP system in the BAS.</a:t>
            </a:r>
          </a:p>
          <a:p>
            <a:r>
              <a:rPr lang="en-US" dirty="0"/>
              <a:t>There are two ways to create a destination in BTP:</a:t>
            </a:r>
          </a:p>
          <a:p>
            <a:pPr marL="342900" indent="-342900">
              <a:buAutoNum type="arabicPeriod"/>
            </a:pPr>
            <a:r>
              <a:rPr lang="en-US" dirty="0"/>
              <a:t>Create  a destination directly in BTP (</a:t>
            </a:r>
            <a:r>
              <a:rPr lang="en-US" dirty="0">
                <a:solidFill>
                  <a:schemeClr val="accent6"/>
                </a:solidFill>
              </a:rPr>
              <a:t>Not Recommended</a:t>
            </a:r>
            <a:r>
              <a:rPr lang="en-US" dirty="0"/>
              <a:t>)</a:t>
            </a:r>
          </a:p>
          <a:p>
            <a:pPr marL="342900" indent="-342900">
              <a:buAutoNum type="arabicPeriod"/>
            </a:pPr>
            <a:r>
              <a:rPr lang="en-US" dirty="0"/>
              <a:t>Creating the destination inside the BAS (Recommended)</a:t>
            </a:r>
          </a:p>
          <a:p>
            <a:endParaRPr lang="en-US" dirty="0">
              <a:solidFill>
                <a:schemeClr val="accent6"/>
              </a:solidFill>
            </a:endParaRPr>
          </a:p>
          <a:p>
            <a:r>
              <a:rPr lang="en-US" dirty="0"/>
              <a:t>To create a destination directly in BTP </a:t>
            </a:r>
          </a:p>
          <a:p>
            <a:pPr marL="285750" indent="-285750">
              <a:buFont typeface="Wingdings" panose="05000000000000000000" pitchFamily="2" charset="2"/>
              <a:buChar char="§"/>
            </a:pPr>
            <a:r>
              <a:rPr lang="en-US" dirty="0"/>
              <a:t>Go to the </a:t>
            </a:r>
            <a:r>
              <a:rPr lang="en-US" dirty="0">
                <a:solidFill>
                  <a:schemeClr val="accent6"/>
                </a:solidFill>
              </a:rPr>
              <a:t>Connectivity</a:t>
            </a:r>
            <a:r>
              <a:rPr lang="en-US" dirty="0"/>
              <a:t> &gt; </a:t>
            </a:r>
            <a:r>
              <a:rPr lang="en-US" dirty="0">
                <a:solidFill>
                  <a:schemeClr val="accent6"/>
                </a:solidFill>
              </a:rPr>
              <a:t>Destinations</a:t>
            </a:r>
            <a:r>
              <a:rPr lang="en-US" dirty="0"/>
              <a:t> and here click on </a:t>
            </a:r>
            <a:r>
              <a:rPr lang="en-US" dirty="0">
                <a:solidFill>
                  <a:schemeClr val="accent6"/>
                </a:solidFill>
              </a:rPr>
              <a:t>New Destination</a:t>
            </a:r>
          </a:p>
          <a:p>
            <a:pPr marL="285750" indent="-285750">
              <a:buFont typeface="Wingdings" panose="05000000000000000000" pitchFamily="2" charset="2"/>
              <a:buChar char="§"/>
            </a:pPr>
            <a:r>
              <a:rPr lang="en-US" dirty="0"/>
              <a:t>Then a new Destination Configuration will open.</a:t>
            </a:r>
          </a:p>
          <a:p>
            <a:pPr marL="285750" indent="-285750">
              <a:buFont typeface="Wingdings" panose="05000000000000000000" pitchFamily="2" charset="2"/>
              <a:buChar char="§"/>
            </a:pPr>
            <a:r>
              <a:rPr lang="en-US" dirty="0"/>
              <a:t>Enter all the details of the system and press save.</a:t>
            </a:r>
          </a:p>
          <a:p>
            <a:pPr marL="285750" indent="-285750">
              <a:buFont typeface="Wingdings" panose="05000000000000000000" pitchFamily="2" charset="2"/>
              <a:buChar char="§"/>
            </a:pPr>
            <a:r>
              <a:rPr lang="en-US" dirty="0"/>
              <a:t>After that check the connection with destination.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59E3E38-ADD1-4737-A459-23ED7995D464}"/>
              </a:ext>
            </a:extLst>
          </p:cNvPr>
          <p:cNvPicPr>
            <a:picLocks noChangeAspect="1"/>
          </p:cNvPicPr>
          <p:nvPr/>
        </p:nvPicPr>
        <p:blipFill>
          <a:blip r:embed="rId3"/>
          <a:stretch>
            <a:fillRect/>
          </a:stretch>
        </p:blipFill>
        <p:spPr>
          <a:xfrm>
            <a:off x="5544124" y="3295967"/>
            <a:ext cx="5879282" cy="2782943"/>
          </a:xfrm>
          <a:prstGeom prst="rect">
            <a:avLst/>
          </a:prstGeom>
        </p:spPr>
      </p:pic>
      <p:sp>
        <p:nvSpPr>
          <p:cNvPr id="11" name="TextBox 10">
            <a:extLst>
              <a:ext uri="{FF2B5EF4-FFF2-40B4-BE49-F238E27FC236}">
                <a16:creationId xmlns:a16="http://schemas.microsoft.com/office/drawing/2014/main" id="{021D8A17-0815-4530-9855-3837C92571B0}"/>
              </a:ext>
            </a:extLst>
          </p:cNvPr>
          <p:cNvSpPr txBox="1"/>
          <p:nvPr/>
        </p:nvSpPr>
        <p:spPr>
          <a:xfrm>
            <a:off x="261764" y="4172773"/>
            <a:ext cx="5104056" cy="1754326"/>
          </a:xfrm>
          <a:prstGeom prst="rect">
            <a:avLst/>
          </a:prstGeom>
          <a:noFill/>
        </p:spPr>
        <p:txBody>
          <a:bodyPr wrap="square">
            <a:spAutoFit/>
          </a:bodyPr>
          <a:lstStyle/>
          <a:p>
            <a:r>
              <a:rPr lang="en-US" dirty="0"/>
              <a:t>This way of creating destination is not recommended because in this method, to assess the odata service in the fiori application some additional properties are required. Adding that properties is a little tricky and can lead to error.</a:t>
            </a:r>
          </a:p>
          <a:p>
            <a:r>
              <a:rPr lang="en-US" dirty="0">
                <a:solidFill>
                  <a:schemeClr val="accent6"/>
                </a:solidFill>
              </a:rPr>
              <a:t>That’s why we will not use this method.</a:t>
            </a:r>
          </a:p>
        </p:txBody>
      </p:sp>
    </p:spTree>
    <p:extLst>
      <p:ext uri="{BB962C8B-B14F-4D97-AF65-F5344CB8AC3E}">
        <p14:creationId xmlns:p14="http://schemas.microsoft.com/office/powerpoint/2010/main" val="38864899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Creating Destination Inside BAS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1200329"/>
          </a:xfrm>
          <a:prstGeom prst="rect">
            <a:avLst/>
          </a:prstGeom>
          <a:noFill/>
        </p:spPr>
        <p:txBody>
          <a:bodyPr wrap="square" rtlCol="0">
            <a:spAutoFit/>
          </a:bodyPr>
          <a:lstStyle/>
          <a:p>
            <a:r>
              <a:rPr lang="en-US" dirty="0"/>
              <a:t>To create the destination directly using BAS follow the step:</a:t>
            </a:r>
          </a:p>
          <a:p>
            <a:pPr marL="342900" indent="-342900">
              <a:buFont typeface="+mj-lt"/>
              <a:buAutoNum type="arabicPeriod"/>
            </a:pPr>
            <a:r>
              <a:rPr lang="en-US" dirty="0"/>
              <a:t>Start your BAS tool and in that go to the service center in the left side bar.</a:t>
            </a:r>
          </a:p>
          <a:p>
            <a:pPr marL="342900" indent="-342900">
              <a:buFont typeface="+mj-lt"/>
              <a:buAutoNum type="arabicPeriod"/>
            </a:pPr>
            <a:r>
              <a:rPr lang="en-US" dirty="0"/>
              <a:t>Then under the SAP SYSTEM section choose your subaccount and click on plus button +</a:t>
            </a:r>
          </a:p>
          <a:p>
            <a:pPr marL="342900" indent="-342900">
              <a:buFont typeface="+mj-lt"/>
              <a:buAutoNum type="arabicPeriod"/>
            </a:pPr>
            <a:r>
              <a:rPr lang="en-US" dirty="0"/>
              <a:t>Fill the details as shown and press Add. You can create a new Project for the template to test this destination.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0BEA4DC5-28DF-4BBD-AF6D-5518687AE6A7}"/>
              </a:ext>
            </a:extLst>
          </p:cNvPr>
          <p:cNvPicPr>
            <a:picLocks noChangeAspect="1"/>
          </p:cNvPicPr>
          <p:nvPr/>
        </p:nvPicPr>
        <p:blipFill>
          <a:blip r:embed="rId3"/>
          <a:stretch>
            <a:fillRect/>
          </a:stretch>
        </p:blipFill>
        <p:spPr>
          <a:xfrm>
            <a:off x="261764" y="2034720"/>
            <a:ext cx="2168727" cy="2843862"/>
          </a:xfrm>
          <a:prstGeom prst="rect">
            <a:avLst/>
          </a:prstGeom>
        </p:spPr>
      </p:pic>
      <p:pic>
        <p:nvPicPr>
          <p:cNvPr id="6" name="Picture 5">
            <a:extLst>
              <a:ext uri="{FF2B5EF4-FFF2-40B4-BE49-F238E27FC236}">
                <a16:creationId xmlns:a16="http://schemas.microsoft.com/office/drawing/2014/main" id="{46BB6D8B-8711-4D60-9F1D-0E4A9A29FADE}"/>
              </a:ext>
            </a:extLst>
          </p:cNvPr>
          <p:cNvPicPr>
            <a:picLocks noChangeAspect="1"/>
          </p:cNvPicPr>
          <p:nvPr/>
        </p:nvPicPr>
        <p:blipFill>
          <a:blip r:embed="rId4"/>
          <a:stretch>
            <a:fillRect/>
          </a:stretch>
        </p:blipFill>
        <p:spPr>
          <a:xfrm>
            <a:off x="2935377" y="2034720"/>
            <a:ext cx="1924885" cy="2843862"/>
          </a:xfrm>
          <a:prstGeom prst="rect">
            <a:avLst/>
          </a:prstGeom>
        </p:spPr>
      </p:pic>
      <p:pic>
        <p:nvPicPr>
          <p:cNvPr id="9" name="Picture 8">
            <a:extLst>
              <a:ext uri="{FF2B5EF4-FFF2-40B4-BE49-F238E27FC236}">
                <a16:creationId xmlns:a16="http://schemas.microsoft.com/office/drawing/2014/main" id="{26D4E870-A6D8-470B-AAAF-5D4D934D5129}"/>
              </a:ext>
            </a:extLst>
          </p:cNvPr>
          <p:cNvPicPr>
            <a:picLocks noChangeAspect="1"/>
          </p:cNvPicPr>
          <p:nvPr/>
        </p:nvPicPr>
        <p:blipFill>
          <a:blip r:embed="rId5"/>
          <a:stretch>
            <a:fillRect/>
          </a:stretch>
        </p:blipFill>
        <p:spPr>
          <a:xfrm>
            <a:off x="5392253" y="2034720"/>
            <a:ext cx="3673086" cy="2847353"/>
          </a:xfrm>
          <a:prstGeom prst="rect">
            <a:avLst/>
          </a:prstGeom>
        </p:spPr>
      </p:pic>
      <p:pic>
        <p:nvPicPr>
          <p:cNvPr id="11" name="Picture 10">
            <a:extLst>
              <a:ext uri="{FF2B5EF4-FFF2-40B4-BE49-F238E27FC236}">
                <a16:creationId xmlns:a16="http://schemas.microsoft.com/office/drawing/2014/main" id="{DEF8A996-29A9-47E0-B991-DAAB8BDCA906}"/>
              </a:ext>
            </a:extLst>
          </p:cNvPr>
          <p:cNvPicPr>
            <a:picLocks noChangeAspect="1"/>
          </p:cNvPicPr>
          <p:nvPr/>
        </p:nvPicPr>
        <p:blipFill>
          <a:blip r:embed="rId6"/>
          <a:stretch>
            <a:fillRect/>
          </a:stretch>
        </p:blipFill>
        <p:spPr>
          <a:xfrm>
            <a:off x="9506897" y="2034721"/>
            <a:ext cx="2630470" cy="2843862"/>
          </a:xfrm>
          <a:prstGeom prst="rect">
            <a:avLst/>
          </a:prstGeom>
        </p:spPr>
      </p:pic>
      <p:pic>
        <p:nvPicPr>
          <p:cNvPr id="13" name="Picture 12">
            <a:extLst>
              <a:ext uri="{FF2B5EF4-FFF2-40B4-BE49-F238E27FC236}">
                <a16:creationId xmlns:a16="http://schemas.microsoft.com/office/drawing/2014/main" id="{53DF3701-97C6-48B9-A0B2-E65B0C0D1ABD}"/>
              </a:ext>
            </a:extLst>
          </p:cNvPr>
          <p:cNvPicPr>
            <a:picLocks noChangeAspect="1"/>
          </p:cNvPicPr>
          <p:nvPr/>
        </p:nvPicPr>
        <p:blipFill>
          <a:blip r:embed="rId7"/>
          <a:stretch>
            <a:fillRect/>
          </a:stretch>
        </p:blipFill>
        <p:spPr>
          <a:xfrm>
            <a:off x="4722725" y="4973334"/>
            <a:ext cx="3828422" cy="1813463"/>
          </a:xfrm>
          <a:prstGeom prst="rect">
            <a:avLst/>
          </a:prstGeom>
        </p:spPr>
      </p:pic>
      <p:cxnSp>
        <p:nvCxnSpPr>
          <p:cNvPr id="15" name="Straight Arrow Connector 14">
            <a:extLst>
              <a:ext uri="{FF2B5EF4-FFF2-40B4-BE49-F238E27FC236}">
                <a16:creationId xmlns:a16="http://schemas.microsoft.com/office/drawing/2014/main" id="{3709C19B-7CCA-4973-8513-EE3CC1BD8095}"/>
              </a:ext>
            </a:extLst>
          </p:cNvPr>
          <p:cNvCxnSpPr>
            <a:stCxn id="4" idx="3"/>
            <a:endCxn id="6" idx="1"/>
          </p:cNvCxnSpPr>
          <p:nvPr/>
        </p:nvCxnSpPr>
        <p:spPr>
          <a:xfrm>
            <a:off x="2430491" y="3456651"/>
            <a:ext cx="504886" cy="0"/>
          </a:xfrm>
          <a:prstGeom prst="straightConnector1">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478640A-F49F-4FBA-ADB4-06989F67C3BF}"/>
              </a:ext>
            </a:extLst>
          </p:cNvPr>
          <p:cNvCxnSpPr>
            <a:cxnSpLocks/>
            <a:stCxn id="6" idx="3"/>
            <a:endCxn id="9" idx="1"/>
          </p:cNvCxnSpPr>
          <p:nvPr/>
        </p:nvCxnSpPr>
        <p:spPr>
          <a:xfrm>
            <a:off x="4860262" y="3456651"/>
            <a:ext cx="531991" cy="1746"/>
          </a:xfrm>
          <a:prstGeom prst="straightConnector1">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4F82370-4E6C-4D14-9024-43F0CA172E27}"/>
              </a:ext>
            </a:extLst>
          </p:cNvPr>
          <p:cNvCxnSpPr>
            <a:cxnSpLocks/>
            <a:stCxn id="9" idx="3"/>
            <a:endCxn id="11" idx="1"/>
          </p:cNvCxnSpPr>
          <p:nvPr/>
        </p:nvCxnSpPr>
        <p:spPr>
          <a:xfrm flipV="1">
            <a:off x="9065339" y="3456652"/>
            <a:ext cx="441558" cy="1745"/>
          </a:xfrm>
          <a:prstGeom prst="straightConnector1">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9ECADA58-95B5-4FBA-BC14-D834F2BB8F21}"/>
              </a:ext>
            </a:extLst>
          </p:cNvPr>
          <p:cNvCxnSpPr>
            <a:stCxn id="11" idx="2"/>
            <a:endCxn id="13" idx="3"/>
          </p:cNvCxnSpPr>
          <p:nvPr/>
        </p:nvCxnSpPr>
        <p:spPr>
          <a:xfrm rot="5400000">
            <a:off x="9185899" y="4243832"/>
            <a:ext cx="1001483" cy="2270985"/>
          </a:xfrm>
          <a:prstGeom prst="bentConnector2">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79449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Connecting system to the VSCode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862322"/>
          </a:xfrm>
          <a:prstGeom prst="rect">
            <a:avLst/>
          </a:prstGeom>
          <a:noFill/>
        </p:spPr>
        <p:txBody>
          <a:bodyPr wrap="square" rtlCol="0">
            <a:spAutoFit/>
          </a:bodyPr>
          <a:lstStyle/>
          <a:p>
            <a:r>
              <a:rPr lang="en-US" dirty="0"/>
              <a:t>Now if we want to connect our system to the vscode we don’t need the Cloud Connector, because the VS code is already running in our local system and in our local system we can use the VPN to access our SAP System.</a:t>
            </a:r>
          </a:p>
          <a:p>
            <a:r>
              <a:rPr lang="en-US" dirty="0"/>
              <a:t>So to connect vs code to the system:</a:t>
            </a:r>
          </a:p>
          <a:p>
            <a:pPr marL="342900" indent="-342900">
              <a:buAutoNum type="arabicPeriod"/>
            </a:pPr>
            <a:r>
              <a:rPr lang="en-US" dirty="0"/>
              <a:t>Open application generator using the command palette.</a:t>
            </a:r>
          </a:p>
          <a:p>
            <a:pPr marL="342900" indent="-342900">
              <a:buAutoNum type="arabicPeriod"/>
            </a:pPr>
            <a:r>
              <a:rPr lang="en-US" dirty="0"/>
              <a:t>Create any type of project (let’s select the master detail).</a:t>
            </a:r>
          </a:p>
          <a:p>
            <a:pPr marL="342900" indent="-342900">
              <a:buAutoNum type="arabicPeriod"/>
            </a:pPr>
            <a:r>
              <a:rPr lang="en-US" dirty="0"/>
              <a:t>In the Data Sources as Connect to a System</a:t>
            </a:r>
          </a:p>
          <a:p>
            <a:pPr marL="342900" indent="-342900">
              <a:buAutoNum type="arabicPeriod"/>
            </a:pPr>
            <a:r>
              <a:rPr lang="en-US" dirty="0"/>
              <a:t>In system select New System and system type as ABAP on Premise</a:t>
            </a:r>
          </a:p>
          <a:p>
            <a:pPr marL="342900" indent="-342900">
              <a:buAutoNum type="arabicPeriod"/>
            </a:pPr>
            <a:r>
              <a:rPr lang="en-US" dirty="0"/>
              <a:t>And then Enter the system detail.</a:t>
            </a:r>
          </a:p>
          <a:p>
            <a:pPr marL="342900" indent="-342900">
              <a:buAutoNum type="arabicPeriod"/>
            </a:pPr>
            <a:r>
              <a:rPr lang="en-US" dirty="0"/>
              <a:t>Then complete the project setup.</a:t>
            </a:r>
          </a:p>
          <a:p>
            <a:pPr marL="342900" indent="-342900">
              <a:buAutoNum type="arabicPeriod"/>
            </a:pPr>
            <a:r>
              <a:rPr lang="en-US" dirty="0"/>
              <a:t>After that you can see the created system in the Fiori Tools option in the left side bar, under the SAP SYSTEM.</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A5ECAA09-64BE-4BEE-939D-FC6C0BAEB714}"/>
              </a:ext>
            </a:extLst>
          </p:cNvPr>
          <p:cNvPicPr>
            <a:picLocks noChangeAspect="1"/>
          </p:cNvPicPr>
          <p:nvPr/>
        </p:nvPicPr>
        <p:blipFill>
          <a:blip r:embed="rId3"/>
          <a:stretch>
            <a:fillRect/>
          </a:stretch>
        </p:blipFill>
        <p:spPr>
          <a:xfrm>
            <a:off x="261764" y="3782942"/>
            <a:ext cx="2752383" cy="2714866"/>
          </a:xfrm>
          <a:prstGeom prst="rect">
            <a:avLst/>
          </a:prstGeom>
        </p:spPr>
      </p:pic>
      <p:pic>
        <p:nvPicPr>
          <p:cNvPr id="9" name="Picture 8">
            <a:extLst>
              <a:ext uri="{FF2B5EF4-FFF2-40B4-BE49-F238E27FC236}">
                <a16:creationId xmlns:a16="http://schemas.microsoft.com/office/drawing/2014/main" id="{8D5EC31B-E0F7-45BA-A252-7B0231D00C87}"/>
              </a:ext>
            </a:extLst>
          </p:cNvPr>
          <p:cNvPicPr>
            <a:picLocks noChangeAspect="1"/>
          </p:cNvPicPr>
          <p:nvPr/>
        </p:nvPicPr>
        <p:blipFill>
          <a:blip r:embed="rId4"/>
          <a:stretch>
            <a:fillRect/>
          </a:stretch>
        </p:blipFill>
        <p:spPr>
          <a:xfrm>
            <a:off x="3772008" y="3777017"/>
            <a:ext cx="3332596" cy="2714866"/>
          </a:xfrm>
          <a:prstGeom prst="rect">
            <a:avLst/>
          </a:prstGeom>
        </p:spPr>
      </p:pic>
      <p:pic>
        <p:nvPicPr>
          <p:cNvPr id="11" name="Picture 10">
            <a:extLst>
              <a:ext uri="{FF2B5EF4-FFF2-40B4-BE49-F238E27FC236}">
                <a16:creationId xmlns:a16="http://schemas.microsoft.com/office/drawing/2014/main" id="{12069DB5-583F-400D-916D-308D19B0FE52}"/>
              </a:ext>
            </a:extLst>
          </p:cNvPr>
          <p:cNvPicPr>
            <a:picLocks noChangeAspect="1"/>
          </p:cNvPicPr>
          <p:nvPr/>
        </p:nvPicPr>
        <p:blipFill>
          <a:blip r:embed="rId5"/>
          <a:stretch>
            <a:fillRect/>
          </a:stretch>
        </p:blipFill>
        <p:spPr>
          <a:xfrm>
            <a:off x="8326625" y="3777017"/>
            <a:ext cx="1851045" cy="2714866"/>
          </a:xfrm>
          <a:prstGeom prst="rect">
            <a:avLst/>
          </a:prstGeom>
        </p:spPr>
      </p:pic>
      <p:cxnSp>
        <p:nvCxnSpPr>
          <p:cNvPr id="15" name="Straight Arrow Connector 14">
            <a:extLst>
              <a:ext uri="{FF2B5EF4-FFF2-40B4-BE49-F238E27FC236}">
                <a16:creationId xmlns:a16="http://schemas.microsoft.com/office/drawing/2014/main" id="{31FDC1E1-B40A-4ADE-822C-D68DD2C30188}"/>
              </a:ext>
            </a:extLst>
          </p:cNvPr>
          <p:cNvCxnSpPr>
            <a:stCxn id="6" idx="3"/>
            <a:endCxn id="9" idx="1"/>
          </p:cNvCxnSpPr>
          <p:nvPr/>
        </p:nvCxnSpPr>
        <p:spPr>
          <a:xfrm flipV="1">
            <a:off x="3014147" y="5134450"/>
            <a:ext cx="757861" cy="5925"/>
          </a:xfrm>
          <a:prstGeom prst="straightConnector1">
            <a:avLst/>
          </a:prstGeom>
          <a:ln w="762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6C5F3A6-0B2A-477B-8ADA-11B2A4DD2644}"/>
              </a:ext>
            </a:extLst>
          </p:cNvPr>
          <p:cNvCxnSpPr>
            <a:stCxn id="9" idx="3"/>
            <a:endCxn id="11" idx="1"/>
          </p:cNvCxnSpPr>
          <p:nvPr/>
        </p:nvCxnSpPr>
        <p:spPr>
          <a:xfrm>
            <a:off x="7104604" y="5134450"/>
            <a:ext cx="1222021" cy="0"/>
          </a:xfrm>
          <a:prstGeom prst="straightConnector1">
            <a:avLst/>
          </a:prstGeom>
          <a:ln w="7620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83733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F07FC580-E2AB-4C55-8C95-D5E077A1D127}"/>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b="1" dirty="0"/>
          </a:p>
        </p:txBody>
      </p:sp>
      <p:sp>
        <p:nvSpPr>
          <p:cNvPr id="4" name="Footer Placeholder 45">
            <a:extLst>
              <a:ext uri="{FF2B5EF4-FFF2-40B4-BE49-F238E27FC236}">
                <a16:creationId xmlns:a16="http://schemas.microsoft.com/office/drawing/2014/main" id="{90E33047-DFF5-4690-8905-31E4C115EFDC}"/>
              </a:ext>
            </a:extLst>
          </p:cNvPr>
          <p:cNvSpPr>
            <a:spLocks noGrp="1"/>
          </p:cNvSpPr>
          <p:nvPr>
            <p:ph type="ftr" sz="quarter" idx="11"/>
          </p:nvPr>
        </p:nvSpPr>
        <p:spPr>
          <a:xfrm>
            <a:off x="10123055" y="6548582"/>
            <a:ext cx="2225295" cy="203620"/>
          </a:xfrm>
        </p:spPr>
        <p:txBody>
          <a:bodyPr/>
          <a:lstStyle/>
          <a:p>
            <a:r>
              <a:rPr lang="en-US" b="1" dirty="0">
                <a:solidFill>
                  <a:schemeClr val="tx1"/>
                </a:solidFill>
              </a:rPr>
              <a:t>Trainer: Anubhav Oberoy</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pic>
        <p:nvPicPr>
          <p:cNvPr id="8" name="Picture 7">
            <a:extLst>
              <a:ext uri="{FF2B5EF4-FFF2-40B4-BE49-F238E27FC236}">
                <a16:creationId xmlns:a16="http://schemas.microsoft.com/office/drawing/2014/main" id="{C22BC072-3193-7B45-9313-D2D8113896B4}"/>
              </a:ext>
            </a:extLst>
          </p:cNvPr>
          <p:cNvPicPr>
            <a:picLocks noChangeAspect="1"/>
          </p:cNvPicPr>
          <p:nvPr/>
        </p:nvPicPr>
        <p:blipFill rotWithShape="1">
          <a:blip r:embed="rId3"/>
          <a:srcRect t="7822" b="7822"/>
          <a:stretch/>
        </p:blipFill>
        <p:spPr>
          <a:xfrm>
            <a:off x="0" y="0"/>
            <a:ext cx="12192000" cy="6858000"/>
          </a:xfrm>
          <a:prstGeom prst="rect">
            <a:avLst/>
          </a:prstGeom>
        </p:spPr>
      </p:pic>
      <p:sp>
        <p:nvSpPr>
          <p:cNvPr id="9" name="Rounded Rectangle 8">
            <a:extLst>
              <a:ext uri="{FF2B5EF4-FFF2-40B4-BE49-F238E27FC236}">
                <a16:creationId xmlns:a16="http://schemas.microsoft.com/office/drawing/2014/main" id="{2FF912B5-CB91-984A-A326-06D0A1B895C3}"/>
              </a:ext>
            </a:extLst>
          </p:cNvPr>
          <p:cNvSpPr/>
          <p:nvPr/>
        </p:nvSpPr>
        <p:spPr>
          <a:xfrm>
            <a:off x="-2415" y="-2412"/>
            <a:ext cx="12192001" cy="6858000"/>
          </a:xfrm>
          <a:prstGeom prst="roundRect">
            <a:avLst>
              <a:gd name="adj" fmla="val 0"/>
            </a:avLst>
          </a:prstGeom>
          <a:solidFill>
            <a:schemeClr val="tx2">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0" name="Rectangle 9">
            <a:extLst>
              <a:ext uri="{FF2B5EF4-FFF2-40B4-BE49-F238E27FC236}">
                <a16:creationId xmlns:a16="http://schemas.microsoft.com/office/drawing/2014/main" id="{FD415253-65BB-C843-B5D8-DB41A0DCD078}"/>
              </a:ext>
            </a:extLst>
          </p:cNvPr>
          <p:cNvSpPr/>
          <p:nvPr/>
        </p:nvSpPr>
        <p:spPr>
          <a:xfrm>
            <a:off x="3879679" y="3011089"/>
            <a:ext cx="4427815" cy="83099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4800" b="1" i="0" u="none" strike="noStrike" kern="1200" cap="none" spc="10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End of </a:t>
            </a:r>
            <a:r>
              <a:rPr kumimoji="0" lang="en-IN" sz="4800" b="1" i="0" u="none" strike="noStrike" kern="1200" cap="none" spc="1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Day 16</a:t>
            </a:r>
            <a:endParaRPr kumimoji="0" lang="en-IN" sz="4800" b="1" i="0" u="none" strike="noStrike" kern="1200" cap="none" spc="10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9912433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Free Vector | Flat people with question marks background">
            <a:extLst>
              <a:ext uri="{FF2B5EF4-FFF2-40B4-BE49-F238E27FC236}">
                <a16:creationId xmlns:a16="http://schemas.microsoft.com/office/drawing/2014/main" id="{E158EC70-4769-4E41-A278-C90EC4E480C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b="22246"/>
          <a:stretch/>
        </p:blipFill>
        <p:spPr bwMode="auto">
          <a:xfrm>
            <a:off x="1848418" y="648942"/>
            <a:ext cx="7599507" cy="590887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94C3DB2-D47E-4B94-804B-87AF1FDEF86E}"/>
              </a:ext>
            </a:extLst>
          </p:cNvPr>
          <p:cNvSpPr txBox="1"/>
          <p:nvPr/>
        </p:nvSpPr>
        <p:spPr>
          <a:xfrm>
            <a:off x="4535055" y="1052946"/>
            <a:ext cx="5588000" cy="769441"/>
          </a:xfrm>
          <a:prstGeom prst="rect">
            <a:avLst/>
          </a:prstGeom>
          <a:noFill/>
        </p:spPr>
        <p:txBody>
          <a:bodyPr wrap="square" rtlCol="0">
            <a:spAutoFit/>
          </a:bodyPr>
          <a:lstStyle/>
          <a:p>
            <a:r>
              <a:rPr lang="en-US" sz="4400" b="1" dirty="0"/>
              <a:t>Questions</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0678" y="57951"/>
            <a:ext cx="716699" cy="707887"/>
          </a:xfrm>
          <a:prstGeom prst="rect">
            <a:avLst/>
          </a:prstGeom>
        </p:spPr>
      </p:pic>
      <p:sp>
        <p:nvSpPr>
          <p:cNvPr id="9" name="Footer Placeholder 45">
            <a:extLst>
              <a:ext uri="{FF2B5EF4-FFF2-40B4-BE49-F238E27FC236}">
                <a16:creationId xmlns:a16="http://schemas.microsoft.com/office/drawing/2014/main" id="{1E8E93DB-81E4-442B-B897-F702263718B2}"/>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13081182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Ski Jumping Arena - Free Presentation Templates">
            <a:extLst>
              <a:ext uri="{FF2B5EF4-FFF2-40B4-BE49-F238E27FC236}">
                <a16:creationId xmlns:a16="http://schemas.microsoft.com/office/drawing/2014/main" id="{B0D7E6A1-F72A-4F69-B4FB-A4ED7A0C6C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246" b="2246"/>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910833" y="3561520"/>
            <a:ext cx="662939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spc="-150" dirty="0">
                <a:solidFill>
                  <a:prstClr val="white"/>
                </a:solidFill>
                <a:latin typeface="Calibri" panose="020F0502020204030204"/>
              </a:rPr>
              <a:t>Sakshi Gupta</a:t>
            </a:r>
            <a:endParaRPr kumimoji="0" lang="en-US" sz="3600" b="0" i="0" u="none" strike="noStrike" kern="1200" cap="none" spc="-150" normalizeH="0" baseline="0" noProof="0" dirty="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8364" y="0"/>
            <a:ext cx="1977514" cy="1953200"/>
          </a:xfrm>
          <a:prstGeom prst="rect">
            <a:avLst/>
          </a:prstGeom>
        </p:spPr>
      </p:pic>
    </p:spTree>
    <p:extLst>
      <p:ext uri="{BB962C8B-B14F-4D97-AF65-F5344CB8AC3E}">
        <p14:creationId xmlns:p14="http://schemas.microsoft.com/office/powerpoint/2010/main" val="132008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30278" y="2339163"/>
            <a:ext cx="9161718" cy="4518837"/>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0" y="-1"/>
            <a:ext cx="12192000" cy="487793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7" y="-1"/>
            <a:ext cx="12188826" cy="487793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6" y="-10291"/>
            <a:ext cx="12187238" cy="4888227"/>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660" y="5992677"/>
            <a:ext cx="3636124" cy="646331"/>
          </a:xfrm>
          <a:prstGeom prst="rect">
            <a:avLst/>
          </a:prstGeom>
        </p:spPr>
        <p:txBody>
          <a:bodyPr wrap="square">
            <a:spAutoFit/>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80349" y="2925900"/>
            <a:ext cx="3230283" cy="27699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995" y="311377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880" y="311377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6601" y="311141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592" y="2279542"/>
            <a:ext cx="640226" cy="640226"/>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6417" y="2272463"/>
            <a:ext cx="672103" cy="672103"/>
          </a:xfrm>
          <a:prstGeom prst="rect">
            <a:avLst/>
          </a:prstGeom>
        </p:spPr>
      </p:pic>
      <p:sp>
        <p:nvSpPr>
          <p:cNvPr id="48" name="Rectangle 47"/>
          <p:cNvSpPr/>
          <p:nvPr/>
        </p:nvSpPr>
        <p:spPr>
          <a:xfrm>
            <a:off x="632685" y="691519"/>
            <a:ext cx="6572671" cy="101566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Most Desirable Resource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660" y="4998907"/>
            <a:ext cx="3901573" cy="89255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2741" y="2194371"/>
            <a:ext cx="852087" cy="852087"/>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9296" y="3369105"/>
            <a:ext cx="5612646" cy="3381741"/>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3739" y="5575313"/>
            <a:ext cx="2196807" cy="54749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hlinkClick r:id="rId9"/>
            <a:extLst>
              <a:ext uri="{FF2B5EF4-FFF2-40B4-BE49-F238E27FC236}">
                <a16:creationId xmlns:a16="http://schemas.microsoft.com/office/drawing/2014/main" id="{B7D41E04-1B35-BD4F-8B37-C6CC88C6B995}"/>
              </a:ext>
            </a:extLst>
          </p:cNvPr>
          <p:cNvSpPr/>
          <p:nvPr/>
        </p:nvSpPr>
        <p:spPr>
          <a:xfrm>
            <a:off x="4400880" y="5490869"/>
            <a:ext cx="2196807" cy="547494"/>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4221" y="5590861"/>
            <a:ext cx="14670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23">
            <a:extLst>
              <a:ext uri="{FF2B5EF4-FFF2-40B4-BE49-F238E27FC236}">
                <a16:creationId xmlns:a16="http://schemas.microsoft.com/office/drawing/2014/main" id="{50EE5CC4-6884-48A9-8EE9-C0C15B8FD14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651916" y="501199"/>
            <a:ext cx="1956681" cy="1932623"/>
          </a:xfrm>
          <a:prstGeom prst="rect">
            <a:avLst/>
          </a:prstGeom>
        </p:spPr>
      </p:pic>
    </p:spTree>
    <p:extLst>
      <p:ext uri="{BB962C8B-B14F-4D97-AF65-F5344CB8AC3E}">
        <p14:creationId xmlns:p14="http://schemas.microsoft.com/office/powerpoint/2010/main" val="19376076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8A4613-6F8A-40A2-B2DE-12F49D2C9098}"/>
              </a:ext>
            </a:extLst>
          </p:cNvPr>
          <p:cNvSpPr txBox="1"/>
          <p:nvPr/>
        </p:nvSpPr>
        <p:spPr>
          <a:xfrm>
            <a:off x="92365" y="180309"/>
            <a:ext cx="11462326" cy="646331"/>
          </a:xfrm>
          <a:prstGeom prst="rect">
            <a:avLst/>
          </a:prstGeom>
          <a:noFill/>
        </p:spPr>
        <p:txBody>
          <a:bodyPr wrap="square">
            <a:spAutoFit/>
          </a:bodyPr>
          <a:lstStyle/>
          <a:p>
            <a:r>
              <a:rPr lang="en-US" sz="3600" dirty="0">
                <a:latin typeface="Cooper Black" panose="0208090404030B020404" pitchFamily="18" charset="0"/>
              </a:rPr>
              <a:t>More from AnubhavTrainings.com</a:t>
            </a:r>
          </a:p>
        </p:txBody>
      </p:sp>
      <p:pic>
        <p:nvPicPr>
          <p:cNvPr id="6" name="Picture 5">
            <a:hlinkClick r:id="rId2"/>
            <a:extLst>
              <a:ext uri="{FF2B5EF4-FFF2-40B4-BE49-F238E27FC236}">
                <a16:creationId xmlns:a16="http://schemas.microsoft.com/office/drawing/2014/main" id="{3C11E744-8456-4A37-9BA0-092AF3415D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9878" y="826640"/>
            <a:ext cx="5727192" cy="3452752"/>
          </a:xfrm>
          <a:prstGeom prst="rect">
            <a:avLst/>
          </a:prstGeom>
          <a:scene3d>
            <a:camera prst="perspectiveLeft"/>
            <a:lightRig rig="threePt" dir="t"/>
          </a:scene3d>
        </p:spPr>
      </p:pic>
      <p:pic>
        <p:nvPicPr>
          <p:cNvPr id="8" name="Picture 7">
            <a:hlinkClick r:id="rId4"/>
            <a:extLst>
              <a:ext uri="{FF2B5EF4-FFF2-40B4-BE49-F238E27FC236}">
                <a16:creationId xmlns:a16="http://schemas.microsoft.com/office/drawing/2014/main" id="{D78BFE9E-91A1-40B2-B91E-34E16BAEAB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4930" y="1061561"/>
            <a:ext cx="5956261" cy="3337560"/>
          </a:xfrm>
          <a:prstGeom prst="rect">
            <a:avLst/>
          </a:prstGeom>
          <a:scene3d>
            <a:camera prst="perspectiveLeft"/>
            <a:lightRig rig="threePt" dir="t"/>
          </a:scene3d>
        </p:spPr>
      </p:pic>
      <p:pic>
        <p:nvPicPr>
          <p:cNvPr id="10" name="Picture 9">
            <a:hlinkClick r:id="rId6"/>
            <a:extLst>
              <a:ext uri="{FF2B5EF4-FFF2-40B4-BE49-F238E27FC236}">
                <a16:creationId xmlns:a16="http://schemas.microsoft.com/office/drawing/2014/main" id="{4B4996AA-9A5C-4627-ABFF-5F312BFC766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29877" y="3132709"/>
            <a:ext cx="5727193" cy="3539652"/>
          </a:xfrm>
          <a:prstGeom prst="rect">
            <a:avLst/>
          </a:prstGeom>
          <a:scene3d>
            <a:camera prst="perspectiveLeft"/>
            <a:lightRig rig="threePt" dir="t"/>
          </a:scene3d>
        </p:spPr>
      </p:pic>
      <p:pic>
        <p:nvPicPr>
          <p:cNvPr id="11" name="Picture 10">
            <a:hlinkClick r:id="rId8"/>
            <a:extLst>
              <a:ext uri="{FF2B5EF4-FFF2-40B4-BE49-F238E27FC236}">
                <a16:creationId xmlns:a16="http://schemas.microsoft.com/office/drawing/2014/main" id="{82B165D0-C409-4669-9E36-D2FB63835D83}"/>
              </a:ext>
            </a:extLst>
          </p:cNvPr>
          <p:cNvPicPr>
            <a:picLocks noChangeAspect="1"/>
          </p:cNvPicPr>
          <p:nvPr/>
        </p:nvPicPr>
        <p:blipFill>
          <a:blip r:embed="rId9"/>
          <a:stretch>
            <a:fillRect/>
          </a:stretch>
        </p:blipFill>
        <p:spPr>
          <a:xfrm>
            <a:off x="192258" y="3340131"/>
            <a:ext cx="5998933" cy="3304731"/>
          </a:xfrm>
          <a:prstGeom prst="rect">
            <a:avLst/>
          </a:prstGeom>
          <a:scene3d>
            <a:camera prst="perspectiveLeft"/>
            <a:lightRig rig="threePt" dir="t"/>
          </a:scene3d>
        </p:spPr>
      </p:pic>
    </p:spTree>
    <p:extLst>
      <p:ext uri="{BB962C8B-B14F-4D97-AF65-F5344CB8AC3E}">
        <p14:creationId xmlns:p14="http://schemas.microsoft.com/office/powerpoint/2010/main" val="26475416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Title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dirty="0"/>
              <a:t>Content</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3216820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2395</TotalTime>
  <Words>4354</Words>
  <Application>Microsoft Office PowerPoint</Application>
  <PresentationFormat>Widescreen</PresentationFormat>
  <Paragraphs>486</Paragraphs>
  <Slides>58</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58</vt:i4>
      </vt:variant>
    </vt:vector>
  </HeadingPairs>
  <TitlesOfParts>
    <vt:vector size="68" baseType="lpstr">
      <vt:lpstr>Arial</vt:lpstr>
      <vt:lpstr>Arial Narrow</vt:lpstr>
      <vt:lpstr>Benton Sans</vt:lpstr>
      <vt:lpstr>Calibri</vt:lpstr>
      <vt:lpstr>Calibri (Body)</vt:lpstr>
      <vt:lpstr>Calibri Light</vt:lpstr>
      <vt:lpstr>Cooper Black</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cvedi@soyuztechnologies.com</dc:creator>
  <cp:lastModifiedBy>Anubhav Oberoy</cp:lastModifiedBy>
  <cp:revision>25</cp:revision>
  <dcterms:created xsi:type="dcterms:W3CDTF">2023-08-10T16:09:42Z</dcterms:created>
  <dcterms:modified xsi:type="dcterms:W3CDTF">2026-05-06T05:02:43Z</dcterms:modified>
</cp:coreProperties>
</file>