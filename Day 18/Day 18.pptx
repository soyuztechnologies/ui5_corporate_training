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63" r:id="rId3"/>
    <p:sldId id="513" r:id="rId4"/>
    <p:sldId id="698" r:id="rId5"/>
    <p:sldId id="514" r:id="rId6"/>
    <p:sldId id="515" r:id="rId7"/>
    <p:sldId id="477" r:id="rId8"/>
    <p:sldId id="399" r:id="rId9"/>
    <p:sldId id="409" r:id="rId10"/>
    <p:sldId id="481" r:id="rId11"/>
    <p:sldId id="482" r:id="rId12"/>
    <p:sldId id="50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 autoAdjust="0"/>
    <p:restoredTop sz="94276" autoAdjust="0"/>
  </p:normalViewPr>
  <p:slideViewPr>
    <p:cSldViewPr snapToGrid="0">
      <p:cViewPr varScale="1">
        <p:scale>
          <a:sx n="104" d="100"/>
          <a:sy n="104" d="100"/>
        </p:scale>
        <p:origin x="5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16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1562 1 24575,'-1'1'0,"0"1"0,0-1 0,0 1 0,-1-1 0,1 0 0,0 1 0,0-1 0,-1 0 0,1 0 0,-1 0 0,1 0 0,-1 0 0,1 0 0,-1 0 0,0-1 0,1 1 0,-4 0 0,-1 2 0,-57 27 0,1 3 0,-88 63 0,-88 92 0,-395 404 0,346-241 0,250-303 0,34-45 15,-3 6-291,-1-1 0,0 0 0,0 0 0,-10 7 0,7-8-6550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21.3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1785 24575,'1'0'0,"1"0"0,-1 0 0,1 1 0,-1-1 0,1 1 0,-1-1 0,1 1 0,-1-1 0,1 1 0,-1 0 0,0 0 0,0 0 0,1 0 0,-1 0 0,0 0 0,0 0 0,0 0 0,0 0 0,0 1 0,0-1 0,0 0 0,-1 0 0,1 1 0,0-1 0,-1 1 0,2 2 0,1 5 0,-1 1 0,1-1 0,0 12 0,-1-7 0,62 470 0,-61-441 0,32 526 0,-31 1 0,-65-24 0,27-307 0,29-145 0,3-36 0,-1-44 0,3-3 0,15-6 0,17 3 0,0 1 0,-1 1 0,31 15 0,-6-2 0,637 259 0,-354-134 0,257 120 0,-401-159 0,-194-109 0,0 0 0,0 0 0,0 1 0,0-1 0,0 0 0,0 0 0,0 0 0,-1 0 0,1 0 0,0 0 0,0 0 0,0 0 0,0-1 0,0 1 0,0 0 0,0 0 0,0-1 0,-1 1 0,1 0 0,0-1 0,0 1 0,0-1 0,-1 0 0,2 0 0,18-19 0,-10 9 0,40-30 0,76-49 0,-31 25 0,198-162 0,125-87 0,282-90 0,-96 56 0,-483 280 0,-21 13 0,-98 54 0,-1 0 0,1 0 0,-1 0 0,0 0 0,1 0 0,-1 0 0,0 0 0,0 0 0,0 0 0,0 0 0,0-1 0,0 1 0,0 0 0,0-1 0,0 1 0,-1-1 0,1 1 0,0-1 0,-1 0 0,0 1 0,1-1 0,-1-2 0,0 0 0,-1-1 0,1 1 0,-1 0 0,0 0 0,-1 0 0,1 0 0,-3-4 0,-6-22 0,6 0 0,1 0 0,1 0 0,3-48 0,1 22 0,27-522 0,96-129 0,30 156 0,-140 505 0,-1-1 0,-2 0 0,-3-1 0,-1 0 0,-3 0 0,-1-65 0,-5 83 0,2 0 0,1 0 0,6-32 0,-6 52 0,0 0 0,-1 0 0,0-1 0,-1 1 0,-1-21 0,1 29 0,-1-1 0,1 0 0,-1 1 0,0-1 0,0 0 0,0 1 0,0-1 0,0 1 0,0-1 0,-1 1 0,1 0 0,-1 0 0,0-1 0,0 1 0,0 0 0,0 0 0,0 1 0,0-1 0,0 0 0,-1 1 0,1-1 0,0 1 0,-1 0 0,1 0 0,-1 0 0,-4-1 0,-230-67 0,65 17 0,-75-14 0,-186-56 0,57-5 0,-282-85 0,323 128 0,70 19 0,141 26 0,-15-4 0,65 26 0,70 17 0,0 0 0,0 0 0,0 1 0,1-1 0,-1 1 0,0 0 0,0 0 0,0 0 0,1 1 0,-1-1 0,0 1 0,-4 3 0,-42 30 0,43-30 0,-26 24 0,-46 50 0,-3 2 0,-9 11 0,46-44 0,28-33 0,0-1 0,-27 17 0,34-24 0,-11 7 0,1 1 0,0 2 0,-34 35 0,43-42-1365,3-1-5461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04.6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2616 0 24575,'-112'4'-46,"1"4"0,-205 43 0,205-24-69,1 5-1,1 5 1,3 5 0,1 4-1,-165 100 1,101-39 115,6 7 0,4 8 0,-211 208 0,155-89 0,187-204 0,1 1 0,2 2 0,2 0 0,-33 83 0,49-104 9,1 0 0,1 0 0,1 0 0,1 1-1,0-1 1,1 1 0,2 0 0,0 0 0,1 0 0,0-1 0,2 1 0,1 0-1,0-1 1,1 0 0,1 0 0,1 0 0,1-1 0,0 0 0,1 0 0,1-1 0,1 0-1,14 16 1,7 4-49,0-1-1,3-2 1,1-2-1,1-1 1,1-2-1,46 26 1,6-3-102,171 70 0,-82-55 142,3-8 0,3-8 0,2-8 0,1-8 0,225 12 0,-268-39 0,0-7 0,1-6 0,-1-6 0,-1-7 0,209-52 0,-124 5-139,-2-10 1,-4-10 0,239-127 0,-359 158 100,-4-4 0,134-101 0,-189 123-54,-2-2 1,56-65 0,-73 72 57,-1-1-1,-1-1 0,-2-1 0,22-49 1,-31 57 34,-2 0 0,-1 0 0,-1-1 0,-2-1 0,0 1 0,-2-1 0,-1 0 0,-1-54 0,-4 57 0,-1 0 0,-1 1 0,-1-1 0,-1 1 0,-1 0 0,-1 1 0,-1-1 0,-2 2 0,0-1 0,-19-28 0,3 14-88,-2 2 0,-1 0 0,-1 2 1,-2 2-1,-1 0 0,-59-39 0,7 15-600,-174-84-1,82 62-250,-227-67 1,-190-11-764,293 91 1389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5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10 24575,'1'0'0,"0"0"0,-1 0 0,1-1 0,0 1 0,-1 0 0,1-1 0,0 1 0,-1 0 0,1-1 0,-1 1 0,1-1 0,0 1 0,-1-1 0,1 1 0,-1-1 0,1 1 0,0-2 0,2 0 0,-4 19 0,-19 175 0,-31 365 0,46-463 124,-26 273-1613,22-308-5337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5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85 24575,'-12'1'0,"8"-1"0,0 0 0,0 0 0,0 0 0,0 0 0,0 0 0,0-1 0,1 0 0,-1 0 0,0 0 0,-5-2 0,9 3 0,0-1 0,-1 1 0,1 0 0,0 0 0,0 0 0,0 0 0,0 0 0,0 0 0,0 0 0,0-1 0,0 1 0,0 0 0,0 0 0,0 0 0,0 0 0,0 0 0,0-1 0,0 1 0,0 0 0,0 0 0,0 0 0,0 0 0,0 0 0,0 0 0,0-1 0,0 1 0,0 0 0,0 0 0,0 0 0,0 0 0,0 0 0,0 0 0,0-1 0,0 1 0,0 0 0,0 0 0,0 0 0,1 0 0,-1 0 0,0 0 0,0 0 0,0 0 0,0-1 0,0 1 0,0 0 0,0 0 0,1 0 0,-1 0 0,0 0 0,0 0 0,0 0 0,0 0 0,0 0 0,1 0 0,-1 0 0,0 0 0,0 0 0,11-4 0,19-2 0,-1 2 0,2 1 0,44 0 0,-24 2 0,144-5 0,309-20 0,-429 16-1365,-15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5.7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76 468 24575,'-6'-11'0,"-7"-13"0,-5-11 0,1-11 0,3-7 0,7-2 0,10 2 0,14 4 0,13 4 0,12 8 0,14 10 0,12 9 0,5 8 0,6 5 0,0 8 0,-1 4 0,-14 3-8191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6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1 152 24575,'0'1'0,"0"0"0,0 0 0,0 1 0,0-1 0,0 0 0,0 0 0,1 0 0,-1 1 0,0-1 0,1 0 0,-1 0 0,1 0 0,-1 0 0,1 0 0,0 0 0,-1 0 0,1 0 0,0 0 0,0 0 0,0 0 0,-1-1 0,1 1 0,0 0 0,0 0 0,0-1 0,0 1 0,3 0 0,1 1 0,0-1 0,0 0 0,0 0 0,1 0 0,7-1 0,23 4 0,-35-3 0,1-1 0,-1 1 0,0-1 0,1 1 0,-1-1 0,0 1 0,0 0 0,1 0 0,-1-1 0,0 1 0,0 0 0,0 0 0,0 0 0,0 0 0,0 1 0,0-1 0,0 0 0,-1 0 0,1 0 0,0 2 0,2 6 0,-1-1 0,-1 0 0,1 1 0,-1-1 0,-1 1 0,1-1 0,-2 1 0,1-1 0,-1 1 0,-2 8 0,-4 16 0,-14 36 0,19-62 0,-1 4 0,0-3 0,1 0 0,-1-1 0,0 1 0,-1-1 0,-4 8 0,8-14 0,0-1 0,0 0 0,-1 1 0,1-1 0,0 0 0,0 1 0,0-1 0,-1 0 0,1 0 0,0 1 0,0-1 0,-1 0 0,1 0 0,0 1 0,-1-1 0,1 0 0,0 0 0,-1 0 0,1 1 0,0-1 0,-1 0 0,1 0 0,0 0 0,-1 0 0,1 0 0,0 0 0,-1 0 0,-3-8 0,5-17 0,4 0 0,2-1 0,1 1 0,1 1 0,21-39 0,60-87 0,-86 144 0,52-71 0,-50 70 0,0 1 0,0-1 0,1 1 0,0 0 0,0 1 0,0 0 0,1 0 0,11-5 0,-17 9 0,0 0 0,0 0 0,0 1 0,0-1 0,0 1 0,0 0 0,0-1 0,0 1 0,0 0 0,0 0 0,0 0 0,1 1 0,-1-1 0,0 0 0,0 1 0,0 0 0,0-1 0,0 1 0,0 0 0,0 0 0,-1 0 0,1 0 0,0 0 0,0 0 0,-1 1 0,1-1 0,-1 1 0,1-1 0,-1 1 0,1-1 0,-1 1 0,0 0 0,0 0 0,0-1 0,0 1 0,1 4 0,4 6 0,-2 1 0,1 0 0,-1 1 0,2 17 0,-5-25 0,6 30 0,-2 1 0,-2 0 0,-1 61 0,-6-70 0,4-26 0,-1-1 0,1 0 0,0 0 0,-1 1 0,1-1 0,-1 0 0,1 0 0,-1 0 0,1 0 0,-1 0 0,0 0 0,0 0 0,1 0 0,-1 0 0,0 0 0,0 0 0,0 0 0,-2 1 0,2-2 0,1 0 0,0 0 0,-1 0 0,1 0 0,-1 0 0,1 0 0,-1 0 0,1 0 0,0-1 0,-1 1 0,1 0 0,-1 0 0,1 0 0,0 0 0,-1-1 0,1 1 0,0 0 0,-1 0 0,1-1 0,0 1 0,-1 0 0,1-1 0,0 1 0,-1 0 0,1-1 0,0 1 0,0 0 0,-1-1 0,1 1 0,0-1 0,0 1 0,0 0 0,0-1 0,0 1 0,0-1 0,0 1 0,-1 0 0,1-1 0,0 1 0,1-1 0,-1 0 0,-1-20 0,3 7 0,1-1 0,0 0 0,1 1 0,1 0 0,1 0 0,0 0 0,8-14 0,1 4 0,0 0 0,34-40 0,-40 53 0,1 1 0,1 0 0,0 0 0,0 1 0,1 1 0,23-14 0,-32 20 0,1 1 0,0-1 0,0 1 0,0 0 0,0 0 0,0 0 0,1 0 0,-1 1 0,0-1 0,0 1 0,9 1 0,-10 0 0,0 0 0,0 0 0,0 0 0,0 0 0,0 0 0,0 1 0,-1-1 0,1 1 0,0 0 0,-1 0 0,1 0 0,-1 0 0,0 0 0,0 1 0,0-1 0,0 1 0,3 5 0,0 1 0,-1 1 0,0-1 0,0 1 0,-1 0 0,0 1 0,-1-1 0,0 0 0,-1 1 0,0-1 0,0 1 0,-1 0 0,-1-1 0,-2 13 0,-2 13 0,-2-1 0,-18 53 0,7-36-1365,11-33-5461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7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0 129 24575,'17'-29'0,"3"-7"0,-19 35 0,0-1 0,0 1 0,0 0 0,0 0 0,0 0 0,0 0 0,0 0 0,0 1 0,0-1 0,1 0 0,-1 0 0,0 1 0,0-1 0,1 1 0,-1-1 0,1 1 0,-1 0 0,0-1 0,1 1 0,-1 0 0,1 0 0,2 0 0,-2 1 0,1 0 0,-1-1 0,0 1 0,1 1 0,-1-1 0,0 0 0,0 0 0,0 1 0,0-1 0,0 1 0,0 0 0,0-1 0,0 1 0,-1 0 0,1 0 0,-1 0 0,1 0 0,-1 0 0,0 1 0,0-1 0,0 0 0,0 1 0,0-1 0,-1 1 0,2 2 0,1 8 0,-1 0 0,0-1 0,0 21 0,-1-10 0,-1 1 0,-2 0 0,0-1 0,-1 1 0,-1-1 0,-2 0 0,0 0 0,-11 25 0,10-35 0,6-13 0,1 0 0,0 0 0,0 0 0,0 0 0,0 0 0,0 0 0,0 0 0,0 0 0,-1 0 0,1 0 0,0 0 0,0 0 0,0 0 0,0 0 0,0 0 0,0 0 0,0 0 0,-1 0 0,1 0 0,0 0 0,0 0 0,0 0 0,0-1 0,0 1 0,0 0 0,0 0 0,0 0 0,0 0 0,-1 0 0,1 0 0,0 0 0,0 0 0,0 0 0,0 0 0,0-1 0,0 1 0,0 0 0,0 0 0,0 0 0,0 0 0,0 0 0,0 0 0,0 0 0,0-1 0,0 1 0,0 0 0,0 0 0,0 0 0,0 0 0,0 0 0,0 0 0,0-1 0,3-27 0,9-12 0,2 0 0,1 0 0,3 2 0,1 0 0,2 1 0,37-51 0,-52 79 0,1 1 0,0-1 0,0 2 0,12-12 0,-18 18 0,0 0 0,0 0 0,0 0 0,0 1 0,0-1 0,0 0 0,0 0 0,0 1 0,0-1 0,0 1 0,1-1 0,-1 1 0,0-1 0,0 1 0,1 0 0,-1 0 0,0 0 0,1-1 0,-1 1 0,0 0 0,1 1 0,-1-1 0,0 0 0,0 0 0,1 0 0,-1 1 0,0-1 0,0 1 0,1-1 0,-1 1 0,0-1 0,0 1 0,0 0 0,0 0 0,0-1 0,0 1 0,0 0 0,0 0 0,0 0 0,0 0 0,-1 0 0,1 0 0,0 0 0,-1 0 0,1 1 0,0-1 0,-1 0 0,1 3 0,5 11 0,-1 1 0,0 1 0,-1-1 0,-1 1 0,2 27 0,-3 89 0,-2-104 0,0-20 0,0 17 0,0-26 0,0 0 0,0 0 0,0 0 0,0 1 0,0-1 0,0 0 0,0 0 0,0 0 0,0 0 0,0 0 0,0 0 0,0 0 0,0 1 0,0-1 0,1 0 0,-1 0 0,0 0 0,0 0 0,0 0 0,0 0 0,0 0 0,0 0 0,0 1 0,0-1 0,0 0 0,0 0 0,1 0 0,-1 0 0,0 0 0,0 0 0,0 0 0,0 0 0,0 0 0,0 0 0,1 0 0,-1 0 0,0 0 0,0 0 0,0 0 0,0 0 0,0 0 0,0 0 0,1 0 0,-1 0 0,0 0 0,0 0 0,9-11 0,79-135 0,-66 115 0,0 1 0,41-41 0,-59 67 0,-1 1 0,1-1 0,0 1 0,0 0 0,0 1 0,0-1 0,7-2 0,-10 4 0,0 1 0,-1 0 0,1 0 0,0 0 0,0-1 0,0 1 0,0 0 0,-1 0 0,1 0 0,0 0 0,0 0 0,0 0 0,-1 1 0,1-1 0,0 0 0,0 0 0,0 1 0,-1-1 0,1 0 0,1 1 0,-1 0 0,0 0 0,-1 0 0,1 0 0,0 0 0,0 0 0,0 1 0,-1-1 0,1 0 0,-1 0 0,1 1 0,-1-1 0,1 0 0,-1 1 0,0-1 0,0 0 0,0 3 0,3 32 0,-4 63 0,-1-66 0,1 0 0,7 52 0,-2-62-1365,-1-5-5461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7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24 24575,'0'-1'0,"0"0"0,1 1 0,-1-1 0,0 0 0,0 0 0,0 1 0,0-1 0,0 0 0,0 0 0,0 1 0,-1-1 0,1 0 0,0 0 0,0 1 0,0-1 0,-1 0 0,1 0 0,0 1 0,-1-1 0,1 0 0,-1 1 0,1-1 0,-1 1 0,1-1 0,-1 1 0,1-1 0,-1 1 0,1-1 0,-1 1 0,0-1 0,1 1 0,-1 0 0,0-1 0,1 1 0,-1 0 0,0-1 0,0 1 0,1 0 0,-3 0 0,2 0 0,0 1 0,-1-1 0,1 1 0,0-1 0,-1 1 0,1 0 0,0 0 0,0-1 0,-1 1 0,1 0 0,0 0 0,0 0 0,0 0 0,0 0 0,0 1 0,1-1 0,-1 0 0,0 0 0,0 1 0,1-1 0,-1 2 0,-3 6 0,1 1 0,1 0 0,0 0 0,0 0 0,0 19 0,3 54 0,0-65 0,0 1 0,1 0 0,1 1 0,0-1 0,2-1 0,8 26 0,-10-37 0,0 0 0,0 0 0,0 0 0,1 0 0,0-1 0,0 1 0,1-1 0,0 0 0,0 0 0,0-1 0,1 1 0,-1-1 0,2-1 0,-1 1 0,0-1 0,9 4 0,-11-6 0,0-1 0,0 0 0,0 0 0,0-1 0,0 1 0,0-1 0,0 0 0,1 0 0,-1 0 0,0 0 0,0-1 0,0 0 0,0 0 0,0 0 0,0 0 0,0-1 0,0 1 0,0-1 0,-1 0 0,1 0 0,0-1 0,-1 1 0,0-1 0,0 0 0,5-4 0,3-4 0,-1-1 0,0 0 0,0 0 0,-1-1 0,10-21 0,-1 0 0,24-69 0,-36 84 0,0-1 0,-1 0 0,-1-1 0,-1 1 0,0-25 0,-3 43 17,0 1-1,0 0 0,0 0 0,0 0 1,0 0-1,0-1 0,0 1 0,0 0 1,-1 0-1,1 0 0,-1 0 0,1 0 1,0 0-1,-1 0 0,0 0 0,1 0 1,-1 0-1,0 0 0,1 0 0,-3-2 1,2 3-103,0 0 1,0-1 0,0 1-1,0 0 1,-1-1 0,1 1-1,0 0 1,0 0 0,-1 0-1,1 0 1,0 0 0,0 0-1,0 1 1,-1-1 0,1 0-1,0 1 1,0-1 0,0 0-1,-1 2 1,-12 3-6741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8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10 166 24575,'-10'-8'0,"12"17"0,2 8 0,7 58 0,-4 0 0,-3 93 0,-2-151 0,-2-17 0,0 0 0,0 0 0,1 0 0,-1 0 0,0 0 0,0 0 0,0 0 0,0 1 0,0-1 0,0 0 0,0 0 0,1 0 0,-1 0 0,0 0 0,0 0 0,0 0 0,0 0 0,0 0 0,1 0 0,-1 0 0,0 0 0,0 0 0,0 0 0,0 0 0,0 0 0,1 0 0,-1 0 0,0 0 0,0 0 0,0 0 0,0 0 0,0 0 0,1 0 0,-1 0 0,0 0 0,0 0 0,0 0 0,0-1 0,0 1 0,0 0 0,0 0 0,1 0 0,-1 0 0,0 0 0,0 0 0,0-1 0,16-24 0,-11 15 0,93-142 0,-78 126 0,1 0 0,1 1 0,36-30 0,-55 52 0,1 0 0,-1 0 0,1 1 0,-1-1 0,1 1 0,0 0 0,8-3 0,-11 5 0,-1 0 0,1 0 0,0 0 0,-1-1 0,1 1 0,0 0 0,0 0 0,-1 1 0,1-1 0,0 0 0,0 0 0,-1 0 0,1 0 0,0 1 0,-1-1 0,1 0 0,0 0 0,-1 1 0,1-1 0,0 1 0,0 1 0,0-1 0,0 0 0,0 0 0,0 1 0,-1-1 0,1 0 0,0 1 0,-1-1 0,1 1 0,-1-1 0,0 1 0,1-1 0,-1 4 0,1 69 0,-2-56 0,1 0 0,1 0 0,0 0 0,1 0 0,6 25 0,-6-39 0,-1 0 0,1 1 0,0-1 0,0 0 0,1 0 0,-1 0 0,1 0 0,0 0 0,0-1 0,0 1 0,0-1 0,1 0 0,-1 0 0,1 0 0,0 0 0,0-1 0,0 1 0,0-1 0,0 0 0,1 0 0,-1-1 0,1 1 0,-1-1 0,1 0 0,7 1 0,-3-2 0,1 1 0,-1-1 0,0-1 0,1 0 0,-1 0 0,0-1 0,0 0 0,0 0 0,0-1 0,-1-1 0,1 1 0,-1-1 0,1-1 0,-1 1 0,-1-2 0,9-5 0,-6 3 0,-1 1 0,-1-1 0,1-1 0,-1 1 0,-1-2 0,0 1 0,0-1 0,-1 0 0,0 0 0,0 0 0,-1-1 0,4-15 0,-4 4 0,-1 0 0,-1 0 0,-2 0 0,0-1 0,-1 1 0,-1 0 0,-1-1 0,-1 1 0,-1 0 0,-1 0 0,-13-34 0,16 55 0,0 9 0,1 11 0,0 51 0,3 0 0,12 72 0,-10-120-1365,2-7-5461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8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24575,'-3'0'0,"-4"0"0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8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24575,'0'943'-1365,"0"-909"-5461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49.4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19 260 24575,'-1'0'0,"0"0"0,0 0 0,1 0 0,-1 0 0,0 0 0,0 0 0,1-1 0,-1 1 0,0 0 0,0 0 0,1-1 0,-1 1 0,0 0 0,1-1 0,-1 1 0,1-1 0,-1 1 0,0-1 0,1 1 0,-1-1 0,1 0 0,-1 1 0,1-1 0,0 1 0,-1-1 0,1 0 0,0 1 0,-1-1 0,1 0 0,0 0 0,0 1 0,-1-1 0,1 0 0,0 0 0,0 1 0,0-1 0,0 0 0,0 0 0,0 1 0,0-1 0,0 0 0,1 0 0,-1 1 0,0-1 0,0 0 0,1 0 0,-1 1 0,0-1 0,1 0 0,-1 1 0,1-1 0,-1 0 0,0 1 0,1-1 0,0 1 0,-1-1 0,2 0 0,5-4 0,0 0 0,0 1 0,1 0 0,-1 0 0,1 0 0,0 1 0,14-3 0,65-12 0,-57 13 0,103-15 0,59-12 0,-184 30 0,0 0 0,0-1 0,0 0 0,-1 0 0,1-1 0,-1 0 0,0 0 0,8-8 0,-13 11 0,0 0 0,-1 0 0,1-1 0,0 1 0,-1-1 0,0 0 0,1 1 0,-1-1 0,0 0 0,0 0 0,0 0 0,0 0 0,0 0 0,0 0 0,-1 0 0,1 0 0,-1 0 0,1 0 0,-1 0 0,0 0 0,0-1 0,0 1 0,0 0 0,0 0 0,0 0 0,-1 0 0,1 0 0,-1-1 0,0 1 0,1 0 0,-1 0 0,0 0 0,0 1 0,0-1 0,0 0 0,-2-2 0,2 3 0,1 1 0,0-1 0,-1 1 0,1-1 0,0 0 0,-1 1 0,1 0 0,-1-1 0,1 1 0,-1-1 0,1 1 0,-1-1 0,1 1 0,-1 0 0,1 0 0,-1-1 0,1 1 0,-1 0 0,0 0 0,1-1 0,-1 1 0,1 0 0,-1 0 0,0 0 0,1 0 0,-1 0 0,0 0 0,1 0 0,-1 0 0,0 0 0,1 0 0,-1 1 0,1-1 0,-1 0 0,0 0 0,1 1 0,-1-1 0,1 0 0,-1 0 0,1 1 0,-1-1 0,1 1 0,-1-1 0,1 1 0,-1-1 0,1 0 0,0 1 0,-1-1 0,1 1 0,0 0 0,-1-1 0,1 2 0,-16 31 0,6-2 0,2 0 0,1 0 0,1 1 0,2 0 0,1 0 0,1 0 0,2 0 0,8 62 0,-8-90 0,1 1 0,0-1 0,1 1 0,-1-1 0,1 0 0,-1 0 0,1 1 0,1-1 0,-1-1 0,1 1 0,-1 0 0,1-1 0,0 1 0,4 3 0,-4-5 0,-1-1 0,1 1 0,-1-1 0,1 0 0,-1 0 0,1 0 0,-1 0 0,1 0 0,0 0 0,0-1 0,-1 1 0,1-1 0,0 0 0,0 0 0,0 0 0,-1 0 0,1-1 0,0 1 0,0-1 0,-1 1 0,1-1 0,0 0 0,4-2 0,4-3 0,0 0 0,0-1 0,0 0 0,-1-1 0,0 0 0,0-1 0,15-18 0,0-3 0,26-42 0,-13 6 0,-24 41 0,31-44 0,-75 115 0,-38 80 0,55-99 0,-30 59 0,5 1 0,-51 171 0,73-197 0,3 1 0,3 0 0,3 1 0,2 0 0,5 85 0,16-49 0,-16-99-32,0 1 1,0-1-1,0 0 0,0 1 0,1-1 1,-1 1-1,0-1 0,0 0 0,0 1 1,0-1-1,0 0 0,0 1 0,0-1 1,0 0-1,0 1 0,0-1 0,0 0 1,0 1-1,0-1 0,-1 0 0,1 1 1,0-1-1,0 0 0,0 1 0,0-1 1,-1 0-1,1 1 0,0-1 0,0 0 1,-1 0-1,1 1 0,0-1 0,0 0 1,-1 0-1,1 1 0,0-1 0,-1 0 1,1 0-1,0 0 0,-1 0 0,1 0 1,-1 1-1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50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24575,'36'-10'0,"530"-18"-1016,-470 26 784,2514 4-6089,-2092 15 5797,326 5-45,-785-24 1837,-41-2-239,-31-3 411,-16 0-4706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07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1334 142 24575,'1'-30'0,"6"-34"0,-5 50 0,-2 13 0,0 0 0,0 0 0,0 0 0,0 0 0,0-1 0,0 1 0,0 0 0,-1 0 0,1 0 0,0 0 0,-1 0 0,1-1 0,-1 1 0,1 0 0,-1 0 0,1 0 0,-1 0 0,0 0 0,1 0 0,-1 1 0,0-1 0,0 0 0,0 0 0,0 0 0,1 1 0,-1-1 0,0 0 0,0 1 0,-1-1 0,1 1 0,0-1 0,0 1 0,0 0 0,0-1 0,0 1 0,-2 0 0,-5-1 0,-1 0 0,1 0 0,-1 1 0,-9 1 0,5 0 0,-42 0 0,0 3 0,0 2 0,0 3 0,-98 29 0,142-34 0,0 1 0,0 0 0,0 1 0,1 0 0,0 0 0,0 1 0,0 1 0,1 0 0,1 0 0,-10 11 0,-3 4 0,-3 1 0,2 1 0,0 1 0,2 1 0,-30 53 0,21-22 0,-50 98 0,60-118 0,2 0 0,-17 58 0,9-22 0,15-41 0,1-1 0,-5 49 0,-11 39 0,15-85 0,8-25 0,0 0 0,-1 0 0,0 0 0,-1 0 0,0-1 0,0 0 0,-1 0 0,0 0 0,-1 0 0,0-1 0,-9 11 0,-7 2 0,-2-1 0,0-2 0,-1 0 0,0-1 0,-1-2 0,-30 13 0,51-26 0,-1 1 0,1 0 0,0 0 0,-1 0 0,1 1 0,1-1 0,-1 1 0,0 0 0,1 1 0,-6 6 0,9-8 0,-1-1 0,1 1 0,0-1 0,0 1 0,0 0 0,0-1 0,0 1 0,1 0 0,-1 0 0,1-1 0,-1 1 0,1 0 0,0 0 0,1 0 0,-1-1 0,0 1 0,1 0 0,-1 0 0,1-1 0,0 1 0,0 0 0,0-1 0,0 1 0,3 4 0,0-1 0,0-1 0,0 0 0,0 0 0,0 0 0,1-1 0,0 0 0,0 1 0,0-2 0,0 1 0,1-1 0,-1 1 0,1-1 0,0-1 0,0 1 0,0-1 0,0 0 0,0-1 0,12 2 0,10 1 0,1-2 0,0-1 0,28-3 0,-9 1 0,-23-1 0,36-5 0,-11 0 0,-47 6 0,0 1 0,0 0 0,0 0 0,0 0 0,0 0 0,0 1 0,0-1 0,0 1 0,0-1 0,0 1 0,0 0 0,0 0 0,-1 1 0,1-1 0,0 1 0,2 1 0,-4-2 0,1 1 0,-1-1 0,0 0 0,0 1 0,-1-1 0,1 1 0,0-1 0,0 1 0,-1-1 0,1 1 0,-1-1 0,1 1 0,-1 0 0,0-1 0,0 1 0,1 0 0,-1-1 0,0 1 0,-1 0 0,1-1 0,0 1 0,0 0 0,-1-1 0,1 1 0,-1 0 0,1-1 0,-1 1 0,0-1 0,-1 3 0,-28 50 0,21-39 0,0 0 0,1 1 0,-9 26 0,-49 137 0,62-170 0,-35 118 0,32-98 0,-1 0 0,-1 0 0,-2 0 0,-24 45 0,28-66 0,0 1 0,0-1 0,-1-1 0,0 0 0,0 0 0,-1 0 0,1-1 0,-15 7 0,-4 4 0,6-3 0,13-9 0,0 0 0,1 0 0,-1 1 0,-8 8 0,14-11 0,0 0 0,0-1 0,0 1 0,0 0 0,0 1 0,1-1 0,-1 0 0,1 0 0,0 1 0,0-1 0,0 1 0,0-1 0,1 1 0,0-1 0,-1 4 0,1 3 0,0 0 0,0-1 0,1 1 0,1-1 0,-1 1 0,1-1 0,1 0 0,0 0 0,7 15 0,-7-19 0,0 1 0,1-1 0,-1 0 0,1 0 0,1 0 0,-1 0 0,1-1 0,0 0 0,0 0 0,0 0 0,0-1 0,1 1 0,-1-1 0,1-1 0,8 4 0,128 34 0,-43-14 0,-41-8 0,0-3 0,99 13 0,-140-28 0,0-2 0,0 0 0,0 0 0,-1-2 0,1 0 0,-1-1 0,18-8 0,2 1 0,-24 7 0,1 0 0,-2 0 0,1-1 0,0-1 0,-1 0 0,11-9 0,58-57 0,-69 62 0,-5 4 0,0 0 0,0 0 0,-1 0 0,0-1 0,0 0 0,-1 0 0,6-14 0,-1-5 0,7-32 0,-10 33 0,16-41 0,-8 45-1365,-5 13-5461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08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 24575,'4'0'0,"-1"1"0,1 0 0,0 0 0,-1 1 0,1-1 0,-1 1 0,1-1 0,-1 1 0,0 0 0,0 0 0,0 1 0,0-1 0,5 6 0,-5-5 0,1 0 0,-1 1 0,0 0 0,0-1 0,-1 1 0,1 0 0,-1 0 0,0 1 0,0-1 0,0 0 0,0 1 0,1 6 0,-1 20 0,-1 1 0,-6 59 0,0-49 0,-14 49 0,10-58 0,3-1 0,0 1 0,0 43 0,3-45 0,-1 1 0,-1 0 0,-18 58 0,18-71 0,-29 89-1365,29-94-5461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09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1 122 24575,'0'-5'0,"0"1"0,1-1 0,-1 1 0,1-1 0,0 1 0,0 0 0,1-1 0,-1 1 0,1 0 0,0 0 0,0 0 0,0 0 0,1 0 0,0 0 0,-1 1 0,1-1 0,0 1 0,1 0 0,-1 0 0,1 0 0,-1 0 0,1 1 0,5-4 0,0 2 0,1-1 0,-1 2 0,1-1 0,0 1 0,0 1 0,0 0 0,0 0 0,0 1 0,13 0 0,36 2 0,107 15 0,58 26 0,-174-31 0,45 10 0,-1 5 0,177 74 0,-252-91 0,-2 1 0,1 1 0,-1 1 0,-1 0 0,0 1 0,-1 1 0,0 0 0,20 26 0,6 14 0,41 72 0,-73-111 0,7 13 0,-1 1 0,-1 1 0,-1 0 0,15 58 0,-16-35 0,-2 1 0,2 59 0,7 47 0,1 28 0,-18-152 0,-1 1 0,-2-1 0,-7 40 0,1-36 0,-2 0 0,-2-1 0,-1-1 0,-2 0 0,-1 0 0,-27 44 0,25-53 0,-1-2 0,-1 0 0,-2 0 0,-1-2 0,-1-1 0,-1-1 0,-1-1 0,-28 20 0,-208 138 0,191-140 0,52-32 0,1 2 0,-1 0 0,-25 21 0,35-23 0,1-1 0,0 1 0,1 0 0,-1 1 0,2-1 0,-1 1 0,-4 11 0,-24 71 0,13-34 0,19-50-62,-1-1 0,1 1 0,1 0 0,-1 0 0,1 0 0,0 0 0,1 0 0,0 0 0,0 0 0,0 0 0,1 0 0,0 0-1,0 0 1,1 0 0,0 0 0,0 0 0,1-1 0,-1 1 0,1-1 0,1 0 0,5 9 0,0-5-6764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1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24575,'-2'64'0,"0"-30"0,2 0 0,7 53 0,-7-83 0,1-1 0,-1 0 0,1 0 0,0 0 0,0 0 0,0 0 0,1 0 0,-1 0 0,1 0 0,3 5 0,-4-7 0,0 0 0,1 0 0,-1 0 0,0 0 0,1 0 0,-1-1 0,1 1 0,-1 0 0,1-1 0,-1 1 0,1-1 0,0 1 0,-1-1 0,1 0 0,0 0 0,-1 0 0,1 0 0,-1 0 0,1 0 0,0 0 0,-1 0 0,4-2 0,6 1 0,0 0 0,0 1 0,0 0 0,0 1 0,16 3 0,22 0 0,11 0 0,81 16 0,-25-3 0,-1-4 0,208 28 0,-239-27 0,149 48 0,133 51 0,45 30 0,-9 26 0,-19 44 0,-290-151 0,162 142 0,-178-131 0,-3 4 0,-4 3 0,-3 3 0,-3 3 0,62 112 0,-10 20-170,169 449 0,-7 265-169,-162-353 339,-93-396 0,-1 222 0,-28-173-183,-58 385 0,-111 218-805,40-364 1078,-41-21-1206,109-312-4016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2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4393 0 24575,'-18'1'0,"0"1"0,-18 4 0,-32 2 0,-107-15 0,-3 1 0,81 12 0,0 5 0,1 5 0,1 3 0,-159 54 0,167-41 0,1 4 0,-109 62 0,134-61 0,1 3 0,2 2 0,-86 80 0,73-48 0,2 2 0,4 3 0,4 3 0,3 3 0,-84 164 0,-227 575-326,58 25 1,-21 208-269,57 18 1,-146 659-1076,341-1447 1612,-199 741-667,242-884-3179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3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1686 0 24575,'-1'0'0,"1"1"0,-1-1 0,1 0 0,-1 0 0,1 0 0,0 0 0,-1 1 0,1-1 0,-1 0 0,1 0 0,-1 1 0,1-1 0,0 0 0,-1 1 0,1-1 0,0 1 0,-1-1 0,1 0 0,0 1 0,0-1 0,-1 1 0,1-1 0,0 1 0,0-1 0,0 1 0,0-1 0,-1 1 0,-2 17 0,3-15 0,-51 310 0,14-109 0,-224 1217-750,209-1190 750,-148 626 0,-39-10 0,-335 687 0,509-1385 0,3-10 0,-52 172 0,109-297-207,2 0 1,0 0-1,0 1 0,2-1 0,-1 17 1,5 2-5995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4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5 24575,'0'0'0,"0"0"0,0-1 0,0 1 0,0 0 0,0 0 0,1-1 0,-1 1 0,0 0 0,0 0 0,0 0 0,1-1 0,-1 1 0,0 0 0,0 0 0,0 0 0,1 0 0,-1-1 0,0 1 0,0 0 0,1 0 0,-1 0 0,0 0 0,0 0 0,1 0 0,-1 0 0,0 0 0,1 0 0,-1 0 0,0 0 0,0 0 0,1 0 0,-1 0 0,0 0 0,1 0 0,-1 0 0,0 0 0,0 0 0,1 1 0,13 2 0,-13-2 0,93 31 0,-1 5 0,157 87 0,-222-107 0,0 2 0,-1 0 0,-2 2 0,0 0 0,-1 2 0,31 38 0,-41-43 0,-2 0 0,1 2 0,-2-1 0,-1 2 0,0-1 0,-2 1 0,0 1 0,-1-1 0,-2 1 0,5 31 0,-5-6 0,-3 0 0,-5 84 0,-25 95 0,22-179 0,-118 634 0,70-408 0,-118 687-654,-16 127 654,-20 37-747,34-190 182,50-67-1133,103-609 1028,16 354 1,12-480-2519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5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0 24575,'0'4'0,"1"-1"0,-1 1 0,1-1 0,0 1 0,0-1 0,0 0 0,4 6 0,2 10 0,23 86-150,-6 2-1,20 188 0,-17 223-399,-24-435 533,56 1096 17,-54-1123 0,49 695 0,-51 2 0,-81 254-27,70-911 5,-52 385-104,-21-4 25,33-195 80,-7 93 21,32 3 0,23-354-573,5 42 0,0-45-5156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7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67 24575,'0'0'0,"-1"0"0,1 0 0,0 0 0,0 0 0,0 0 0,0 0 0,0 0 0,0 0 0,0 0 0,0 0 0,-1 0 0,1 0 0,0 0 0,0 0 0,0 0 0,0 0 0,0 0 0,0 0 0,0 0 0,0 0 0,0 0 0,0-1 0,-1 1 0,1 0 0,0 0 0,0 0 0,0 0 0,0 0 0,0 0 0,0 0 0,0 0 0,0 0 0,0 0 0,0 0 0,0-1 0,0 1 0,0 0 0,0 0 0,0 0 0,0 0 0,0 0 0,0 0 0,0 0 0,0 0 0,0-1 0,0 1 0,0 0 0,0 0 0,0 0 0,0 0 0,0 0 0,0 0 0,0 0 0,0 0 0,0 0 0,0-1 0,0 1 0,0 0 0,0 0 0,7-8 0,11-7 0,-4 9 0,0 0 0,0 1 0,1 1 0,0 0 0,29-3 0,78 0 0,-4 8 0,164 22 0,112 48 0,-93 9 0,-238-59 0,-2 3 0,101 54 0,-126-56 0,-1 1 0,-1 2 0,-1 2 0,-1 1 0,-2 1 0,35 43 0,-33-31 0,-1 2 0,-3 1 0,-2 1 0,35 82 0,-14-5 0,45 184 0,5 137 0,-39-160 0,-26-131 0,22 299 0,-51-355 0,-4 1 0,-4-1 0,-4 0 0,-29 124 0,-69 165 0,9-37 0,75-251 0,-15 162 0,19 91 0,16-299 0,-3 0 0,-2 1 0,-2-2 0,-32 98 0,37-131-1365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7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137 210 24575,'-3'0'0,"0"1"0,-1 0 0,1 0 0,0 0 0,0 0 0,0 0 0,0 1 0,1-1 0,-1 1 0,0 0 0,0-1 0,1 1 0,-1 1 0,1-1 0,0 0 0,-4 5 0,-3 4 0,1 0 0,-10 17 0,10-13 0,1 0 0,0 0 0,1 1 0,1 0 0,0 0 0,1 0 0,1 1 0,1-1 0,0 1 0,1-1 0,1 1 0,0 0 0,1 0 0,1-1 0,1 1 0,0-1 0,1 1 0,1-1 0,8 18 0,-6-15 0,-3-6 0,1-1 0,0 1 0,1-1 0,0 0 0,1-1 0,15 20 0,-22-30 0,1 0 0,0-1 0,0 1 0,0 0 0,0 0 0,1 0 0,-1-1 0,0 1 0,0-1 0,0 1 0,0-1 0,1 1 0,-1-1 0,0 0 0,1 1 0,-1-1 0,0 0 0,0 0 0,1 0 0,-1 0 0,0 0 0,1 0 0,-1-1 0,0 1 0,0 0 0,1-1 0,-1 1 0,0-1 0,0 1 0,0-1 0,1 1 0,-1-1 0,0 0 0,0 0 0,0 0 0,0 1 0,1-3 0,4-3 0,0-1 0,0 0 0,0 0 0,5-11 0,-6 11 0,38-61 0,42-61 0,-73 114 0,0 1 0,0 1 0,1 0 0,1 1 0,0 0 0,21-13 0,-30 22 0,0 0 0,0 1 0,0-1 0,0 1 0,0 0 0,1 1 0,-1-1 0,1 1 0,0 0 0,5 0 0,-9 1 0,0 0 0,0 0 0,0 0 0,0 1 0,0-1 0,0 1 0,0-1 0,0 1 0,-1 0 0,1 0 0,0 0 0,0 0 0,-1 0 0,1 0 0,-1 0 0,1 0 0,-1 1 0,1-1 0,-1 1 0,0-1 0,0 1 0,1 0 0,-1-1 0,0 1 0,-1 0 0,1 0 0,0-1 0,0 1 0,-1 0 0,1 0 0,0 3 0,0 4 0,0 0 0,0 1 0,-1-1 0,-1 17 0,0-18 0,0 1 0,1-1 0,0 0 0,1 1 0,3 13 0,-4-20 0,1-1 0,-1 0 0,1 0 0,0 0 0,-1 0 0,1 0 0,0-1 0,0 1 0,0 0 0,-1 0 0,1 0 0,0-1 0,0 1 0,0 0 0,0-1 0,1 1 0,-1-1 0,0 1 0,0-1 0,0 0 0,0 1 0,0-1 0,1 0 0,-1 0 0,0 0 0,0 0 0,0 0 0,1 0 0,0 0 0,45-7 0,-25 3 0,60 0 0,-45 3 0,46-7 0,-70 7 0,0 0 0,0 1 0,0 1 0,0 0 0,0 1 0,24 6 0,-25-5 0,-1 0 0,1-1 0,-1 0 0,1-1 0,0-1 0,0 0 0,-1 0 0,24-4 0,-20 0 0,-1-1 0,0 0 0,-1-1 0,0-1 0,1 0 0,-2-1 0,1 0 0,-1-1 0,-1 0 0,0-1 0,0 0 0,-1-1 0,0 0 0,10-15 0,-16 20 0,1-1 0,-1 0 0,0-1 0,-1 1 0,0 0 0,0-1 0,0 0 0,-1 0 0,0 0 0,-1 0 0,0 0 0,0 0 0,-1 0 0,0 0 0,0 0 0,0 0 0,-1-1 0,-1 1 0,0 0 0,0 1 0,0-1 0,-1 0 0,0 1 0,0-1 0,-1 1 0,0 0 0,-6-8 0,-1 1 0,-1 0 0,-1 1 0,0 0 0,-1 1 0,0 0 0,-1 1 0,0 1 0,-1 0 0,-28-13 0,14 11 0,1 0 0,-2 2 0,1 2 0,-58-10 0,47 14-1365,7 2-5461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19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17 24575,'-19'-1'0,"-33"-6"0,-6-1 0,49 7 0,1 1 0,-1 0 0,1 1 0,-1-1 0,1 2 0,-1-1 0,1 1 0,-1 1 0,-10 4 0,14-5 0,0 1 0,0 0 0,0 1 0,0-1 0,1 1 0,0 0 0,-1 0 0,1 0 0,1 1 0,-1-1 0,1 1 0,0 0 0,0 0 0,-5 10 0,1 2 0,1 1 0,1-1 0,0 1 0,1 0 0,1 0 0,0 1 0,2-1 0,0 1 0,1-1 0,3 19 0,-3-33 0,1 0 0,0-1 0,0 1 0,1 0 0,-1-1 0,1 1 0,-1-1 0,1 1 0,0-1 0,1 0 0,-1 0 0,0 0 0,1 0 0,0 0 0,-1 0 0,1-1 0,0 1 0,1-1 0,-1 0 0,0 0 0,1 0 0,-1 0 0,1-1 0,-1 0 0,1 1 0,0-1 0,0 0 0,-1-1 0,1 1 0,5-1 0,7 2 0,0-2 0,0 0 0,1-1 0,-1-1 0,32-7 0,1-6 0,1-1 0,52-27 0,-42 18 0,-58 23 0,1 1 0,-1 0 0,0 0 0,1 1 0,-1-1 0,1 0 0,-1 1 0,1 0 0,-1-1 0,1 1 0,-1 0 0,1 0 0,-1 1 0,1-1 0,-1 0 0,1 1 0,2 0 0,-3 1 0,1 0 0,-1-1 0,0 1 0,1 0 0,-1 0 0,0 1 0,0-1 0,0 0 0,-1 1 0,1-1 0,0 1 0,-1-1 0,0 1 0,2 3 0,0 0 0,1 0 0,-1 0 0,1 0 0,1-1 0,-1 0 0,1 0 0,0 0 0,0 0 0,0-1 0,1 0 0,-1 0 0,1 0 0,0-1 0,0 1 0,1-2 0,-1 1 0,1-1 0,-1 0 0,1 0 0,12 1 0,10 1 0,-1-2 0,1-1 0,46-4 0,-21 0 0,290-31 0,-339 34 0,1-1 0,-1 0 0,0-1 0,1 1 0,-1-1 0,0 0 0,0-1 0,0 1 0,0-1 0,-1 0 0,1 0 0,-1 0 0,0-1 0,0 1 0,0-1 0,0 0 0,0 0 0,-1-1 0,0 1 0,0-1 0,0 0 0,4-9 0,9-17 0,2 0 0,1 1 0,36-42 0,-53 70 25,0 0-1,0-1 0,0 0 1,0 1-1,0-1 1,0 0-1,-1 0 0,1 0 1,-1 0-1,0 0 0,0-1 1,0 1-1,0-4 1,-1 5-115,0-1 0,0 1 0,-1 0 0,1-1 0,-1 1 1,1 0-1,-1-1 0,0 1 0,0 0 0,0 0 1,0 0-1,0 0 0,-1 0 0,1 0 0,0 0 0,-1 0 1,0 0-1,-2-2 0,-8-7-6736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0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1 221 24575,'0'-5'0,"0"1"0,0-1 0,1 0 0,0 0 0,-1 0 0,2 0 0,-1 1 0,1-1 0,-1 1 0,1-1 0,0 1 0,1-1 0,-1 1 0,1 0 0,0 0 0,0 0 0,0 1 0,0-1 0,1 1 0,0 0 0,-1 0 0,8-5 0,8-4 0,1 1 0,0 0 0,1 1 0,0 2 0,23-8 0,113-21 0,-154 37 0,80-13 0,-73 12 0,1 1 0,-1 0 0,0 0 0,0 1 0,0 0 0,11 4 0,-18-5 13,-1 1 0,1 0-1,-1 0 1,0 0-1,0 0 1,1 0 0,-1 1-1,0-1 1,0 1 0,0-1-1,0 1 1,-1 0 0,1 0-1,0 0 1,-1 0 0,1 0-1,-1 0 1,0 0-1,1 0 1,-1 1 0,0-1-1,0 0 1,-1 1 0,1-1-1,0 1 1,-1 2 0,1 4-257,-1 0 0,0-1 0,0 1 0,-1 0 1,0 0-1,-3 9 0,-2 6-6582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1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24575,'1'-3'0,"-1"0"0,1 0 0,0 0 0,0 1 0,1-1 0,-1 0 0,1 0 0,-1 1 0,1-1 0,0 1 0,0 0 0,0-1 0,0 1 0,0 0 0,0 0 0,1 0 0,-1 1 0,1-1 0,-1 1 0,1-1 0,0 1 0,-1 0 0,7-2 0,-4 1 0,0 0 0,0 0 0,0 1 0,0-1 0,0 1 0,0 1 0,0-1 0,1 1 0,-1-1 0,0 2 0,1-1 0,-1 1 0,6 1 0,-9-2 0,-1 1 0,1 0 0,-1-1 0,1 1 0,-1 0 0,1 0 0,-1 0 0,0 1 0,1-1 0,-1 0 0,0 0 0,0 1 0,0-1 0,0 1 0,0-1 0,0 1 0,0-1 0,-1 1 0,1-1 0,0 1 0,-1 0 0,1-1 0,-1 1 0,0 0 0,0 0 0,1-1 0,-1 1 0,0 0 0,-1 0 0,1-1 0,0 1 0,0 0 0,-1-1 0,0 3 0,0 1 0,0-1 0,-1 0 0,0 1 0,0-1 0,0 0 0,0 0 0,-1 0 0,1 0 0,-1 0 0,0-1 0,-6 6 0,4-5 0,-1-1 0,1 0 0,-1 0 0,0-1 0,0 1 0,1-1 0,-1-1 0,-1 1 0,-7 0 0,11-1 0,1-1 0,-1 0 0,1 0 0,-1 0 0,1 0 0,-1-1 0,1 1 0,-1 0 0,1-1 0,-1 0 0,-3-1 0,5 1 0,0 0 0,0 1 0,0-1 0,0 0 0,0 0 0,0 0 0,0 0 0,0 0 0,1 0 0,-1 0 0,0 0 0,0 0 0,1-1 0,-1 1 0,1 0 0,-1 0 0,1-1 0,0 1 0,-1 0 0,1-1 0,0 1 0,0 0 0,0-2 0,0-1 0,1 1 0,0-1 0,0 0 0,0 1 0,0-1 0,1 1 0,-1 0 0,1-1 0,0 1 0,0 0 0,0 0 0,0 0 0,0 0 0,1 0 0,0 1 0,-1-1 0,1 1 0,4-3 0,-3 2 0,-1 1 0,0-1 0,1 1 0,-1 0 0,1 0 0,0 0 0,-1 1 0,1-1 0,0 1 0,0 0 0,0 0 0,0 0 0,0 1 0,0 0 0,0-1 0,7 2 0,-11-1-50,1 0-1,0 0 1,0 1-1,0-1 0,-1 0 1,1 1-1,0-1 1,0 0-1,-1 1 1,1-1-1,0 1 0,-1-1 1,1 1-1,-1-1 1,1 1-1,-1 0 1,1-1-1,-1 1 0,1 0 1,-1-1-1,1 1 1,-1 0-1,0 0 1,1-1-1,-1 1 1,0 1-1,1 9-6775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2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24575,'1'2'0,"-1"1"0,1-1 0,0 0 0,-1 1 0,1-1 0,1 0 0,-1 1 0,0-1 0,0 0 0,1 0 0,1 2 0,21 24 0,-19-23 0,4 6 0,1 0 0,1-1 0,-1-1 0,2 0 0,21 14 0,-29-21 0,0 0 0,0 0 0,0 0 0,0-1 0,1 1 0,-1-1 0,0 0 0,1-1 0,-1 1 0,1-1 0,-1 0 0,0 0 0,1 0 0,-1 0 0,1-1 0,-1 0 0,0 0 0,1 0 0,-1 0 0,0-1 0,0 1 0,7-5 0,-2 0 34,-1 0 1,0 0-1,0-1 0,-1 0 0,0 0 0,0-1 0,-1 0 0,0 0 0,7-12 1,1-6-889,21-52 1,-29 62-5973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4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544 142 24575,'-4'-4'0,"1"0"0,-1-1 0,1 0 0,0 0 0,0 0 0,1 0 0,0-1 0,-1 1 0,-1-10 0,2 7 0,-1 1 0,0 0 0,-6-13 0,7 18 0,0-1 0,0 1 0,0 0 0,0-1 0,0 1 0,0 0 0,0 0 0,-1 1 0,1-1 0,-1 0 0,0 1 0,1-1 0,-6-1 0,-3 0 0,1 0 0,-1 1 0,-1 0 0,1 1 0,0 0 0,-12 1 0,-7 1 0,-30 6 0,44-5 0,1 1 0,0 1 0,0 0 0,0 1 0,0 1 0,1 0 0,0 1 0,0 0 0,1 2 0,0-1 0,-15 14 0,19-14 0,1 0 0,0 1 0,0 0 0,1 1 0,0-1 0,1 2 0,0-1 0,0 0 0,1 1 0,1 0 0,0 1 0,0-1 0,1 0 0,0 1 0,0 16 0,1-7 0,2 0 0,1 1 0,1-1 0,0 1 0,2-1 0,0 0 0,2 0 0,0-1 0,1 1 0,18 34 0,-7-22 0,1 0 0,2-2 0,1 0 0,1-1 0,36 35 0,-39-45 86,0-2-1,2 0 0,29 19 1,-43-31-218,1-1 1,0 0 0,0-1-1,0 0 1,0 0 0,1-1 0,0-1-1,-1 1 1,1-1 0,0-1 0,0 0-1,14 0 1,-3-4-6695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5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69 344 24575,'-1'-14'0,"1"-1"0,1 0 0,0 1 0,1-1 0,1 1 0,0-1 0,1 1 0,1 0 0,12-26 0,-9 25 0,0 0 0,1 0 0,1 1 0,0 1 0,1 0 0,21-20 0,-25 27 0,1 0 0,-1 1 0,1-1 0,1 2 0,-1-1 0,1 1 0,0 0 0,0 1 0,0 0 0,0 1 0,0 0 0,1 0 0,13 0 0,-6 1 0,0 1 0,0 0 0,29 6 0,-38-5 0,0 1 0,-1 0 0,1 1 0,-1 0 0,0 0 0,1 0 0,-1 1 0,-1 0 0,1 0 0,7 7 0,-11-8 0,-1-1 0,0 1 0,1 0 0,-1 0 0,-1 0 0,1 1 0,0-1 0,-1 0 0,0 1 0,1-1 0,-2 0 0,1 1 0,0 0 0,-1-1 0,1 5 0,0 8 0,-1 1 0,-3 18 0,1-6 0,1-3 0,-2 0 0,-1 0 0,0 0 0,-2 0 0,-1-1 0,-1 0 0,-2-1 0,0 0 0,-1 0 0,-2-1 0,0 0 0,-19 23 0,3-1 0,-38 77 0,27-45 0,30-62 0,0-1 0,-1-1 0,-1 0 0,0 0 0,0-1 0,-1 0 0,-1-1 0,-15 9 0,12-8 0,1 0 0,0 1 0,1 1 0,1 0 0,-18 23 0,27-30-65,1 0 0,-1 1 0,1-1 0,1 1 0,-1 0 0,1 0 0,1 1 0,-1-1 0,2 0 0,-1 1 0,1 0 0,0-1 0,1 1 0,0 0 0,0-1 0,1 1 0,0 0 0,1-1 0,0 1 0,3 10 0,2-4-6761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6.9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935 2 24575,'7'-1'0,"-7"1"0,0 0 0,1 0 0,-1 0 0,0 0 0,0 0 0,1 0 0,-1 0 0,0 0 0,0 0 0,1 0 0,-1 0 0,0 0 0,1 0 0,-1 0 0,0 0 0,0 0 0,1 0 0,-1 0 0,0 0 0,0 0 0,1 1 0,-1-1 0,0 0 0,0 0 0,1 0 0,-1 0 0,0 1 0,0-1 0,0 0 0,0 0 0,1 0 0,-1 1 0,0-1 0,0 0 0,0 0 0,0 1 0,0-1 0,0 0 0,1 1 0,-1-1 0,0 0 0,0 0 0,0 1 0,0-1 0,0 0 0,0 0 0,0 1 0,0-1 0,0 0 0,0 1 0,-1-1 0,1 0 0,0 1 0,2 11 0,-1 1 0,-1-1 0,0 1 0,-1 0 0,0-1 0,-1 1 0,0-1 0,-1 0 0,-1 0 0,-4 12 0,2-9 0,-1 0 0,0-1 0,-1 0 0,0-1 0,-1 0 0,0 0 0,-18 18 0,11-17 0,-1 0 0,-1-1 0,0 0 0,-1-1 0,0-2 0,-28 13 0,-130 39 0,123-45 0,24-8 0,0 1 0,1 2 0,0 1 0,1 1 0,0 2 0,-46 34 0,-59 71 0,125-113 0,0 0 0,0 1 0,1 0 0,0 0 0,1 1 0,0 0 0,1 0 0,0 0 0,0 0 0,1 1 0,0 0 0,1 0 0,0 0 0,1 1 0,1-1 0,-1 0 0,2 1 0,0-1 0,0 1 0,1-1 0,0 1 0,3 11 0,4 9 0,0 0 0,3-1 0,18 42 0,-24-65 0,1 0 0,0 0 0,0-1 0,0 0 0,1 0 0,0-1 0,0 1 0,0-2 0,1 1 0,0-1 0,0 0 0,1-1 0,-1 0 0,1 0 0,0-1 0,10 3 0,17 3 0,0-1 0,64 4 0,1-5 0,0-4 0,-1-5 0,1-4 0,-1-5 0,167-39 0,-34-19 0,-97 28 0,-132 39 14,10-2-473,1 0-1,22-12 0,-23 8-6366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7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12 153 24575,'-6'-47'0,"4"40"0,1-1 0,0 1 0,0-1 0,0 1 0,1-1 0,0 0 0,2-8 0,-2 14 0,1 0 0,0 0 0,0 0 0,0 0 0,0 0 0,0 1 0,0-1 0,1 0 0,-1 0 0,0 1 0,1-1 0,0 1 0,-1-1 0,1 1 0,0 0 0,0-1 0,-1 1 0,1 0 0,0 0 0,0 0 0,0 1 0,1-1 0,-1 0 0,0 1 0,0-1 0,0 1 0,0 0 0,1 0 0,2 0 0,6 0 0,0 0 0,0 0 0,0 2 0,0-1 0,-1 1 0,19 6 0,63 28 0,-58-21 0,6 1 0,-1 3 0,-1 1 0,-1 1 0,42 33 0,-62-41 0,0 2 0,-1-1 0,-1 2 0,-1 0 0,0 1 0,-1 0 0,0 1 0,-2 1 0,0 0 0,9 25 0,-1 10 0,-4 2 0,-2-1 0,-2 2 0,7 111 0,-17-151 0,-1 0 0,0 1 0,-2-1 0,0 0 0,0 0 0,-2 0 0,0 0 0,-10 24 0,10-31 0,0 0 0,-1-1 0,-1 0 0,0 0 0,0-1 0,0 1 0,-1-1 0,-1-1 0,1 1 0,-1-1 0,0-1 0,-1 1 0,1-1 0,-1-1 0,-12 6 0,-11 2 68,-1-2 0,-1-1 0,-64 10 0,-23 6-1705,99-20-5189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8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67 24575,'1'-2'0,"-1"0"0,1 0 0,0 1 0,-1-1 0,1 0 0,0 1 0,0-1 0,0 1 0,0-1 0,0 1 0,1-1 0,-1 1 0,0 0 0,3-2 0,-3 2 0,1 0 0,-1 0 0,0 1 0,0-1 0,0 0 0,0 0 0,0 0 0,0 0 0,0 0 0,-1-1 0,1 1 0,0 0 0,-1 0 0,1 0 0,-1-1 0,1 1 0,-1 0 0,1-1 0,-1 1 0,0 0 0,0-1 0,1 1 0,-1-1 0,0 1 0,-1-3 0,1 3 0,-1 1 0,0-1 0,0 0 0,0 1 0,0-1 0,1 0 0,-1 1 0,0-1 0,0 1 0,0 0 0,0-1 0,0 1 0,0 0 0,0-1 0,0 1 0,0 0 0,-1 0 0,1 0 0,0 0 0,0 0 0,0 0 0,0 0 0,0 0 0,-1 1 0,-33 6 0,29-6 0,-19 5 0,2 0 0,-24 10 0,39-13 0,-1 1 0,1 0 0,1 1 0,-1-1 0,1 1 0,-1 1 0,2-1 0,-1 1 0,-6 8 0,11-13 0,1 1 0,0-1 0,0 1 0,-1-1 0,1 1 0,0 0 0,0 0 0,1 0 0,-1-1 0,0 1 0,1 0 0,-1 0 0,1 0 0,-1 0 0,1 0 0,0 0 0,0 0 0,0 0 0,0 0 0,0 0 0,1 4 0,0-3 0,1-1 0,-1 1 0,0-1 0,1 1 0,0-1 0,-1 0 0,1 0 0,0 1 0,0-1 0,0-1 0,1 1 0,-1 0 0,4 2 0,3 1 0,-1-1 0,1 0 0,0 0 0,0-1 0,0 0 0,1-1 0,-1 0 0,11 1 0,-12-3 0,-1 0 0,1 0 0,-1-1 0,1 0 0,-1-1 0,0 0 0,1 0 0,-1 0 0,0-1 0,0 0 0,-1 0 0,8-5 0,-11 6 0,0 0 0,-1 1 0,1-1 0,-1 0 0,1-1 0,-1 1 0,0 0 0,0-1 0,0 1 0,0-1 0,0 0 0,0 0 0,-1 1 0,1-1 0,-1 0 0,0-1 0,0 1 0,0 0 0,-1 0 0,1 0 0,-1 0 0,1-1 0,-1 1 0,0 0 0,0 0 0,0-1 0,-1 1 0,1 0 0,-3-6 0,2 7 17,1 0-1,-1 0 0,0 0 0,-1 0 1,1 1-1,0-1 0,-1 0 0,1 1 1,-1-1-1,1 1 0,-1-1 0,0 1 1,1 0-1,-1-1 0,0 1 0,0 0 1,0 0-1,0 0 0,0 1 0,-4-2 1,-3 0-444,1 0 0,-1 1 1,-14-1-1,1 2-6399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29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5 24575,'-15'0'0,"-1"1"0,1 1 0,0 1 0,-19 5 0,24-5 0,1 0 0,0 0 0,0 1 0,0 1 0,0-1 0,1 1 0,-14 11 0,20-14 0,0 0 0,0 0 0,0 0 0,0 0 0,0 0 0,1 0 0,-1 0 0,1 0 0,0 1 0,-1-1 0,1 1 0,0-1 0,0 1 0,1-1 0,-1 1 0,0-1 0,1 1 0,0 0 0,0-1 0,0 1 0,0 0 0,0-1 0,0 1 0,0 0 0,1-1 0,0 1 0,-1 0 0,1-1 0,0 1 0,1 2 0,1-2 0,-1 1 0,0-1 0,1 1 0,0-1 0,-1 0 0,1 0 0,1 0 0,-1 0 0,0 0 0,1-1 0,-1 1 0,1-1 0,0 0 0,0 0 0,0-1 0,0 1 0,0-1 0,5 1 0,2 0 0,1 0 0,-1-1 0,1-1 0,0 0 0,-1-1 0,1 0 0,-1 0 0,1-2 0,-1 1 0,0-1 0,17-7 0,-21 7 0,0 0 0,0-1 0,0 0 0,0 0 0,-1-1 0,0 1 0,0-1 0,0-1 0,0 1 0,-1-1 0,0 0 0,0 0 0,0-1 0,-1 1 0,0-1 0,0 0 0,4-14 0,-7 19 12,0 1 0,-1-1 0,1 1-1,-1-1 1,1 0 0,-1 1 0,0-1-1,0 1 1,0-1 0,0 0 0,0 0-1,0 1 1,0-1 0,-1 1 0,1-1 0,-1 0-1,1 1 1,-1-1 0,1 1 0,-1-1-1,0 1 1,0-1 0,0 1 0,0-1-1,0 1 1,0 0 0,0 0 0,-2-2 0,-1 0-168,0 1 1,1 0 0,-1 1 0,0-1 0,0 1 0,0 0 0,0-1-1,-1 2 1,1-1 0,-5 0 0,-16-1-6671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31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 24575,'0'-3'0,"0"3"0,0 3 0,0 4 0,0-1 0,-3-3 0,-4-1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32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1417 84 24575,'0'-1'0,"0"0"0,-1 0 0,1 0 0,0-1 0,-1 1 0,1 0 0,-1 0 0,1 0 0,-1 0 0,1 0 0,-1 0 0,0 0 0,0 0 0,0 0 0,1 0 0,-1 0 0,0 0 0,0 0 0,0 1 0,0-1 0,0 0 0,0 1 0,-1-1 0,1 1 0,-1-1 0,-35-10 0,27 9 0,-22-4 0,1 1 0,0 1 0,-1 2 0,-53 2 0,-128 23 0,193-20 0,-11 1 0,-217 35 0,197-28 0,1 2 0,-89 35 0,-127 98 0,254-138 0,0-1 0,1 0 0,-1 1 0,2 0 0,-1 1 0,2 0 0,-10 11 0,16-17 0,1 0 0,-1 1 0,1-1 0,0 1 0,0-1 0,0 1 0,1 0 0,-1 0 0,1 0 0,0-1 0,0 1 0,0 1 0,1-1 0,-1 0 0,1 0 0,0 0 0,0 0 0,0 0 0,1 0 0,-1 0 0,1 0 0,0 0 0,1 0 0,1 4 0,1 1 0,1 0 0,0 0 0,0-1 0,1 1 0,0-2 0,0 1 0,1-1 0,13 12 0,-7-9 0,1 0 0,-1-1 0,2-1 0,25 12 0,-1-6 0,0-1 0,1-2 0,55 8 0,-17-8 0,0-3 0,138-5 0,-95-11 0,129-26 0,-214 27 0,0-2 0,-1-1 0,-1-2 0,0-1 0,0-2 0,61-38 0,-56 29 0,17-12 0,1 3 0,115-48 0,-111 63 0,-38 11 0,0 0 0,26-11 0,-46 16 0,0 1 0,-1-1 0,1 0 0,0 0 0,0 0 0,-1 0 0,0 0 0,1-1 0,-1 1 0,0-1 0,0 1 0,0-1 0,0 0 0,-1 0 0,1 0 0,2-6 0,-3 4 0,0 0 0,0 0 0,-1 0 0,1 0 0,-1 0 0,0 0 0,0 0 0,-1 0 0,1 0 0,-3-7 0,0 3 0,0-1 0,0 1 0,-1-1 0,-1 1 0,1 0 0,-1 0 0,-1 1 0,0 0 0,0 0 0,-12-12 0,3 8 0,0 1 0,0 0 0,-2 2 0,1 0 0,-1 0 0,0 2 0,-1 0 0,0 1 0,-36-8 0,14 7 0,-1 2 0,0 1 0,-62 3 0,71 3-455,1 1 0,-56 12 0,49-5-6371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34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2774 4 24575,'6'-4'0,"-7"9"0,-9 9 0,-10 5 0,-188 162 0,174-156 0,-1-1 0,0-2 0,-2-1 0,-61 25 0,-44 4 0,-152 32 0,-284 81 0,268-80 0,18-6 0,207-51 0,1-1 0,-107 47 0,168-61 0,0 1 0,0 0 0,2 2 0,-1 1 0,2 0 0,0 1 0,1 2 0,0 0 0,-17 22 0,26-25 0,0 1 0,1 0 0,0 1 0,1-1 0,1 1 0,1 1 0,0 0 0,1 0 0,-2 19 0,-1 22 0,1 89 0,3-52 0,0-18 0,10 125 0,-2-166 0,1 0 0,3-1 0,1 0 0,1 0 0,24 53 0,-15-49 0,2 0 0,2-1 0,1-2 0,2 0 0,45 48 0,-49-62 0,0-1 0,2-2 0,0 0 0,1-2 0,1-1 0,1 0 0,0-2 0,51 19 0,-20-15 0,1-3 0,0-3 0,111 11 0,185-11 0,153-29 0,146 3 0,-441 29 0,-2 10 0,384 96 0,-243-12 0,-337-104 0,1-1 0,0 0 0,0-1 0,1-1 0,-1 0 0,21 0 0,-35-3 0,0 0 0,0-1 0,0 1 0,1 0 0,-1-1 0,0 0 0,0 1 0,0-1 0,0 0 0,0 0 0,0 0 0,-1-1 0,1 1 0,0 0 0,0-1 0,-1 1 0,1-1 0,-1 1 0,1-1 0,-1 0 0,0 0 0,0 1 0,0-1 0,2-4 0,1-3 0,-1-1 0,0 0 0,-1 0 0,2-11 0,0 0 0,23-100 0,15-169 0,-38 241 0,-3-1 0,-1 0 0,-3 1 0,-2-1 0,-2 1 0,-19-67 0,-18-16 0,-6 2 0,-6 2 0,-98-165 0,141 272 0,-1 2 0,-1 0 0,-1 1 0,-1 0 0,0 1 0,-1 1 0,-1 1 0,0 0 0,-35-19 0,-6 2 0,-1 3 0,-77-26 0,82 36 0,-2 3 0,0 2 0,-73-7 0,-181-2 0,231 19 0,77 4 0,-120-7 0,-174 12 0,252 1 0,1 2 0,0 2 0,-49 18 0,-127 58 0,156-60 0,-469 180 0,259-127 0,175-54 0,-169 67 0,259-87 0,-1 0 0,1 1 0,0 0 0,0 1 0,0 0 0,1 0 0,-12 13 0,19-17 0,-1-1 0,1 1 0,0 0 0,0 0 0,0 0 0,0 0 0,0 0 0,1 1 0,-1-1 0,1 0 0,0 1 0,0-1 0,0 1 0,0 0 0,1-1 0,0 1 0,-1 0 0,1-1 0,1 1 0,-1-1 0,0 1 0,1 0 0,0-1 0,0 1 0,0-1 0,0 1 0,0-1 0,3 4 0,1 2 0,1 0 0,1-1 0,-1 1 0,2-1 0,-1-1 0,1 0 0,11 9 0,66 41 0,-60-42 0,399 259 0,-376-242 0,98 47 0,-110-64 0,-1-1 0,2-2 0,69 13 0,-27-14 0,-1-4 0,1-4 0,0-3 0,152-19 0,308-89 0,-495 98 0,225-40 0,-29 7 0,-226 40 0,0-1 0,0 0 0,-1-1 0,1-1 0,19-10 0,-25 11 0,-1-1 0,1 1 0,-1-1 0,0-1 0,0 1 0,-1-1 0,0-1 0,0 1 0,7-12 0,-7 8 0,5-6 0,-1-1 0,11-26 0,-19 38 0,0-1 0,0 1 0,-1 0 0,0-1 0,0 1 0,0-1 0,-1 0 0,0 1 0,0-1 0,0 1 0,-3-11 0,-1 3 0,0 0 0,0 0 0,-2 1 0,1 0 0,-2 0 0,0 1 0,0-1 0,-1 1 0,-1 1 0,-18-20 0,12 17 0,-1 0 0,0 2 0,0 0 0,-2 1 0,1 1 0,-38-16 0,10 9 0,-1 3 0,0 2 0,-1 2 0,0 2 0,-86-3 0,53 8 0,0 5 0,0 2 0,1 4 0,0 4 0,-95 26 0,160-34-151,1-1-1,-1 2 0,1 0 0,1 0 1,-1 1-1,1 1 0,0 0 1,-19 15-1,13-3-6674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36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531 259 24575,'-1'0'0,"0"0"0,0 0 0,-1 0 0,1-1 0,0 1 0,0 0 0,0-1 0,0 1 0,0-1 0,0 1 0,0-1 0,0 0 0,1 1 0,-1-1 0,0 0 0,-1 0 0,2 0 0,-1 1 0,1-1 0,-1 1 0,1-1 0,-1 1 0,1-1 0,-1 1 0,1-1 0,-1 1 0,0 0 0,1-1 0,-1 1 0,0 0 0,1 0 0,-1-1 0,0 1 0,1 0 0,-1 0 0,0 0 0,1 0 0,-1 0 0,0 0 0,0 0 0,1 0 0,-1 0 0,0 0 0,1 0 0,-1 1 0,0-1 0,1 0 0,-1 0 0,0 1 0,1-1 0,-1 0 0,0 1 0,1-1 0,-1 1 0,1-1 0,-1 1 0,0 0 0,-8 8 0,0 0 0,1 1 0,0 0 0,0 0 0,1 1 0,-10 21 0,-10 14 0,18-33 0,0-1 0,0 0 0,-1-1 0,-1 0 0,-14 12 0,18-18 0,-1 1 0,0-1 0,0-1 0,0 0 0,-1 0 0,1-1 0,-1 0 0,0 0 0,-17 2 0,9-2 0,1-1 0,0-1 0,-1 0 0,1-1 0,0-1 0,-22-4 0,33 4 0,1 0 0,0 0 0,0 0 0,0 0 0,0-1 0,1 1 0,-1-1 0,0 0 0,0 0 0,1-1 0,0 1 0,-1-1 0,1 1 0,0-1 0,0 0 0,0 0 0,1-1 0,-1 1 0,1-1 0,0 1 0,0-1 0,0 0 0,0 1 0,1-1 0,-1 0 0,1 0 0,0 0 0,0 0 0,0-8 0,0 3 0,1 0 0,0 1 0,1-1 0,0 0 0,0 1 0,1-1 0,0 1 0,1-1 0,0 1 0,0 0 0,0 0 0,1 0 0,1 1 0,-1-1 0,1 1 0,0 0 0,1 1 0,-1-1 0,12-9 0,-5 7 0,-1 0 0,1 1 0,0 1 0,1 0 0,0 0 0,0 1 0,1 1 0,-1 0 0,1 1 0,0 1 0,17-2 0,0 1 0,0 2 0,0 1 0,0 2 0,0 1 0,56 11 0,-61-7 0,0 0 0,0 2 0,-1 1 0,0 2 0,-1 0 0,0 1 0,23 17 0,-40-25 0,0 1 0,-1 0 0,1 1 0,-1-1 0,-1 1 0,1 1 0,-1-1 0,0 1 0,0 0 0,-1 0 0,0 0 0,0 0 0,-1 1 0,0 0 0,0-1 0,-1 1 0,0 0 0,0 0 0,-1 1 0,0-1 0,0 0 0,-1 0 0,0 1 0,-1-1 0,0 0 0,0 0 0,-1 0 0,1 0 0,-2 0 0,-3 10 0,-34 61 0,31-65 0,1 0 0,0 1 0,1 0 0,1 1 0,0 0 0,1 0 0,-4 27 0,8-36 0,0 0 0,1 0 0,0 0 0,0 0 0,1 0 0,0 0 0,0 0 0,1 0 0,0-1 0,3 10 0,-2-11 0,0 0 0,0 0 0,0 0 0,1 0 0,0-1 0,0 1 0,0-1 0,0 0 0,1 0 0,-1-1 0,1 1 0,10 4 0,0-1 0,-1-1 0,2 0 0,-1-1 0,0-1 0,1 0 0,0-2 0,0 1 0,0-2 0,0 0 0,17-2 0,-3-1 0,-1-1 0,0-1 0,0-2 0,45-15 0,-56 15 0,-1-1 0,0 0 0,0-1 0,-1-1 0,0-1 0,-1 0 0,0-2 0,15-13 0,-21 16 0,0-1 0,-1 0 0,0 0 0,-1 0 0,0-1 0,0 0 0,-1-1 0,-1 1 0,0-1 0,0-1 0,-2 1 0,5-20 0,-6 17 0,0 1 0,-1-1 0,0 1 0,-1-1 0,-1 1 0,-1-1 0,0 1 0,0-1 0,-2 1 0,-6-19 0,7 25 0,0 1 0,-1-1 0,0 1 0,-1 0 0,1 0 0,-1 0 0,0 0 0,-1 1 0,0 0 0,0 0 0,0 0 0,-1 1 0,1 0 0,-1 0 0,-1 1 0,1 0 0,-1 0 0,1 1 0,-12-4 0,3 3 0,0 1 0,0 1 0,-1 0 0,1 1 0,0 1 0,-1 1 0,1 0 0,-1 1 0,1 1 0,0 0 0,-31 11 0,14-1 0,0 1 0,1 1 0,0 2 0,-42 30 0,56-34 0,0 0 0,1 2 0,0 0 0,2 0 0,0 2 0,0 0 0,2 0 0,-23 40 0,31-47 0,0 0 0,0 0 0,2 1 0,-1-1 0,1 1 0,1 0 0,0 0 0,0 0 0,2 1 0,-1-1 0,1 0 0,1 0 0,-1 1 0,2-1 0,0 0 0,0 0 0,1 0 0,1-1 0,6 17 0,4-3 0,-11-20 0,0 0 0,-1 0 0,0 1 0,0-1 0,0 1 0,0-1 0,2 10 0,-4-13 0,0 0 0,0 0 0,0 0 0,0 0 0,0 0 0,-1 0 0,1 0 0,0 0 0,0 0 0,-1 0 0,1 0 0,-1 0 0,1 0 0,-1 0 0,1-1 0,-1 1 0,0 1 0,-1 0 0,0-1 0,0 1 0,1-1 0,-1 0 0,0 0 0,0 0 0,-1 0 0,1 0 0,0 0 0,-4 1 0,-25 3 0,-1 0 0,1-2 0,-1-2 0,-52-3 0,70 1 0,-5 1 0,0-2 0,0 0 0,0-1 0,0-1 0,0 0 0,-19-8 0,31 9 0,1 0 0,-1 0 0,1-1 0,-1 0 0,1 0 0,0 0 0,0-1 0,1 0 0,0 0 0,0 0 0,0-1 0,0 1 0,1-1 0,0-1 0,0 1 0,0 0 0,1-1 0,-5-13 0,4 5 0,1-1 0,0 0 0,1 0 0,1 0 0,0 0 0,1 0 0,1 0 0,0 0 0,1 0 0,1 0 0,1 0 0,0 1 0,1-1 0,12-25 0,-9 23 0,2 0 0,0 1 0,1 0 0,1 0 0,0 2 0,2-1 0,-1 2 0,2 0 0,0 0 0,0 2 0,25-16 0,-21 17 0,1 1 0,0 1 0,1 1 0,0 1 0,0 1 0,0 0 0,1 2 0,0 0 0,-1 2 0,35 0 0,-38 2 0,0 1 0,0 1 0,0 0 0,0 1 0,-1 1 0,1 1 0,-1 1 0,0 0 0,-1 1 0,1 1 0,-1 0 0,-1 2 0,18 12 0,-28-18 0,0 0 0,0 1 0,0-1 0,-1 1 0,0 0 0,0 1 0,0-1 0,0 1 0,-1 0 0,0-1 0,0 1 0,2 8 0,-4-10 0,0 0 0,-1 0 0,1 0 0,-1 0 0,0 0 0,0 0 0,0 0 0,-1 0 0,0 0 0,1 0 0,-1 0 0,-1 0 0,1 0 0,0 0 0,-1-1 0,0 1 0,0 0 0,0-1 0,0 0 0,-5 6 0,-5 4 0,0-1 0,-1-1 0,0 0 0,-1 0 0,0-2 0,0 0 0,-1 0 0,0-1 0,-28 9 0,6-4 0,1-2 0,-1-2 0,-50 6 0,39-9 0,-68-1 0,94-5 0,0-2 0,0 0 0,0-2 0,0 0 0,-28-10 0,44 12 0,1 0 0,-1-1 0,1 0 0,-1 0 0,-7-6 0,12 8 0,0 1 0,0-1 0,0 1 0,1-1 0,-1 0 0,0 1 0,1-1 0,-1 0 0,0 0 0,1 1 0,-1-1 0,1 0 0,-1 0 0,1 0 0,0 1 0,-1-1 0,1 0 0,0 0 0,-1 0 0,1 0 0,0 0 0,0 0 0,0 0 0,0 0 0,0 0 0,0 0 0,0 0 0,0 0 0,0 0 0,1 1 0,-1-1 0,0 0 0,1 0 0,-1 0 0,0 0 0,1 0 0,-1 0 0,1 1 0,-1-1 0,1 0 0,0 0 0,-1 1 0,2-2 0,3-2 0,1 1 0,-1-1 0,1 1 0,-1 0 0,1 1 0,0 0 0,0 0 0,0 0 0,0 0 0,8 0 0,69-6 0,-65 8 0,284 1 0,2 20 0,-140-8 0,-117-9 0,261 8 0,-306-12 0,1 0 0,-1 0 0,1 0 0,-1-1 0,1 1 0,-1-1 0,1 1 0,-1-1 0,1 0 0,2-1 0,-5 2 0,0 0 0,0-1 0,0 1 0,1 0 0,-1 0 0,0 0 0,0-1 0,0 1 0,0 0 0,0 0 0,0 0 0,0-1 0,0 1 0,0 0 0,0 0 0,0 0 0,0-1 0,0 1 0,0 0 0,0 0 0,0-1 0,0 1 0,0 0 0,0 0 0,0 0 0,0-1 0,0 1 0,0 0 0,0 0 0,0-1 0,0 1 0,-1 0 0,1 0 0,0 0 0,-13-12 0,7 8 0,-15-9 0,0-2 0,1 0 0,-29-30 0,44 40 0,0-1 0,0 0 0,1 0 0,0 0 0,0-1 0,1 1 0,-1-1 0,2 0 0,-1 0 0,1 0 0,0 0 0,0 0 0,1 0 0,0-1 0,0 1 0,0 0 0,2-10 0,1 4 0,0-1 0,1 1 0,1-1 0,0 1 0,1 0 0,1 1 0,0-1 0,12-18 0,-15 26 0,-3 4 0,1 1 0,-1-1 0,1 0 0,-1 1 0,0-1 0,1 1 0,-1-1 0,0 0 0,0 1 0,1-1 0,-1 0 0,0 1 0,0-1 0,0 0 0,0 1 0,0-1 0,0 0 0,0 0 0,0 1 0,0-1 0,0 0 0,0 1 0,-1-1 0,1 0 0,0 1 0,-1-2 0,0 1 0,0 1 0,0-1 0,0 1 0,1-1 0,-1 1 0,0-1 0,0 1 0,0 0 0,0 0 0,0-1 0,0 1 0,0 0 0,0 0 0,0 0 0,0 0 0,-2 0 0,-7 1 0,-1 1 0,-18 5 0,21-5 0,-205 38 0,-20 6 0,231-45 0,-5 0 0,0 0 0,-1 1 0,1 0 0,0 1 0,1-1 0,-1 1 0,0 1 0,1-1 0,0 1 0,0 0 0,-7 6 0,12-9 0,1 0 0,-1-1 0,0 1 0,1 0 0,-1-1 0,1 1 0,0 0 0,-1 0 0,1 0 0,0-1 0,-1 1 0,1 0 0,0 0 0,0 0 0,0 0 0,0 0 0,0-1 0,-1 1 0,2 0 0,-1 0 0,0 0 0,0 0 0,0 0 0,0 0 0,1-1 0,-1 1 0,0 0 0,1 0 0,-1 0 0,0-1 0,1 1 0,-1 0 0,1 0 0,-1-1 0,1 1 0,0 0 0,-1-1 0,1 1 0,0-1 0,-1 1 0,1-1 0,0 1 0,0-1 0,1 1 0,3 2 0,1 0 0,-1 0 0,1-1 0,12 4 0,14 1 0,0-2 0,0-1 0,0-2 0,0-1 0,0-1 0,1-2 0,-1-1 0,0-2 0,-1-1 0,41-13 0,-62 16 0,0 0 0,-1-1 0,1 0 0,-1-1 0,0 0 0,-1 0 0,1-1 0,-1 0 0,0-1 0,8-8 0,-12 11 0,-1-1 0,1 0 0,-1 1 0,0-1 0,0 0 0,-1-1 0,0 1 0,0 0 0,0-1 0,0 1 0,-1-1 0,0 0 0,0 0 0,0 1 0,-1-1 0,0 0 0,0 0 0,0 1 0,-2-8 0,-1 1 0,0 0 0,0 0 0,-2 0 0,1 1 0,-1-1 0,-1 1 0,0 0 0,-1 1 0,0 0 0,-1 0 0,0 0 0,0 1 0,-1 0 0,-17-14 0,16 16 0,0 0 0,0 0 0,0 1 0,-1 0 0,0 1 0,0 0 0,0 1 0,0 0 0,-1 1 0,0 1 0,0-1 0,0 2 0,0-1 0,0 2 0,-17 0 0,25 1 0,0-1 0,0 1 0,0-1 0,0 1 0,1 1 0,-1-1 0,0 0 0,0 1 0,1 0 0,-1 0 0,1 0 0,-1 0 0,1 1 0,0-1 0,0 1 0,0 0 0,0-1 0,0 2 0,1-1 0,0 0 0,-1 0 0,1 1 0,0-1 0,0 1 0,1 0 0,-1-1 0,1 1 0,0 0 0,0 0 0,0 0 0,1 0 0,-1 0 0,1 0 0,0 0 0,0 0 0,0 0 0,1 0 0,-1 0 0,1 0 0,2 6 0,1 4 27,1-1-1,1 1 0,0-1 0,1 0 1,0-1-1,1 1 0,1-1 0,0-1 1,0 0-1,1 0 0,0-1 0,14 10 1,0-1-369,0-2 1,2 0 0,0-2-1,50 22 1,-53-27-6485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38.2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2 24575,'0'0'0,"0"0"0,0 0 0,0 0 0,0 0 0,0 0 0,-1 0 0,1 0 0,0 0 0,0 0 0,0 0 0,0 0 0,0 1 0,0-1 0,0 0 0,0 0 0,0 0 0,0 0 0,-1 0 0,1 0 0,0 0 0,0 0 0,0 0 0,0 0 0,0 0 0,0 0 0,0 0 0,0 0 0,0 1 0,0-1 0,0 0 0,0 0 0,0 0 0,0 0 0,0 0 0,0 0 0,0 0 0,0 0 0,0 0 0,0 0 0,0 1 0,0-1 0,0 0 0,0 0 0,0 0 0,0 0 0,0 0 0,0 0 0,0 0 0,0 0 0,0 0 0,0 1 0,0-1 0,0 0 0,0 0 0,0 0 0,0 0 0,0 0 0,0 0 0,1 0 0,-1 0 0,0 0 0,0 0 0,0 0 0,0 0 0,0 0 0,0 0 0,0 0 0,-13 11 0,-34 19 0,11-6 0,25-16 0,0 1 0,0 1 0,1 0 0,0 1 0,1-1 0,0 2 0,1-1 0,0 1 0,1 1 0,0-1 0,-6 17 0,11-22 0,0-1 0,0 1 0,0 0 0,1-1 0,0 1 0,1 0 0,-1 0 0,1 0 0,1 0 0,1 13 0,0-15 0,-1 1 0,1-1 0,0 0 0,1 0 0,-1 0 0,1 0 0,0-1 0,0 1 0,1-1 0,-1 1 0,1-1 0,0 0 0,0-1 0,0 1 0,6 3 0,-4-3 0,0 0 0,0 0 0,1-1 0,-1 0 0,1 0 0,0 0 0,0-1 0,0 0 0,0-1 0,0 1 0,0-1 0,0-1 0,1 1 0,12-2 0,-10-1 0,0 0 0,-1 0 0,1-1 0,-1 0 0,0 0 0,0-1 0,0 0 0,-1-1 0,1 0 0,8-8 0,-5 4 0,-1 0 0,0-1 0,-1-1 0,0 1 0,-1-2 0,0 1 0,-1-2 0,0 1 0,-1-1 0,0 0 0,-1 0 0,0-1 0,-1 0 0,5-23 0,-9 28 0,1 0 0,-2 0 0,1 0 0,-1 0 0,0-1 0,-1 1 0,0 0 0,-1 0 0,-3-13 0,3 18 0,1 0 0,-1 0 0,0 1 0,0 0 0,-1-1 0,1 1 0,0 0 0,-1 0 0,0 0 0,0 0 0,0 0 0,0 1 0,0 0 0,-1-1 0,1 1 0,-1 0 0,1 1 0,-1-1 0,0 0 0,1 1 0,-1 0 0,0 0 0,0 0 0,-4 0 0,-2 0-124,0 1 0,0 0 0,0 0 0,0 1 0,1 0 0,-1 1-1,0 0 1,0 0 0,1 1 0,-14 6 0,7-3-6702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46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409 738 24575,'5'-2'0,"-1"0"0,1 1 0,-1-1 0,0 0 0,0-1 0,0 1 0,0-1 0,0 0 0,-1 0 0,1 0 0,4-6 0,5-2 0,-3 2 0,0 1 0,0 0 0,1 1 0,0 0 0,1 1 0,0 0 0,0 1 0,0 0 0,0 1 0,15-3 0,127-12 0,-136 18 0,-16 1 0,0-1 0,-1 1 0,1 0 0,0-1 0,-1 1 0,1-1 0,0 0 0,-1 1 0,1-1 0,-1 0 0,0 0 0,1 0 0,-1 0 0,0 0 0,1-1 0,-1 1 0,0 0 0,0 0 0,0-1 0,0 1 0,0-1 0,0 1 0,-1-1 0,1 1 0,0-1 0,-1 1 0,1-1 0,-1 0 0,0 1 0,1-3 0,0-8 0,0 1 0,0-1 0,-3-20 0,2-7 0,4 6 0,-2 7 0,1-1 0,2 1 0,1 0 0,17-49 0,-23 73 0,1 1 0,-1-1 0,0 0 0,1 1 0,-1-1 0,0 0 0,0 0 0,-1 1 0,1-1 0,0 0 0,0 1 0,-1-1 0,1 0 0,-1 1 0,0-1 0,1 1 0,-1-1 0,0 1 0,-1-2 0,-23-32 0,14 21 0,3 4 0,-1 0 0,0 0 0,0 1 0,-18-13 0,17 13 0,8 8 0,0-1 0,0 1 0,1-1 0,-1 0 0,0 0 0,1 0 0,-1 0 0,1 0 0,0 0 0,0-1 0,0 1 0,0 0 0,0-1 0,0 1 0,1 0 0,-1-1 0,1 1 0,-1-1 0,1 1 0,0-4 0,0 4 0,1 0 0,-1 0 0,1 0 0,0 0 0,-1 1 0,1-1 0,0 0 0,0 0 0,0 1 0,0-1 0,0 1 0,1-1 0,-1 1 0,0-1 0,1 1 0,-1 0 0,1 0 0,-1 0 0,1 0 0,0 0 0,-1 0 0,1 0 0,0 0 0,0 1 0,0-1 0,-1 0 0,4 1 0,12-3 0,1 1 0,0 0 0,0 2 0,31 3 0,3-1 0,-44-2 0,0 0 0,0 1 0,0 0 0,0 1 0,0-1 0,0 1 0,-1 1 0,1 0 0,-1 0 0,1 0 0,-1 1 0,0 0 0,-1 0 0,1 1 0,-1 0 0,1 0 0,-1 0 0,-1 1 0,1 0 0,8 13 0,-11-14 0,-1 0 0,0 1 0,0-1 0,0 1 0,-1 0 0,0 0 0,0 0 0,0 0 0,-1 0 0,0 0 0,0-1 0,0 1 0,-1 0 0,0 0 0,-2 9 0,2-13 0,0 0 0,0-1 0,0 1 0,-1-1 0,1 1 0,0-1 0,-1 0 0,1 1 0,0-1 0,-1 0 0,0 0 0,1 0 0,-1 0 0,0 0 0,1-1 0,-1 1 0,0 0 0,-2 0 0,2-1 0,0 1 0,0 0 0,0-1 0,0 1 0,0 0 0,0 0 0,0 0 0,1 1 0,-1-1 0,0 0 0,1 1 0,-1-1 0,1 0 0,0 1 0,-1 0 0,0 2 0,-14 25 0,6-10 0,-15 36 0,12 3 0,11-45 0,-1 0 0,0-1 0,-1 1 0,0-1 0,-7 14 0,8-19 0,-1 1 0,1 0 0,1-1 0,0 1 0,0 0 0,0 0 0,0 13 0,2-16 0,0 1 0,0-1 0,0 0 0,0 1 0,1-1 0,0 0 0,0 1 0,1-1 0,-1 0 0,1 0 0,0 0 0,4 6 0,-5-9 0,0-1 0,1 0 0,-1 0 0,0 1 0,1-1 0,-1 0 0,0 0 0,1 0 0,-1-1 0,1 1 0,-1 0 0,1-1 0,0 1 0,-1-1 0,1 1 0,0-1 0,-1 0 0,1 1 0,0-1 0,-1 0 0,1 0 0,3-1 0,-3 1 0,0 0 0,0 0 0,-1 0 0,1 0 0,0 0 0,0 0 0,0 0 0,0 1 0,-1-1 0,1 1 0,0-1 0,-1 1 0,1 0 0,0 0 0,-1 0 0,1 0 0,-1 0 0,1 0 0,-1 0 0,1 0 0,-1 0 0,0 1 0,2 1 0,3 7 0,0 1 0,8 21 0,8 16 0,-10-30 0,-2 0 0,0 1 0,-1 1 0,-1-1 0,8 32 0,-11-28 0,-2-15 0,-1 0 0,0 1 0,-1-1 0,0 1 0,0-1 0,-1 1 0,0-1 0,0 1 0,-1-1 0,-3 13 0,1-10 0,0 0 0,-1-1 0,-1 0 0,0 0 0,-6 10 0,10-19 0,0 0 0,1 0 0,-1 0 0,1 0 0,-1 0 0,1 0 0,-1 0 0,1 0 0,-1 0 0,1 0 0,0 0 0,0 0 0,0 0 0,0 0 0,0 1 0,0-1 0,0 0 0,0 0 0,0 0 0,0 0 0,1 1 0,-1-1 0,1 0 0,-1 0 0,1 0 0,0-1 0,0 1 0,-1 0 0,1-1 0,0 1 0,0 0 0,0-1 0,-1 1 0,1-1 0,0 0 0,0 1 0,0-1 0,0 0 0,0 1 0,2-1 0,2 1 0,0-1 0,0 1 0,0-1 0,0 0 0,0-1 0,0 1 0,0-1 0,5-2 0,7 0 0,1-1 0,0 2 0,-1 1 0,30 0 0,16-1 0,-60 2 0,0 0 0,0 0 0,0-1 0,-1 1 0,1-1 0,0 0 0,-1 1 0,1-1 0,-1-1 0,1 1 0,-1 0 0,1-1 0,-1 1 0,0-1 0,1 1 0,-1-1 0,0 0 0,0 0 0,0 0 0,-1 0 0,1-1 0,2-3 0,-1-2 0,0 1 0,-1-1 0,0 1 0,-1-1 0,1 0 0,-1-13 0,1 7 0,0 1 0,0-1 0,8-20 0,-8 28 0,0 1 0,0-1 0,1 0 0,0 1 0,0 0 0,0 0 0,1 0 0,-1 0 0,1 0 0,6-5 0,-9 10 0,-1-1 0,1 1 0,0-1 0,0 1 0,-1-1 0,1 1 0,0 0 0,0-1 0,0 1 0,0 0 0,0 0 0,-1 0 0,1 0 0,0 0 0,0 0 0,0 0 0,0 0 0,0 0 0,0 0 0,-1 0 0,1 0 0,2 1 0,-1 0 0,0 0 0,1 1 0,-1-1 0,0 1 0,0-1 0,0 1 0,4 3 0,1 4 0,1 0 0,9 16 0,-16-23 0,8 13 0,-1 1 0,-1-1 0,0 1 0,-2 0 0,1 1 0,-2-1 0,0 1 0,-1 0 0,-1 0 0,-1 0 0,0 0 0,-2 21 0,-1-17 0,0 0 0,-1 0 0,-1 0 0,-1 0 0,-1-1 0,-11 25 0,10-27 0,-1 0 0,-14 24 0,18-35 0,-1 0 0,0 0 0,-1 0 0,1-1 0,-1 0 0,0 0 0,-1-1 0,-7 6 0,13-10 0,1-1 0,0 0 0,-1 1 0,1-1 0,0 0 0,-1 0 0,1 0 0,-1 1 0,1-1 0,-1 0 0,1 0 0,0 0 0,-1 0 0,1 0 0,-1 0 0,1 0 0,-1 0 0,1 0 0,-1 0 0,1 0 0,0 0 0,-1 0 0,1 0 0,-1 0 0,1-1 0,0 1 0,-1 0 0,1 0 0,-1-1 0,-6-12 0,5-23 0,2 33 0,-1-33 0,0 15 0,1 0 0,1 0 0,0 0 0,7-28 0,-7 48 0,-1-1 0,0 1 0,1 0 0,-1 0 0,0-1 0,0 1 0,1 0 0,-1-1 0,0 1 0,0 0 0,0-1 0,-1 1 0,1 0 0,0 0 0,0-1 0,-1 1 0,1 0 0,-1 0 0,1-1 0,-1 1 0,1 0 0,-1 0 0,0 0 0,-1-1 0,1 1 0,0 0 0,-1 0 0,1 1 0,-1-1 0,1 1 0,-1-1 0,1 1 0,-1 0 0,1-1 0,-1 1 0,0 0 0,1 0 0,-1 0 0,1 0 0,-1 1 0,0-1 0,1 0 0,-1 0 0,-2 2 0,-8 2 0,1 1 0,-1 1 0,1 0 0,0 0 0,1 1 0,0 1 0,0-1 0,-16 18 0,15-14 0,-1-1 0,0-1 0,0 1 0,0-2 0,-25 13 0,17-13 0,1 0 0,0 2 0,-31 21 0,27-16 0,-38 19 0,-2 2 0,55-32 0,0 0 0,0 0 0,-1-1 0,1 0 0,-14 2 0,-27 10 0,35-8 0,-1-1 0,1-1 0,-17 4 0,24-7 0,0-1 0,0-1 0,0 1 0,0-1 0,0 0 0,1-1 0,-1 0 0,0 0 0,-10-3 0,-59-23 0,60 22 0,12 4 0,1 0 0,0 0 0,-1 0 0,1 1 0,-1-1 0,-6 1 0,8 0 0,0 0 0,1 1 0,-1-1 0,1 1 0,-1-1 0,0 1 0,1 0 0,-1 0 0,1 0 0,0 0 0,-1 0 0,1 0 0,0 0 0,-1 0 0,1 0 0,0 1 0,0-1 0,-1 2 0,-33 52 0,-12 15 0,20-34 0,2 2 0,-22 43 0,33-60 0,-6 11 0,19-30 0,0-1 0,0 1 0,0 0 0,1 0 0,-1 0 0,1-1 0,-1 1 0,1 0 0,-1 0 0,1 0 0,0 0 0,0 0 0,0 0 0,1 2 0,-1-2 0,1-1 0,-1 0 0,1 0 0,0 0 0,-1 0 0,1 0 0,0 0 0,0 0 0,0 0 0,0 0 0,0 0 0,0 0 0,0-1 0,0 1 0,0 0 0,0-1 0,0 1 0,0 0 0,1-1 0,-1 0 0,0 1 0,0-1 0,2 1 0,37 2 0,-16-1 0,-19 0 0,0-1 0,0 1 0,-1 0 0,1 1 0,0-1 0,-1 1 0,1 0 0,-1 0 0,0 0 0,0 1 0,0 0 0,0-1 0,-1 1 0,0 1 0,1-1 0,3 9 0,-5-11 0,-1 0 0,0 1 0,0-1 0,1 0 0,-2 1 0,1-1 0,0 1 0,-1-1 0,1 1 0,-1 0 0,0-1 0,1 1 0,-1-1 0,0 1 0,-1 0 0,1-1 0,0 1 0,-1-1 0,0 1 0,1-1 0,-1 1 0,0-1 0,0 1 0,-1-1 0,1 0 0,0 0 0,-1 0 0,1 1 0,-1-1 0,0-1 0,0 1 0,0 0 0,0 0 0,-4 2 0,-6 3 0,-1-1 0,-1-1 0,1 0 0,-1-1 0,1 0 0,-1-1 0,-22 2 0,-40 11 0,69-14 0,0 0 0,-1 0 0,1-1 0,-1 0 0,1 0 0,-1 0 0,-11-2 0,13 0 0,1 0 0,0 0 0,0-1 0,1 1 0,-1-1 0,0-1 0,0 1 0,1 0 0,0-1 0,-1 0 0,1 0 0,-4-4 0,5 4 0,0 0 0,0 0 0,0 0 0,1 0 0,-1 0 0,1-1 0,0 1 0,-1-1 0,2 0 0,-4-6 0,3 0 0,0 1 0,0-1 0,0-12 0,2 19 0,0 1 0,-1-1 0,1 1 0,-1 0 0,0-1 0,1 1 0,-1 0 0,0 0 0,0 0 0,0 0 0,-1-1 0,1 1 0,-1 1 0,1-1 0,-1 0 0,-2-2 0,-33-21 0,32 22 0,0 0 0,0 0 0,0 0 0,1 0 0,-1-1 0,1 0 0,-6-6 0,10 10 0,0 0 0,0-1 0,0 1 0,0 0 0,0-1 0,-1 1 0,1 0 0,0 0 0,0-1 0,0 1 0,0 0 0,0 0 0,0-1 0,0 1 0,0 0 0,0-1 0,0 1 0,1 0 0,-1 0 0,0-1 0,0 1 0,0 0 0,0 0 0,0-1 0,0 1 0,1 0 0,-1 0 0,0-1 0,0 1 0,0 0 0,1 0 0,-1 0 0,0-1 0,0 1 0,0 0 0,1 0 0,-1 0 0,0 0 0,0 0 0,1-1 0,-1 1 0,0 0 0,1 0 0,-1 0 0,0 0 0,0 0 0,1 0 0,-1 0 0,0 0 0,1 0 0,-1 0 0,0 0 0,1 0 0,18-1 0,-17 1 0,48 1 0,24 0 0,-72-1 0,-1 0 0,1-1 0,-1 1 0,1 0 0,-1 0 0,1-1 0,-1 1 0,1-1 0,-1 1 0,1-1 0,-1 0 0,1 1 0,-1-1 0,0 0 0,1 0 0,-1 0 0,0 0 0,0 0 0,0 0 0,0-1 0,0 1 0,0 0 0,0 0 0,0-1 0,0 1 0,-1-1 0,1 1 0,0 0 0,-1-1 0,1 1 0,-1-1 0,0 0 0,0 1 0,1-1 0,-1 1 0,0-1 0,0 1 0,0-1 0,-1 0 0,1 1 0,-1-4 0,-2-6 0,0 0 0,0 0 0,-1 0 0,-9-16 0,10 19 0,-17-42 0,15 36 0,0 1 0,-1-1 0,-1 1 0,0 0 0,-14-20 0,18 30 0,1 1 0,0-1 0,0 0 0,1 0 0,-1 1 0,0-1 0,1-1 0,0 1 0,0 0 0,0 0 0,0 0 0,0 0 0,1-1 0,-1 1 0,1 0 0,0-1 0,0 1 0,1-6 0,0 4 0,1-1 0,-1 1 0,1 1 0,1-1 0,-1 0 0,1 0 0,-1 1 0,1-1 0,1 1 0,5-7 0,8-4 0,0 0 0,1 1 0,1 0 0,25-13 0,-31 19 0,0-1 0,0 0 0,-1-1 0,0 0 0,11-14 0,-22 23 0,0-1 0,0 1 0,-1-1 0,1 1 0,0-1 0,-1 1 0,1-1 0,-1 0 0,1 1 0,-1-1 0,0 0 0,0 0 0,1 1 0,-1-1 0,-1 0 0,1 1 0,0-1 0,0 0 0,-1 0 0,1 1 0,-1-1 0,1 1 0,-1-1 0,0 0 0,-1-2 0,-3-5 0,-1 0 0,0 1 0,-9-11 0,-1-1 0,12 13 0,-1-1 0,1 0 0,0 1 0,1-1 0,0-1 0,0 1 0,1 0 0,-2-14 0,1-2 0,3-43 0,0 55 0,0-14 0,0-1 0,1 1 0,1 0 0,10-47 0,-10 66 0,0-1 0,1 1 0,-1 0 0,2 1 0,-1-1 0,1 0 0,0 1 0,0 0 0,0 0 0,1 0 0,0 0 0,0 1 0,1 0 0,-1 0 0,1 0 0,0 1 0,0 0 0,9-4 0,39-16-1365,-42 20-5461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49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24575,'3'3'0,"3"3"0,5 5 0,2 2 0,0 6 0,0 4 0,1 5 0,1 6 0,1 6 0,3 8 0,1 4 0,1 6 0,2 0 0,0 0 0,-1-1 0,-3-11-8191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49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1100 24575,'-26'-51'0,"-95"-206"0,91 185 0,-33-120 0,55 165 0,2-1 0,2 0 0,0 0 0,2 0 0,1 0 0,1 0 0,4-31 0,-2 45 0,1 1 0,0 0 0,1 0 0,0 1 0,1-1 0,0 1 0,1 0 0,0 0 0,1 0 0,0 1 0,1 0 0,1 1 0,-1 0 0,1 0 0,1 1 0,21-16 0,-19 16 0,0 2 0,0 0 0,1 0 0,0 2 0,0-1 0,1 2 0,-1-1 0,1 2 0,0 0 0,0 1 0,18-1 0,-24 2 0,1 1 0,0 1 0,0 0 0,0 0 0,-1 0 0,1 1 0,-1 1 0,1-1 0,-1 2 0,0-1 0,0 1 0,0 0 0,-1 0 0,1 1 0,-1 0 0,0 1 0,0-1 0,-1 1 0,8 9 0,-6-3 0,0 0 0,0 0 0,-2 1 0,1 0 0,-2 0 0,1 1 0,-2 0 0,0 0 0,-1 0 0,0 0 0,-1 0 0,1 20 0,-2 5 0,-2 0 0,-1 0 0,-11 54 0,2-38 114,-2 0 0,-39 102 0,39-126-358,-2 0 0,-1-1 0,-1-1 0,-1-1 1,-1 0-1,-28 29 0,20-30-6582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49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60 24575,'0'-3'0,"0"1"0,0-1 0,-1 1 0,1-1 0,-1 1 0,1 0 0,-1-1 0,0 1 0,0 0 0,0-1 0,-1 1 0,1 0 0,0 0 0,-1 0 0,1 0 0,-1 0 0,0 0 0,0 1 0,1-1 0,-1 1 0,0-1 0,-1 1 0,1 0 0,0-1 0,-3 0 0,2 1 0,0 0 0,0 0 0,0 0 0,0 0 0,0 1 0,0-1 0,0 1 0,0 0 0,0 0 0,0 0 0,0 0 0,0 1 0,0-1 0,0 1 0,0-1 0,0 1 0,0 0 0,1 0 0,-1 1 0,-3 1 0,-6 6 0,0 0 0,2 1 0,-1 0 0,1 1 0,1 0 0,0 1 0,0 0 0,1 0 0,1 1 0,0 0 0,0 0 0,2 0 0,-1 1 0,2 0 0,-4 19 0,7-29 0,1 0 0,0 0 0,0 0 0,0 0 0,1 0 0,-1 0 0,1 0 0,0 0 0,0 0 0,1 0 0,-1 0 0,1 0 0,0-1 0,0 1 0,0-1 0,0 1 0,0-1 0,1 0 0,0 0 0,-1 0 0,1 0 0,6 4 0,-6-5 0,-1-1 0,1 1 0,0-1 0,-1 0 0,1 0 0,0 0 0,0 0 0,0 0 0,0 0 0,0-1 0,0 1 0,0-1 0,0 0 0,0 0 0,0 0 0,0-1 0,0 1 0,0-1 0,0 1 0,0-1 0,0 0 0,-1 0 0,1 0 0,0-1 0,0 1 0,-1-1 0,1 1 0,-1-1 0,0 0 0,1 0 0,2-3 0,0 0 0,0-1 0,-1 1 0,0-1 0,0 0 0,0 0 0,0 0 0,-1-1 0,0 1 0,-1-1 0,0 1 0,3-13 0,-1-3 0,-1-1 0,-1-30 0,-1 32 0,0 0 0,6-31 0,-7 52 0,0 0 0,0 0 0,0 0 0,0-1 0,0 1 0,0 0 0,0 0 0,0 0 0,0-1 0,0 1 0,0 0 0,0 0 0,0 0 0,0 0 0,0-1 0,0 1 0,0 0 0,0 0 0,0 0 0,0-1 0,0 1 0,1 0 0,-1 0 0,0 0 0,0 0 0,0 0 0,0-1 0,0 1 0,0 0 0,1 0 0,-1 0 0,0 0 0,0 0 0,0 0 0,1 0 0,-1 0 0,0-1 0,0 1 0,0 0 0,0 0 0,1 0 0,-1 0 0,0 0 0,0 0 0,0 0 0,1 0 0,-1 0 0,0 0 0,7 11 0,3 19 0,-4-7 94,28 89-1553,-22-80-5367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0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9 149 24575,'-8'-10'0,"16"15"0,17 15 0,-7-3 0,-1 0 0,-1 0 0,-1 2 0,0 0 0,-1 0 0,-2 2 0,19 37 0,-30-56 0,-1 0 0,1 1 0,0-1 0,-1 0 0,1 1 0,-1-1 0,0 1 0,0-1 0,0 0 0,0 5 0,-1-7 0,1 0 0,0 0 0,0 0 0,0 1 0,0-1 0,0 0 0,0 0 0,0 0 0,0 1 0,0-1 0,0 0 0,-1 0 0,1 0 0,0 0 0,0 1 0,0-1 0,0 0 0,0 0 0,-1 0 0,1 0 0,0 0 0,0 0 0,0 1 0,-1-1 0,1 0 0,0 0 0,0 0 0,0 0 0,-1 0 0,1 0 0,0 0 0,0 0 0,-1 0 0,1 0 0,0 0 0,0 0 0,0 0 0,-1 0 0,-13-12 0,9 4 0,-1 0 0,1-1 0,1 0 0,0 0 0,0 0 0,1 0 0,0 0 0,0-1 0,1 1 0,-1-14 0,1 1 0,0 0 0,2 0 0,3-35 0,-2 47-114,1 0 1,-1 0-1,2 0 0,-1 1 0,2-1 1,-1 1-1,1 0 0,0 0 0,1 0 1,0 0-1,8-9 0,2 3-6712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0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153 105 24575,'1'0'0,"0"-1"0,1 1 0,-1 0 0,0-1 0,0 0 0,0 1 0,0-1 0,0 0 0,0 1 0,0-1 0,0 0 0,0 0 0,0 0 0,0 0 0,-1 0 0,1 0 0,0 0 0,-1 0 0,1 0 0,0 0 0,0-3 0,8-24 0,-9 26 0,1 0 0,-1 1 0,0-1 0,0 0 0,0 0 0,0 1 0,-1-1 0,1 0 0,0 0 0,-1 1 0,1-1 0,-1 0 0,0 1 0,1-1 0,-1 1 0,0-1 0,0 1 0,0-1 0,0 1 0,0-1 0,-1 1 0,-1-2 0,1 1 0,-1 0 0,0 1 0,0-1 0,0 0 0,-1 1 0,1 0 0,0 0 0,0 0 0,-1 0 0,1 0 0,-5 0 0,4 1 0,-1-1 0,0 1 0,1 0 0,-1 0 0,0 0 0,1 1 0,-1 0 0,1 0 0,-1 0 0,1 0 0,-1 1 0,1-1 0,0 1 0,-1 0 0,1 1 0,0-1 0,-6 5 0,6-1 0,0 0 0,0 1 0,1-1 0,-1 1 0,2 0 0,-1-1 0,1 1 0,-3 11 0,2-1 0,0 0 0,0 26 0,3-36 0,0 0 0,1 0 0,0-1 0,0 1 0,1 0 0,0-1 0,0 1 0,0-1 0,1 0 0,0 1 0,0-1 0,8 10 0,-9-14 0,-1 0 0,1 0 0,-1 0 0,1 0 0,0-1 0,0 1 0,0 0 0,0-1 0,0 0 0,0 0 0,0 1 0,0-1 0,1 0 0,-1-1 0,0 1 0,1 0 0,-1-1 0,0 1 0,1-1 0,-1 0 0,1 0 0,-1 0 0,1 0 0,-1 0 0,1 0 0,-1-1 0,0 1 0,1-1 0,-1 0 0,0 0 0,1 0 0,-1 0 0,0 0 0,0 0 0,0 0 0,0-1 0,0 1 0,2-3 0,3-2 0,0 0 0,-1-1 0,0 1 0,0-2 0,0 1 0,-1 0 0,0-1 0,-1 0 0,7-16 0,0-6 0,11-45 0,-19 59 0,5-5 0,-2 17 0,0 13 0,30 135-1365,-29-122-5461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1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207 103 24575,'0'-8'0,"0"0"0,0-1 0,-1 1 0,-1 0 0,0 0 0,-4-13 0,6 19 0,-1 0 0,0 0 0,0 0 0,0 0 0,0 1 0,0-1 0,0 0 0,0 1 0,-1-1 0,1 1 0,-1-1 0,1 1 0,-1 0 0,1 0 0,-1-1 0,0 1 0,0 0 0,1 1 0,-1-1 0,0 0 0,0 0 0,0 1 0,0-1 0,0 1 0,0 0 0,0-1 0,0 1 0,0 0 0,0 0 0,0 0 0,0 1 0,-4 0 0,-2 1 0,0 1 0,-1 0 0,1 0 0,0 1 0,1 0 0,-1 0 0,1 1 0,0 0 0,-12 11 0,15-13 0,-1 2 0,1-1 0,0 0 0,0 1 0,0 0 0,1 0 0,-1 0 0,1 0 0,1 0 0,-1 1 0,1-1 0,0 1 0,0 0 0,0 0 0,0 6 0,2-7 0,0 0 0,1 0 0,0 0 0,-1 0 0,2 0 0,-1 0 0,1 0 0,-1 0 0,1 0 0,1-1 0,-1 1 0,1-1 0,0 1 0,0-1 0,0 0 0,0 0 0,1 0 0,-1-1 0,1 1 0,0-1 0,0 0 0,7 4 0,9 5 0,2 0 0,0-1 0,33 11 0,-32-13 0,-16-6 0,0 0 0,-1 0 0,1 1 0,0 0 0,-1 0 0,0 1 0,0-1 0,7 9 0,-11-11 0,-1-1 0,0 1 0,0-1 0,0 1 0,0-1 0,0 1 0,-1 0 0,1 0 0,0-1 0,-1 1 0,1 0 0,-1 0 0,0 0 0,1 0 0,-1-1 0,0 3 0,-1-1 0,1-1 0,-1 0 0,0 0 0,1 0 0,-1 0 0,0 0 0,0 0 0,-1 0 0,1 0 0,0-1 0,-1 1 0,1 0 0,0-1 0,-1 1 0,0-1 0,1 1 0,-3 0 0,-2 2-136,-1 0-1,1-1 1,-1 1-1,1-1 1,-1-1-1,0 0 1,0 0-1,0 0 0,-12 1 1,2-1-6690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1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24575,'3'0'0,"1"3"0,2 1 0,1 3 0,-1 3 0,1 2 0,0 6 0,1 2 0,-1 4 0,0 3 0,0 0 0,-1-1 0,-1-3 0,-2-2 0,-1-1 0,-1-5-8191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1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24575,'2'0'0,"1"0"0,-1 1 0,0-1 0,0 1 0,0 0 0,0 0 0,0 0 0,0 0 0,0 0 0,0 0 0,0 0 0,-1 0 0,1 1 0,0-1 0,-1 1 0,1-1 0,-1 1 0,2 3 0,24 38 0,-22-33 0,116 251 0,-98-200 0,-4 1 0,18 92 0,-33-125-1365,-2-6-5461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2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1 353 24575,'136'-56'0,"-121"49"0,16-7 0,-1-2 0,53-36 0,-77 48 0,1-1 0,-1 0 0,0-1 0,0 0 0,-1 1 0,1-2 0,-1 1 0,-1-1 0,1 0 0,-1 0 0,-1 0 0,1 0 0,-1-1 0,0 1 0,-1-1 0,1 0 0,1-14 0,-4 18 0,0 1 0,0-1 0,0 1 0,-1-1 0,1 1 0,-1-1 0,0 1 0,0 0 0,0-1 0,0 1 0,-1 0 0,1 0 0,-1 0 0,0 0 0,0 0 0,0 0 0,-4-4 0,4 6 0,1-1 0,-1 1 0,0 0 0,1 0 0,-1 0 0,0 0 0,0 0 0,1 1 0,-1-1 0,0 0 0,0 1 0,0-1 0,0 1 0,0 0 0,0 0 0,0 0 0,0 0 0,0 0 0,0 0 0,0 0 0,0 1 0,0-1 0,0 1 0,0-1 0,0 1 0,0 0 0,0 0 0,1 0 0,-1 0 0,0 0 0,-2 2 0,-2 2 0,1 0 0,0 0 0,0 0 0,1 1 0,-1-1 0,1 1 0,0 0 0,1 1 0,-1-1 0,1 1 0,1-1 0,-1 1 0,1 0 0,-2 12 0,1-5 0,1 1 0,1-1 0,0 0 0,1 1 0,0-1 0,4 21 0,-2-23 0,1 0 0,0-1 0,1 1 0,0-1 0,1 0 0,0 0 0,1 0 0,0-1 0,1 0 0,0 0 0,0-1 0,18 17 0,-19-20 0,0-1 0,1 0 0,0 0 0,0-1 0,0 1 0,0-2 0,1 1 0,0-1 0,-1 0 0,1-1 0,0 1 0,0-2 0,1 1 0,-1-1 0,0 0 0,0-1 0,1 0 0,-1 0 0,14-3 0,-16 2-195,0-1 0,0 0 0,0 0 0,0-1 0,0 1 0,5-4 0,7-6-6631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4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78 24575,'-3'-4'0,"0"0"0,0 0 0,0 0 0,1-1 0,0 1 0,-3-7 0,4 10 0,0-1 0,1 0 0,-1 0 0,1 0 0,-1 0 0,1 1 0,0-1 0,-1 0 0,1 0 0,0 0 0,0 0 0,0 0 0,1 0 0,-1 0 0,0 0 0,1 0 0,-1 0 0,2-1 0,-2 2 0,1 1 0,-1-1 0,0 1 0,1 0 0,-1-1 0,1 1 0,-1 0 0,1 0 0,-1-1 0,1 1 0,0 0 0,-1 0 0,1 0 0,-1-1 0,1 1 0,-1 0 0,1 0 0,0 0 0,-1 0 0,1 0 0,-1 0 0,1 0 0,-1 1 0,1-1 0,0 0 0,-1 0 0,1 0 0,-1 1 0,1-1 0,-1 0 0,1 0 0,-1 1 0,1-1 0,-1 0 0,1 1 0,-1-1 0,1 1 0,19 17 0,-20-17 0,26 29 0,40 61 0,-1 0 0,3-13 0,4-3 0,3-4 0,2-3 0,101 68 0,-125-100 0,2-3 0,0-2 0,3-3 0,0-2 0,1-3 0,70 17 0,-14-10 0,2-6 0,0-4 0,1-6 0,152-1 0,-163-13 0,545 9 0,-539-5 0,0-5 0,172-23 0,-172 7 0,193-31 0,-6-24 0,-169 23 0,-78 27 0,62-16 0,186-26 0,-230 54 0,0 3 0,94 3 0,-80 11 0,93 20 0,-87-12 0,556 121 0,-259-8 0,-381-124 0,1-1 0,-1 2 0,0-1 0,-1 1 0,1 0 0,-1 0 0,0 0 0,0 1 0,0 0 0,-1 0 0,0 1 0,5 8 0,20 23 0,-28-38 336,-3-4-1472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4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24575,'1'5'0,"0"-1"0,1 0 0,-1 1 0,1-1 0,0 0 0,0 0 0,1 0 0,4 6 0,2 3 0,12 22 0,33 61 0,-52-92 0,0 0 0,-1 0 0,1 0 0,-1 0 0,0 0 0,0 0 0,0 0 0,-1 1 0,1-1 0,-1 0 0,0 0 0,0 1 0,-1-1 0,0 5 0,0-5 0,-1-1 0,1 0 0,-1 1 0,0-1 0,1 0 0,-2 0 0,1 0 0,0 0 0,0-1 0,-1 1 0,0 0 0,1-1 0,-1 0 0,0 0 0,0 0 0,-6 3 0,-43 20-1365,36-19-5461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6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87 114 24575,'2'-2'0,"1"0"0,-1 0 0,1 0 0,-1 1 0,1-1 0,0 1 0,6-3 0,-9 4 0,0 0 0,0 0 0,0 0 0,0 0 0,0 0 0,0 0 0,0 0 0,0 0 0,0-1 0,0 1 0,0 0 0,1 0 0,-1 0 0,0 0 0,0 0 0,0 0 0,0 0 0,0 0 0,0 0 0,0 0 0,0 0 0,1 0 0,-1 0 0,0 0 0,0 0 0,0 0 0,0 0 0,0 0 0,0 0 0,0 0 0,0 0 0,1 0 0,-1 0 0,0 0 0,0 0 0,0 0 0,0 0 0,0 0 0,0 1 0,0-1 0,0 0 0,0 0 0,1 0 0,-1 0 0,0 0 0,0 0 0,0 0 0,0 0 0,0 0 0,0 0 0,0 1 0,0-1 0,0 0 0,0 0 0,0 0 0,0 0 0,0 0 0,0 0 0,0 0 0,0 0 0,0 1 0,-13 11 0,-1-3 0,1 2 0,1 0 0,-16 16 0,24-22 0,0 0 0,0 0 0,1 0 0,0 1 0,-1-1 0,2 1 0,-1-1 0,1 1 0,0 0 0,0 0 0,0 0 0,0 7 0,2-11 0,0 0 0,0 0 0,1 0 0,-1 0 0,0-1 0,1 1 0,0 0 0,-1 0 0,1-1 0,0 1 0,0 0 0,0-1 0,0 1 0,0-1 0,0 1 0,0-1 0,1 1 0,-1-1 0,0 0 0,1 0 0,-1 0 0,1 0 0,0 0 0,-1 0 0,1 0 0,0 0 0,-1 0 0,1-1 0,0 1 0,0-1 0,2 1 0,4 1 0,-1-1 0,1 0 0,0 0 0,-1 0 0,1-1 0,11-1 0,-12 0 0,0 0 0,0-1 0,0 0 0,-1 0 0,1-1 0,-1 0 0,9-4 0,-14 6 0,0 1 0,1-1 0,-1 0 0,0 1 0,0-1 0,0 0 0,0 0 0,0 0 0,0 0 0,-1 0 0,1 0 0,0 0 0,0 0 0,-1 0 0,1 0 0,0 0 0,-1 0 0,1 0 0,-1-1 0,1 1 0,-1 0 0,0 0 0,0-1 0,0 1 0,1 0 0,-1-1 0,0 1 0,0 0 0,-1 0 0,1-1 0,0 1 0,0 0 0,-1 0 0,1-1 0,-1 1 0,1 0 0,-1 0 0,1 0 0,-1 0 0,0-1 0,1 1 0,-1 0 0,0 0 0,0 0 0,0 1 0,-1-2 0,0-1 0,-1 1 0,1 0 0,-1 0 0,1 0 0,-1 1 0,0-1 0,0 1 0,0-1 0,1 1 0,-1 0 0,0 0 0,-1 0 0,1 1 0,0-1 0,0 1 0,0 0 0,0-1 0,0 2 0,-1-1 0,1 0 0,-6 2 0,7-2 0,0 1 0,1-1 0,-1 1 0,0 0 0,0 0 0,1 0 0,-1 0 0,1 0 0,-1 0 0,1 1 0,-1-1 0,1 0 0,0 1 0,0-1 0,-1 1 0,1-1 0,0 1 0,0 0 0,1-1 0,-1 1 0,0 0 0,0 0 0,1-1 0,-1 1 0,1 0 0,0 0 0,0 0 0,-1 0 0,1 0 0,0 0 0,1-1 0,-1 1 0,0 0 0,0 0 0,1 0 0,1 3 0,13 29 0,-12-30 0,-1 1 0,0-1 0,1 1 0,-2 0 0,4 9 0,-5-13 0,0-1 0,0 0 0,0 1 0,0-1 0,1 0 0,-1 1 0,0-1 0,0 0 0,0 1 0,0-1 0,0 1 0,0-1 0,0 0 0,0 1 0,0-1 0,0 0 0,-1 1 0,1-1 0,0 1 0,0-1 0,0 0 0,0 1 0,0-1 0,-1 0 0,1 0 0,0 1 0,0-1 0,-1 0 0,1 1 0,0-1 0,0 0 0,-1 0 0,1 1 0,0-1 0,-1 0 0,1 0 0,-1 0 0,-14-5 0,-12-17 0,25 20 0,0 0 0,1-1 0,-1 1 0,1-1 0,0 1 0,0-1 0,0 1 0,0-1 0,0 1 0,1-1 0,-1 0 0,1 0 0,-1 1 0,1-1 0,0-5 0,1 3 0,0 0 0,0 1 0,0-1 0,1 0 0,-1 0 0,1 1 0,0-1 0,4-5 0,2-1 0,0 0 0,0 0 0,1 1 0,1 0 0,15-13 0,-21 20 0,0-1 0,0 1 0,0 1 0,0-1 0,1 1 0,-1-1 0,1 1 0,0 1 0,-1-1 0,11-1 0,-14 2 0,1 1 0,-1 0 0,0 0 0,1 0 0,-1 1 0,1-1 0,-1 0 0,0 0 0,1 1 0,-1-1 0,0 1 0,1-1 0,-1 1 0,0 0 0,1-1 0,-1 1 0,1 1 0,0 0 0,-1-1 0,0 1 0,1 0 0,-1 0 0,0 0 0,0-1 0,0 1 0,0 0 0,-1 0 0,1 1 0,0-1 0,-1 0 0,1 0 0,-1 3 0,1 7 0,-1 1 0,-1-1 0,0 0 0,0 0 0,-2 0 0,1 0 0,-1 0 0,-1-1 0,-7 16 0,11-26 0,0-1 0,0 1 0,0-1 0,0 1 0,-1-1 0,1 1 0,0-1 0,0 1 0,-1-1 0,1 1 0,0-1 0,-1 1 0,1-1 0,-1 0 0,1 1 0,-1-1 0,1 1 0,0-1 0,-1 0 0,1 0 0,-1 1 0,1-1 0,-1 0 0,0 0 0,1 0 0,-1 1 0,1-1 0,-1 0 0,1 0 0,-1 0 0,1 0 0,-1 0 0,0 0 0,1 0 0,-1 0 0,1 0 0,-1-1 0,1 1 0,-1 0 0,1 0 0,-1 0 0,1-1 0,-1 1 0,1 0 0,-1 0 0,1-1 0,-1 1 0,1 0 0,-1-1 0,1 1 0,0-1 0,-1 1 0,1-1 0,0 1 0,-1-1 0,1 1 0,-1-1 0,0 0 0,1-1 0,-1 1 0,0 0 0,0-1 0,0 1 0,1-1 0,-1 1 0,1-1 0,-1 1 0,1-1 0,-1 1 0,1-1 0,0 0 0,0 1 0,0-1 0,0 1 0,0-1 0,0 0 0,0 1 0,1-3 0,1 1 0,0 1 0,0-1 0,0 1 0,0-1 0,1 1 0,-1 0 0,0 0 0,1 0 0,0 0 0,-1 1 0,1-1 0,4-1 0,42-15 0,-23 9 0,33-14 0,-15 7 0,0-2 0,75-44 0,-105 48 0,-14 14 0,1 0 0,-1 0 0,1-1 0,-1 1 0,0 0 0,1-1 0,-1 1 0,0 0 0,1-1 0,-1 1 0,0-1 0,1 1 0,-1-1 0,0 1 0,0-1 0,0 1 0,1-1 0,-1 1 0,0-1 0,0 1 0,0-1 0,0 1 0,0-1 0,0 1 0,0-1 0,0 1 0,0-1 0,0 1 0,0-1 0,-1 1 0,0 0 0,0 0 0,0 1 0,1-1 0,-1 0 0,0 1 0,1-1 0,-1 0 0,0 1 0,1-1 0,-1 1 0,1-1 0,-1 1 0,0-1 0,1 1 0,-1 0 0,1-1 0,0 1 0,-1 0 0,1-1 0,-1 1 0,1 0 0,-1 1 0,-8 17 0,8-17 0,0 0 0,1 0 0,-1 0 0,0 0 0,1 0 0,0 0 0,-1 0 0,1 1 0,0-1 0,0 0 0,0 0 0,0 0 0,0 0 0,1 0 0,-1 0 0,1 0 0,-1 0 0,1 0 0,0 0 0,0 0 0,0 0 0,0 0 0,0 0 0,0-1 0,1 1 0,-1 0 0,0-1 0,1 1 0,-1-1 0,1 0 0,0 1 0,2 0 0,-2 0 0,1-1 0,-1 0 0,1-1 0,-1 1 0,1 0 0,-1-1 0,1 0 0,0 1 0,-1-1 0,1 0 0,0 0 0,-1-1 0,1 1 0,0 0 0,-1-1 0,1 0 0,-1 1 0,1-1 0,-1 0 0,1 0 0,-1-1 0,0 1 0,1 0 0,-1-1 0,3-2 0,-1 0 0,-1 1 0,1-1 0,-1 1 0,0-1 0,0 0 0,-1 0 0,1-1 0,-1 1 0,0 0 0,0-1 0,0 1 0,-1-1 0,0 0 0,1-6 0,-1 8 0,-1-1 0,1 1 0,-1 0 0,-1-1 0,1 1 0,0-1 0,-1 1 0,1 0 0,-1 0 0,0-1 0,0 1 0,0 0 0,-1 0 0,1 0 0,-1 0 0,0 0 0,0 0 0,0 0 0,0 1 0,0-1 0,-4-2 0,6 4 8,-1 0 0,1 1 0,-1-1 0,0 1 0,1-1 1,-1 1-1,1 0 0,-1-1 0,0 1 0,1-1 0,-1 1 0,0 0 0,0 0 0,1-1 0,-1 1 0,0 0 0,0 0 0,1 0 0,-1 0 0,0 0 0,0 0 0,1 0 0,-1 0 0,0 0 0,0 0 0,1 1 1,-1-1-1,0 0 0,0 0 0,1 1 0,-1-1 0,0 0 0,1 1 0,-1-1 0,0 1 0,1-1 0,-1 1 0,1-1 0,-1 1 0,1-1 0,-1 2 0,-2 1-218,1 1-1,0 0 0,0 0 1,0 0-1,-2 7 0,3-8-228,-4 12-6387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7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24575,'1'3'0,"0"1"0,0-1 0,1 1 0,0-1 0,0 0 0,-1 0 0,2 0 0,-1 0 0,0 0 0,1 0 0,3 3 0,3 4 0,22 33 0,-3 1 0,36 75 0,-58-107 0,-11-15 0,-15-11 0,18 13 0,0 0 0,1 1 0,-1-1 0,0 1 0,1 0 0,-1 0 0,0-1 0,0 1 0,1 0 0,-1 1 0,0-1 0,1 0 0,-1 0 0,0 1 0,1-1 0,-1 1 0,0-1 0,1 1 0,-1 0 0,-2 1 0,1 0 0,1 0 0,0 0 0,0 0 0,0 1 0,0-1 0,0 0 0,0 1 0,1 0 0,-1-1 0,1 1 0,-2 3 0,1-1 0,1 0 0,-1 0 0,1 0 0,0 0 0,0 0 0,0 0 0,1 0 0,0 0 0,0 0 0,0 0 0,0 0 0,1 0 0,0 0 0,2 6 0,-2-9 0,0 0 0,1 0 0,0 0 0,-1 0 0,1-1 0,0 1 0,0 0 0,0-1 0,0 1 0,0-1 0,0 0 0,0 0 0,0 0 0,0 0 0,1 0 0,-1 0 0,0-1 0,4 2 0,-4-2 0,0 1 0,-1-1 0,1 0 0,0 1 0,1-1 0,-1 0 0,0 0 0,0 0 0,0-1 0,0 1 0,0 0 0,0-1 0,-1 1 0,1-1 0,0 0 0,0 0 0,0 1 0,0-1 0,-1 0 0,1-1 0,0 1 0,1-2 0,-2 3 0,-1-1 0,1 0 0,-1 0 0,1 0 0,-1 1 0,0-1 0,1 0 0,-1 0 0,0 0 0,0 0 0,0 0 0,1 0 0,-1 0 0,0 0 0,0 0 0,0 1 0,-1-1 0,1 0 0,0 0 0,0 0 0,0 0 0,-1 0 0,1 0 0,0 0 0,-1 0 0,1 1 0,-1-1 0,1 0 0,-1 0 0,1 1 0,-1-1 0,0 0 0,1 1 0,-1-1 0,0 0 0,1 1 0,-1-1 0,0 1 0,0-1 0,0 1 0,0 0 0,1-1 0,-3 1 0,3-1 0,-1 0 0,0 1 0,0-1 0,0 1 0,0-1 0,1 1 0,-1 0 0,0-1 0,0 1 0,0 0 0,0 0 0,0-1 0,0 1 0,0 0 0,0 0 0,0 0 0,0 0 0,0 0 0,0 1 0,0-1 0,0 0 0,0 0 0,0 1 0,0-1 0,1 0 0,-1 1 0,0-1 0,0 1 0,0-1 0,0 1 0,1-1 0,-1 1 0,0 0 0,1 0 0,-1-1 0,0 1 0,0 1 0,1-1 0,0-1 0,-1 0 0,1 1 0,0-1 0,0 1 0,0-1 0,0 1 0,0-1 0,0 0 0,0 1 0,1-1 0,-1 1 0,0-1 0,0 0 0,0 1 0,0-1 0,0 1 0,1-1 0,-1 0 0,0 1 0,0-1 0,1 0 0,-1 1 0,0-1 0,0 0 0,1 1 0,-1-1 0,0 0 0,1 0 0,-1 1 0,1-1 0,-1 0 0,0 0 0,1 0 0,-1 0 0,0 0 0,1 1 0,-1-1 0,1 0 0,-1 0 0,1 0 0,-1 0 0,0 0 0,1 0 0,-1 0 0,1 0 0,-1 0 0,0-1 0,1 1 0,-1 0 0,1 0 0,-1 0 0,0 0 0,1-1 0,-1 1 0,1 0 0,1-1 0,1 0 0,-1 1 0,0-1 0,1 0 0,-1 0 0,0 0 0,0-1 0,4-2 0,2-8-1365,-2-1-5461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8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429 35 24575,'-118'5'0,"-121"21"0,238-26 0,1 0 0,-1 1 0,0-1 0,0 0 0,0 0 0,0 0 0,0 0 0,1 0 0,-1 0 0,0 0 0,0 0 0,0 0 0,0 0 0,1 0 0,-1 0 0,0-1 0,0 1 0,0 0 0,1-1 0,-1 1 0,0 0 0,0-1 0,0 0 0,1 0 0,0 0 0,0 0 0,0 0 0,0 0 0,0 0 0,0 0 0,0 0 0,1 1 0,-1-1 0,0 0 0,1 0 0,-1 0 0,1 0 0,0-1 0,0 1 0,0 0 0,-1 0 0,1 0 0,0-1 0,-1 1 0,1 0 0,-1-1 0,1 1 0,-1 0 0,0-1 0,0 1 0,1 0 0,-1-1 0,0 1 0,0 0 0,0-1 0,-1 1 0,1-1 0,0 1 0,0 0 0,-1-1 0,1 1 0,-1 0 0,0-3 0,0 3 0,1 0 0,-1 1 0,1-1 0,-1 0 0,0 0 0,1 0 0,-1 1 0,0-1 0,0 0 0,1 1 0,-1-1 0,0 1 0,0-1 0,0 1 0,0-1 0,0 1 0,0 0 0,0-1 0,0 1 0,0 0 0,0 0 0,0 0 0,0-1 0,0 1 0,0 0 0,0 0 0,0 1 0,0-1 0,0 0 0,0 0 0,0 0 0,0 1 0,1-1 0,-1 0 0,0 1 0,0-1 0,0 1 0,0-1 0,0 1 0,0 0 0,1-1 0,-2 2 0,0 0 0,0 1 0,0-1 0,0 1 0,0-1 0,1 1 0,-1 0 0,1 0 0,0-1 0,0 1 0,0 0 0,0 0 0,0 6 0,0-1 0,1 1 0,0-1 0,0 1 0,1-1 0,3 15 0,-3-20 0,-1 0 0,1 0 0,0 0 0,0 0 0,0 0 0,1 0 0,-1 0 0,1-1 0,-1 1 0,1-1 0,0 1 0,0-1 0,0 0 0,0 1 0,1-1 0,-1 0 0,1 0 0,-1-1 0,3 2 0,-4-2 0,0-1 0,-1 0 0,1 1 0,0-1 0,-1 0 0,1 0 0,0 0 0,-1 0 0,1 0 0,0 1 0,-1-1 0,1 0 0,0-1 0,-1 1 0,1 0 0,0 0 0,0 0 0,-1 0 0,1 0 0,0-1 0,-1 1 0,1 0 0,-1-1 0,1 1 0,0 0 0,-1-1 0,1 1 0,-1-1 0,1 0 0,0 0 0,0-1 0,0 0 0,0 0 0,0 1 0,0-1 0,0 0 0,-1 0 0,1 0 0,-1 0 0,1-3 0,0-1 0,-1 0 0,1 0 0,-1 0 0,0 1 0,-1-1 0,-1-9 0,1 14 12,1-1-1,-1 0 0,0 0 1,1 1-1,-1-1 1,0 1-1,0-1 0,0 1 1,0-1-1,0 1 0,0-1 1,-1 1-1,1 0 1,-3-2-1,3 2-3,0 1 1,0-1 0,0 1-1,0-1 1,0 1-1,0 0 1,0 0-1,0-1 1,0 1-1,0 0 1,0 0-1,0 0 1,0 0-1,0 0 1,0 0-1,0 1 1,0-1 0,0 0-1,-1 1 1,0 0-68,1 0 0,-1 0 0,1 0 0,-1 0 0,1 0 0,-1 0 1,1 0-1,0 1 0,0-1 0,0 1 0,0-1 0,0 1 1,0-1-1,0 1 0,0-1 0,0 1 0,1 0 0,-1-1 0,1 1 1,-1 0-1,1 0 0,0 0 0,0-1 0,0 1 0,0 0 1,0 0-1,0 0 0,0 1 0,2 9-6767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4:58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68 431 24575,'1'0'0,"1"-1"0,0 1 0,-1-1 0,1 1 0,-1-1 0,1 0 0,-1 0 0,1 0 0,-1 0 0,1 0 0,-1 0 0,0 0 0,0 0 0,1 0 0,-1-1 0,0 1 0,1-3 0,17-26 0,-19 29 0,7-14 0,0-1 0,-1 1 0,-1-2 0,0 1 0,-2 0 0,4-28 0,-5 11 0,0 1 0,-6-49 0,4 80 0,0-1 0,0 1 0,0-1 0,0 1 0,-1-1 0,1 1 0,-1-1 0,1 1 0,-1-1 0,1 1 0,-1 0 0,0-1 0,1 1 0,-1 0 0,0 0 0,0 0 0,-2-2 0,2 2 0,0 1 0,1 0 0,-1 0 0,0-1 0,0 1 0,0 0 0,0 0 0,0 0 0,0 0 0,0 0 0,1 0 0,-1 1 0,0-1 0,0 0 0,0 0 0,0 0 0,0 1 0,1-1 0,-1 1 0,0-1 0,0 0 0,0 1 0,1-1 0,-1 1 0,0 0 0,1-1 0,-1 1 0,0 0 0,0 0 0,-7 4 0,6-10 0,4-18 0,1-2 0,-4 23 0,1 1 0,-1-1 0,0 0 0,0 1 0,0-1 0,0 1 0,0-1 0,0 1 0,0 0 0,-1-1 0,1 1 0,-1 0 0,1 0 0,0 0 0,-1 0 0,0 0 0,1 0 0,-1 0 0,0 1 0,1-1 0,-1 0 0,0 1 0,0 0 0,1-1 0,-1 1 0,0 0 0,0 0 0,0 0 0,0 0 0,-2 1 0,1-1 0,-1 0 0,1 0 0,0 0 0,0 1 0,-1 0 0,1 0 0,0 0 0,0 0 0,0 0 0,0 0 0,0 1 0,0 0 0,0-1 0,1 1 0,-1 0 0,-3 4 0,5-4 0,0-1 0,0 1 0,0 0 0,0 0 0,0 0 0,0 0 0,1 0 0,-1 0 0,1 0 0,-1 0 0,1 0 0,0 0 0,0 0 0,0 0 0,0 0 0,0 0 0,0 0 0,0 0 0,1 1 0,-1-1 0,1 0 0,0 0 0,-1-1 0,1 1 0,0 0 0,0 0 0,0 0 0,1 0 0,-1-1 0,0 1 0,1-1 0,-1 1 0,3 1 0,-1 1 0,1-1 0,1 1 0,-1-1 0,0 0 0,1 0 0,0 0 0,0-1 0,0 0 0,0 0 0,0 0 0,11 2 0,-8-4 0,0 0 0,0 0 0,0-1 0,1 1 0,-1-2 0,0 1 0,0-2 0,0 1 0,9-4 0,-14 4 0,0 1 0,0-1 0,0 0 0,0 1 0,0-1 0,0-1 0,-1 1 0,1 0 0,-1-1 0,5-4 0,-6 5 0,0 0 0,0 1 0,-1-1 0,1 0 0,0 0 0,-1 1 0,1-1 0,-1 0 0,0 0 0,1 0 0,-1 0 0,0 0 0,0 1 0,0-1 0,-1 0 0,1 0 0,0 0 0,-1 0 0,1 0 0,-1 1 0,0-3 0,-1 1 14,1 1 1,-1-1-1,0 1 0,1-1 0,-1 1 1,-1 0-1,1 0 0,0 0 0,0 0 0,-1 0 1,1 1-1,-1-1 0,1 1 0,-1-1 1,0 1-1,0 0 0,0 0 0,0 0 0,1 0 1,-1 1-1,0-1 0,0 1 0,-4 0 1,0-1-229,-1 1 1,0 0 0,0 0-1,0 1 1,1 0 0,-1 0-1,-13 5 1,2 2-6613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06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1 114 24575,'0'16'0,"0"0"0,1 1 0,0-1 0,2 0 0,8 32 0,-11-48 0,0 0 0,0 0 0,0 1 0,0-1 0,0 0 0,0 0 0,0 0 0,1 0 0,-1 1 0,0-1 0,0 0 0,0 0 0,0 0 0,1 0 0,-1 0 0,0 1 0,0-1 0,0 0 0,0 0 0,1 0 0,-1 0 0,0 0 0,0 0 0,0 0 0,1 0 0,-1 0 0,0 0 0,0 0 0,0 0 0,1 0 0,-1 0 0,0 0 0,0 0 0,1 0 0,-1 0 0,0 0 0,11-6 0,9-14 0,-18 17 0,189-183-1365,-157 155-5461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07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15 327 24575,'-2'-3'0,"-8"-6"0,8 10 0,3 8 0,0-8 0,-1 1 0,0-1 0,0 0 0,1 1 0,-1-1 0,1 0 0,0 0 0,-1 1 0,1-1 0,0 0 0,0 0 0,-1 0 0,1 0 0,0 0 0,0 0 0,0 0 0,0 0 0,0-1 0,0 1 0,1 0 0,-1-1 0,0 1 0,0 0 0,1-1 0,-1 1 0,0-1 0,0 0 0,1 0 0,-1 1 0,0-1 0,1 0 0,-1 0 0,0 0 0,1 0 0,-1 0 0,1-1 0,-1 1 0,0 0 0,0-1 0,1 1 0,-1 0 0,0-1 0,2-1 0,7-2 0,-1-1 0,0 0 0,-1-1 0,13-10 0,-19 15 0,172-155 326,-39 32-2017,-100 95-5135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08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90 24575,'0'0'0,"0"-1"0,0 0 0,-1 1 0,1-1 0,0 1 0,0-1 0,0 0 0,0 1 0,0-1 0,0 0 0,0 1 0,1-1 0,-1 0 0,0 1 0,0-1 0,0 1 0,1-1 0,-1 0 0,0 1 0,1-1 0,-1 1 0,0-1 0,1 1 0,-1-1 0,1 1 0,-1-1 0,1 1 0,-1 0 0,1-1 0,-1 1 0,1-1 0,-1 1 0,1 0 0,0 0 0,-1-1 0,1 1 0,-1 0 0,1 0 0,1 0 0,-1 0 0,0 0 0,0 1 0,0-1 0,0 1 0,0-1 0,0 1 0,0 0 0,0 0 0,0-1 0,-1 1 0,1 0 0,0 0 0,0 0 0,-1-1 0,1 1 0,0 0 0,-1 0 0,1 0 0,-1 0 0,0 1 0,1-1 0,-1 0 0,1 1 0,3 26 0,-3-22 0,-1 1 0,1-1 0,1 1 0,-1-1 0,5 10 0,-6-15 0,1 1 0,0-1 0,0 0 0,0 1 0,0-1 0,0 0 0,0 0 0,0 0 0,0 1 0,1-1 0,-1 0 0,0-1 0,1 1 0,-1 0 0,0 0 0,1-1 0,-1 1 0,1 0 0,-1-1 0,1 0 0,-1 1 0,1-1 0,0 0 0,-1 0 0,1 0 0,-1 0 0,4 0 0,5-1 0,0-1 0,0 0 0,0 0 0,0-1 0,16-8 0,49-27 0,-30 14 0,115-57-1365,-110 58-5461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09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0 134 24575,'0'3'0,"3"1"0,4-1 0,4 0 0,2-1 0,3 0 0,3-2 0,6-2 0,3-5 0,6-3 0,6-7 0,7-5 0,8-6 0,6-5 0,-7 1-8191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29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410 0 24575,'0'326'0,"-1"-307"0,-7 39 0,4-39 0,-1 38 0,5-36 0,0 44 0,-3 0 0,-11 64 0,-8 66 0,5-25 0,-79 338 0,48-268 0,-46 343 0,65-389 0,1-45 0,13-73 0,-10 136 0,25-211 2,1 28 337,-1-29-372,0 0-1,0 1 1,1-1-1,-1 1 1,0-1-1,0 1 1,0-1-1,0 1 1,0-1-1,1 1 1,-1-1 0,0 0-1,0 1 1,1-1-1,-1 1 1,0-1-1,1 0 1,-1 1-1,0-1 1,1 0 0,-1 1-1,0-1 1,1 0-1,-1 0 1,1 1-1,-1-1 1,1 0-1,-1 0 1,0 0-1,1 0 1,-1 0 0,1 1-1,-1-1 1,1 0-1,-1 0 1,1 0-1,-1 0 1,1 0-1,-1 0 1,1-1-1,-1 1 1,1 0 0,-1 0-1,0 0 1,1 0-1,-1-1 1,1 1-1,-1 0 1,1 0-1,-1-1 1,11-6-6793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31.5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540 77 24575,'0'-11'0,"-1"0"0,-1 0 0,0 0 0,0 0 0,-4-10 0,32 122 0,62 308 0,-34 5 0,-48-368 0,30 282 0,40 305 0,-41-213 0,-25-245 0,0-61 0,4 105 0,-15-204 0,-1 0 0,0-1 0,-1 1 0,-7 18 0,6-18 0,0 0 0,0 0 0,2 0 0,-2 17 0,4-29 0,-2 33 0,2-34 0,0-1 0,-1 1 0,1 0 0,0 0 0,-1-1 0,1 1 0,-1 0 0,0-1 0,1 1 0,-1-1 0,0 1 0,0-1 0,0 1 0,0-1 0,0 1 0,-3 1 0,3-3 0,-1 0 0,1 0 0,-1-1 0,0 1 0,1 0 0,-1-1 0,1 1 0,-1-1 0,1 1 0,-1-1 0,1 0 0,0 0 0,-1 0 0,1 0 0,0 0 0,-1 0 0,1 0 0,0 0 0,-1-2 0,-10-6 0,2 5 0,-1 1 0,1 0 0,-1 0 0,0 1 0,-16-1 0,-6-1 0,1-3 0,-41-15 0,7 2 0,38 15 0,1 1 0,0 2 0,-1 0 0,1 2 0,-41 5 0,-33 12 0,63-10 0,20-3 0,0-1 0,-27 1 0,27-5 137,12 1-325,-1-1 0,1 2 0,-1-1 1,0 0-1,1 1 0,-1 1 1,-8 2-1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33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65 24575,'0'-1'0,"0"0"0,0 0 0,0 1 0,0-1 0,0 0 0,0 0 0,1 1 0,-1-1 0,0 0 0,0 0 0,1 1 0,-1-1 0,0 0 0,1 1 0,-1-1 0,1 0 0,-1 1 0,1-1 0,-1 1 0,1-1 0,-1 0 0,1 1 0,0 0 0,-1-1 0,1 1 0,0-1 0,-1 1 0,1 0 0,0-1 0,0 1 0,-1 0 0,1 0 0,0 0 0,0 0 0,0-1 0,-1 1 0,1 0 0,0 0 0,0 0 0,-1 1 0,1-1 0,0 0 0,0 0 0,0 0 0,-1 1 0,1-1 0,0 0 0,-1 1 0,1-1 0,0 0 0,-1 1 0,1-1 0,0 1 0,-1-1 0,1 1 0,-1-1 0,2 2 0,2 6 0,1 0 0,-1 1 0,0 0 0,-1-1 0,0 1 0,0 0 0,-1 1 0,0-1 0,1 11 0,-1 15 0,-1 38 0,-1-56 0,-1 24 0,3 0 0,6 45 0,-5-58 0,-1-1 0,-2 1 0,-1 0 0,-1 0 0,-6 31 0,-18 65 0,15-79 0,-7 61 0,18-103 0,0-1 0,0 0 0,-1 0 0,1 0 0,1 0 0,-1 0 0,0 1 0,0-1 0,1 0 0,-1 0 0,1 0 0,0 0 0,1 3 0,-1-4 0,0 0 0,0-1 0,0 1 0,0 0 0,0 0 0,0-1 0,0 1 0,0-1 0,1 1 0,-1-1 0,0 1 0,1-1 0,-1 0 0,0 1 0,0-1 0,1 0 0,-1 0 0,0 0 0,1 0 0,-1 0 0,0-1 0,3 1 0,114-8 0,-115 8 0,0-1 0,0 1 0,-1-1 0,1 0 0,0 1 0,0-1 0,-1-1 0,1 1 0,-1 0 0,1-1 0,-1 1 0,1-1 0,-1 0 0,0 0 0,0 0 0,0 0 0,0 0 0,0 0 0,0 0 0,-1-1 0,1 1 0,-1-1 0,1 1 0,1-6 0,-1 2 0,-1 0 0,1 0 0,-1-1 0,0 1 0,0 0 0,-1-1 0,0 1 0,0-1 0,-1 1 0,-1-7 0,-3-28 0,2 0 0,2 0 0,1 0 0,9-60 0,-8 88 0,4-263 0,-6 167 0,2 89 0,7-38 0,-5 38 0,3-35 0,-7 42 342,-1 12-684,-2 6-1023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5:34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1 24575,'-18'238'0,"2"-83"0,9-66 0,-3 78 0,10-160 0,0-5 0,0 0 0,0 0 0,0 0 0,0 1 0,0-1 0,0 0 0,-1 0 0,1 0 0,0 0 0,-1 0 0,0 0 0,0 1 0,0-1 0,-1 2 0,2-4 0,-1 0 0,1 0 0,0 0 0,0 0 0,-1 0 0,1 0 0,0 0 0,0 0 0,-1 0 0,1 0 0,0 0 0,0-1 0,-1 1 0,1 0 0,0 0 0,0 0 0,0 0 0,-1-1 0,1 1 0,0 0 0,0 0 0,0 0 0,0-1 0,0 1 0,-1 0 0,1 0 0,0-1 0,0 1 0,0 0 0,0 0 0,0-1 0,0 1 0,0 0 0,0 0 0,0-1 0,0 1 0,0 0 0,0 0 0,0-1 0,0 1 0,0 0 0,0 0 0,0-1 0,0 1 0,1-1 0,-1-14 0,14-294 0,-16 237 0,-3 1 0,-18-93 0,18 151 0,5 13 0,0-1 0,0 1 0,0 0 0,-1 0 0,1 0 0,0 0 0,0 0 0,0 0 0,0 0 0,0 0 0,-1 0 0,1 0 0,0 0 0,0 0 0,0 0 0,0 0 0,0 0 0,0 0 0,-1 0 0,1 0 0,0 0 0,0 0 0,0 0 0,0 0 0,0 0 0,-1 0 0,1 0 0,0 1 0,0-1 0,0 0 0,0 0 0,0 0 0,0 0 0,0 0 0,0 0 0,-1 0 0,1 0 0,0 1 0,0-1 0,0 0 0,0 0 0,0 0 0,0 0 0,-7 25 0,5 8 0,1 1 0,2 0 0,1-1 0,13 64 0,-8-57 0,33 233 0,-40-270 0,1 0 0,-1 0 0,1 1 0,-1-1 0,1 0 0,0 0 0,0 0 0,2 5 0,-1-8 0,-1-7 0,-3-8 0,-23-133 0,6 0 0,1-152 0,19 332 0,20 338 0,21-144 0,-41-212 0,-4-18 0,-4-25 0,-5-90 0,5-184 0,7 864 0,-1-604 0,0 26 0,0-1 0,1 1 0,1-1 0,1 1 0,0-1 0,9-31 0,-5 39 0,-2 9 0,3 18 0,-3 27 0,-13 133 0,0-26 0,10-372 0,0 252 199,0-19-512,-1 0 0,0 0 1,0 0-1,-5 23 0,1-25-6513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1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1044 24575,'-2'-3'0,"0"-1"0,0 1 0,0-1 0,1 1 0,-1-1 0,1 0 0,0 0 0,0 0 0,0 0 0,1 0 0,-1 0 0,1 0 0,1-6 0,-2 0 0,0-16 0,2 1 0,0-1 0,2 1 0,0-1 0,2 1 0,1 0 0,1 0 0,1 1 0,1 0 0,1 1 0,1-1 0,1 2 0,2 0 0,20-27 0,-8 16 0,2 2 0,1 1 0,1 1 0,2 1 0,1 2 0,0 2 0,2 0 0,41-19 0,8 2-113,2 4 0,1 4 0,118-29 0,283-30-775,163 41-683,2 57 1690,553 100-275,-911-58-640,-202-29 881,103 35 0,-190-52-27,70 27 727,-69-26-556,1 1 0,-1 0-1,1 1 1,-1 0 0,0 0 0,-1 0 0,7 7 0,-12-10-247,1-1 0,-1 1 0,0 0 0,0 0 1,0-1-1,0 1 0,0 0 0,0 0 0,-1 0 0,1 0 0,-1 0 0,1 1 0,-1-1 1,0 0-1,0 0 0,0 0 0,0 0 0,0 0 0,0 0 0,-1 1 0,1-1 0,-1 0 1,1 0-1,-1 0 0,-1 3 0,-4 4-6808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2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24575,'-6'0'0,"6"0"0,0 0 0,0 0 0,0 0 0,0 0 0,0 0 0,0 0 0,0 0 0,0 0 0,0 0 0,0 0 0,0 0 0,0 0 0,0 0 0,0 0 0,0 0 0,0 0 0,0 0 0,0 1 0,0-1 0,0 0 0,0 0 0,0 0 0,0 0 0,0 0 0,0 0 0,0 0 0,0 0 0,-1 0 0,11 7 0,11 11 0,-2 0 0,0 1 0,-1 0 0,-1 2 0,26 40 0,-39-54 0,0 0 0,0 0 0,-1 0 0,-1 0 0,1 0 0,-1 1 0,0-1 0,-1 1 0,0 0 0,0-1 0,0 1 0,-1 0 0,0 0 0,-1-1 0,0 1 0,0 0 0,-1-1 0,0 1 0,0-1 0,0 1 0,-1-1 0,0 0 0,-1 0 0,-7 11 0,1-5-195,0-1 0,-1 0 0,-1-1 0,0 0 0,0-1 0,-22 14 0,-30 16-6631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2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1 24575,'0'3'0,"-3"3"0,-1 5 0,-2 2 0,-1 6 0,1 4 0,2 5 0,1 6 0,2 4 0,0 3 0,1 3 0,0 4 0,0 2 0,1-2 0,-1-3 0,0-4 0,0-5 0,0-10-8191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3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62 24575,'0'-6'0,"-3"-4"0,-1-4 0,1-3 0,0 3-8191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3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24575,'6'6'0,"-1"0"0,0 0 0,0 1 0,-1-1 0,0 1 0,0 1 0,-1-1 0,5 14 0,15 69 0,-17-61 0,4 17 0,-1 0 0,-3 0 0,1 76 0,9-182 0,-10 40 0,10-36 0,3 1 0,41-82 0,-57 131 0,0 1 0,1-1 0,-1 1 0,1 0 0,0 0 0,1 0 0,5-4 0,-9 8 0,0 0 0,0 0 0,0 0 0,1 0 0,-1 1 0,0-1 0,1 1 0,-1-1 0,1 1 0,-1-1 0,0 1 0,1-1 0,-1 1 0,1 0 0,-1 0 0,1 0 0,-1 0 0,1 0 0,-1 0 0,1 1 0,-1-1 0,1 0 0,-1 1 0,1-1 0,-1 1 0,0-1 0,1 1 0,-1 0 0,0-1 0,1 1 0,-1 0 0,0 0 0,0 0 0,0 0 0,0 0 0,1 2 0,3 3 0,0 0 0,0 1 0,-1 0 0,0 0 0,-1 0 0,1 0 0,-1 1 0,-1-1 0,4 14 0,0 10 0,3 35 0,-6-41 0,10 120-1365,-9-122-5461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3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132 117 24575,'0'-5'0,"0"-8"0,0 0 0,-1 0 0,-5-23 0,6 33 0,-1 1 0,0-1 0,0 1 0,1 0 0,-2 0 0,1-1 0,0 1 0,0 0 0,-1 0 0,1 0 0,-4-3 0,4 4 0,-1 0 0,1 1 0,0-1 0,0 0 0,-1 1 0,1-1 0,0 1 0,-1 0 0,1-1 0,0 1 0,-1 0 0,1 0 0,0 0 0,-1 0 0,1 0 0,-1 0 0,1 0 0,0 0 0,-1 0 0,1 1 0,0-1 0,-3 1 0,1 1 0,-1 0 0,1 0 0,-1 0 0,1 1 0,0-1 0,0 1 0,0 0 0,0 0 0,0 0 0,1 0 0,0 0 0,-1 0 0,1 1 0,0-1 0,1 1 0,-1-1 0,-1 6 0,-2 6 0,0-1 0,2 1 0,-4 21 0,3 6 0,2-1 0,2 1 0,7 64 0,29 123 0,-8-93 0,13 83 0,-33-163 0,1 106 0,-9-148-136,0 0-1,-1 0 1,-1-1-1,0 1 1,-1-1-1,0 1 1,-1-1-1,-1 0 0,-9 19 1,-3-5-6690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4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1 226 24575,'0'-1'0,"0"-1"0,0 1 0,1 0 0,-1 0 0,1-1 0,-1 1 0,1 0 0,-1 0 0,1 0 0,0 0 0,0 0 0,-1 0 0,1 0 0,0 0 0,0 0 0,0 0 0,0 0 0,0 1 0,0-1 0,2-1 0,25-10 0,7 3 0,0 2 0,0 2 0,0 1 0,43 0 0,-19 2 0,-14-1 0,91-7 0,-112 6 0,1 0 0,-1-1 0,32-12 0,-52 16 0,0-1 0,0 0 0,0 0 0,0 0 0,-1 0 0,1-1 0,-1 1 0,0-1 0,1 0 0,-1 0 0,0-1 0,3-4 0,-5 6 0,0 1 0,0-1 0,-1 0 0,1 1 0,0-1 0,-1 1 0,1-1 0,-1 0 0,0 1 0,0-1 0,0 0 0,0 0 0,0 1 0,0-1 0,0 0 0,0 1 0,-1-1 0,1 0 0,-1 1 0,1-1 0,-1 0 0,1 1 0,-1-1 0,0 1 0,0-1 0,0 1 0,0-1 0,0 1 0,0 0 0,0 0 0,-1-1 0,1 1 0,-3-2 0,1 1 0,0-1 0,0 1 0,0 0 0,0 0 0,-1 0 0,1 0 0,-1 0 0,1 1 0,-1-1 0,0 1 0,0 0 0,1 0 0,-1 1 0,0-1 0,0 1 0,0 0 0,0 0 0,0 0 0,0 0 0,0 1 0,1 0 0,-1 0 0,0 0 0,0 0 0,0 0 0,1 1 0,-1-1 0,1 1 0,-1 0 0,1 0 0,0 1 0,-5 3 0,1 1 0,-1 0 0,1 0 0,1 1 0,-1-1 0,1 2 0,1-1 0,-1 1 0,2 0 0,-1 0 0,1 0 0,-5 15 0,7-16 0,0 1 0,1 0 0,0-1 0,0 1 0,0 0 0,1 0 0,1 0 0,-1-1 0,2 1 0,-1 0 0,1-1 0,0 1 0,1-1 0,4 11 0,-5-15 0,1 1 0,0 0 0,0-1 0,0 1 0,0-1 0,1 0 0,0 0 0,0 0 0,0-1 0,0 1 0,0-1 0,1 0 0,-1 0 0,1 0 0,0-1 0,0 0 0,0 0 0,0 0 0,0 0 0,1-1 0,-1 0 0,0 0 0,12 0 0,-10-1 0,0-1 0,-1 0 0,1 0 0,0-1 0,0 1 0,-1-1 0,1-1 0,-1 0 0,1 1 0,-1-2 0,0 1 0,0-1 0,-1 0 0,1 0 0,-1-1 0,0 1 0,0-1 0,0 0 0,0-1 0,-1 1 0,0-1 0,3-7 0,-4 9 0,0-1 0,0 0 0,-1 0 0,0 0 0,0 0 0,0 0 0,-1 0 0,0-1 0,0 1 0,0-1 0,0 1 0,-1 0 0,0-1 0,0 1 0,-1-1 0,0 1 0,1-1 0,-2 1 0,1 0 0,-1-1 0,1 1 0,-2 0 0,1 0 0,0 0 0,-1 1 0,0-1 0,0 1 0,-6-7 0,7 8-105,-1 1 0,0-1 0,-1 1 0,1 0 0,0 0 0,-1 0 0,1 0 0,-1 0 0,1 1 0,-1 0 0,0 0 0,-7-2 0,-5 1-6721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4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56 110 24575,'-20'-17'0,"17"15"0,0 0 0,0 0 0,0 0 0,1-1 0,-1 1 0,1-1 0,-1 1 0,1-1 0,0 0 0,0 0 0,0 0 0,0 0 0,-2-7 0,7 9 0,6 6 0,7 7 0,5 9 0,0 2 0,-1 0 0,-2 1 0,0 1 0,-2 0 0,0 1 0,12 30 0,-26-51 0,0-1 0,1 0 0,-1 0 0,-1 1 0,1-1 0,-1 0 0,0 1 0,0-1 0,0 0 0,0 1 0,-1-1 0,1 8 0,-1-12 0,0 0 0,0 0 0,0 0 0,0 0 0,-1 0 0,1 0 0,0 1 0,0-1 0,0 0 0,0 0 0,0 0 0,0 0 0,0 0 0,0 0 0,0 1 0,0-1 0,0 0 0,0 0 0,-1 0 0,1 0 0,0 0 0,0 0 0,0 0 0,0 0 0,0 0 0,0 0 0,0 0 0,-1 0 0,1 0 0,0 0 0,0 1 0,0-1 0,0 0 0,0 0 0,0 0 0,-1 0 0,1 0 0,0 0 0,0-1 0,0 1 0,0 0 0,0 0 0,-1 0 0,1 0 0,0 0 0,-7-6 0,-5-9 0,7 6 25,1 0-1,0-1 0,0 0 1,1 0-1,0-1 1,0 1-1,2 0 0,-1-1 1,1 1-1,1-1 0,-1 0 1,2 1-1,1-13 1,1 4-269,1 1 0,1 0 0,1 0 0,0 0 1,1 0-1,15-25 0,-6 16-6582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5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24575,'2'1'0,"1"0"0,-1 0 0,0 0 0,1 0 0,-1 1 0,0 0 0,0-1 0,0 1 0,0 0 0,0 0 0,0 0 0,-1 0 0,1 0 0,-1 0 0,1 0 0,-1 1 0,0-1 0,2 4 0,2 5 0,0 0 0,0 0 0,3 15 0,-4-6 0,4 39 0,-8-52 0,1 0 0,-1 0 0,-1-1 0,1 1 0,-1 0 0,0 0 0,-1 0 0,0 0 0,-3 7 0,5-15 0,0 1 0,0 0 0,0 0 0,0 0 0,0 0 0,0 0 0,0-1 0,0 1 0,0 0 0,0 0 0,0 0 0,0 0 0,0 0 0,0 0 0,-1 0 0,1-1 0,0 1 0,0 0 0,0 0 0,0 0 0,0 0 0,0 0 0,0 0 0,-1 0 0,1 0 0,0 0 0,0 0 0,0 0 0,0 0 0,0 0 0,-1 0 0,1 0 0,0 0 0,0 0 0,0 0 0,0 0 0,0 0 0,-1 0 0,1 0 0,0 0 0,0 0 0,0 0 0,0 0 0,0 0 0,0 0 0,-1 0 0,1 0 0,0 1 0,0-1 0,0 0 0,0 0 0,0 0 0,0 0 0,-1-15 0,5-13 0,1 0 0,2 0 0,0 0 0,2 1 0,16-33 0,-24 57 0,0 0 0,0 1 0,1-1 0,-1 0 0,1 1 0,0-1 0,0 1 0,0 0 0,0 0 0,0 0 0,0 0 0,4-3 0,-5 5 0,-1 0 0,1-1 0,0 1 0,-1 0 0,1 0 0,0 0 0,-1 0 0,1-1 0,0 1 0,-1 0 0,1 0 0,0 0 0,0 1 0,-1-1 0,1 0 0,0 0 0,-1 0 0,1 0 0,0 1 0,-1-1 0,2 1 0,-1 0 0,1 0 0,-1 0 0,0 0 0,1 1 0,-1-1 0,0 1 0,0-1 0,0 1 0,0-1 0,0 1 0,1 2 0,4 12 0,-1-1 0,0 1 0,3 24 0,4 14 0,-12-52 0,0-1 0,1 0 0,-1 0 0,0 0 0,1 0 0,-1 1 0,1-1 0,0 0 0,-1 0 0,1 0 0,0 0 0,-1 0 0,1 0 0,0 0 0,0-1 0,1 2 0,-1-2 0,-1 0 0,1 0 0,-1 1 0,1-1 0,-1 0 0,1 0 0,-1 0 0,1 0 0,-1 0 0,1-1 0,-1 1 0,1 0 0,-1 0 0,1 0 0,-1 0 0,1-1 0,-1 1 0,1 0 0,-1 0 0,0-1 0,1 1 0,-1 0 0,1-1 0,-1 1 0,0 0 0,1-1 0,3-4 0,0-1 0,0 1 0,0-1 0,4-9 0,-3 5 0,6-11 0,-2 4 0,1 0 0,0 1 0,1 0 0,0 1 0,26-27 0,-36 41 0,0 0 0,1 0 0,-1 0 0,0 0 0,0 0 0,1 0 0,-1 0 0,0 1 0,1-1 0,-1 1 0,1-1 0,-1 1 0,1-1 0,-1 1 0,1 0 0,-1-1 0,1 1 0,-1 0 0,1 0 0,-1 0 0,1 0 0,2 1 0,-2 0 0,0 0 0,-1 0 0,1 0 0,0 0 0,-1 1 0,1-1 0,-1 1 0,1-1 0,-1 1 0,0-1 0,1 1 0,-1 0 0,0-1 0,0 1 0,0 2 0,5 9 0,-1 1 0,-1 0 0,5 28 0,-7-32 0,14 81-1365,-9-48-5461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15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70 24575,'0'0'0,"0"0"0,0 0 0,1 0 0,-1-1 0,0 1 0,0 0 0,0 0 0,0 0 0,0 0 0,0 0 0,0 0 0,0-1 0,0 1 0,0 0 0,0 0 0,0 0 0,0 0 0,0 0 0,0-1 0,0 1 0,0 0 0,0 0 0,0 0 0,0 0 0,0 0 0,0 0 0,0-1 0,0 1 0,0 0 0,0 0 0,0 0 0,0 0 0,0 0 0,-1 0 0,1-1 0,0 1 0,0 0 0,0 0 0,0 0 0,0 0 0,0 0 0,0 0 0,-1 0 0,1 0 0,0 0 0,0 0 0,0 0 0,0-1 0,0 1 0,0 0 0,-1 0 0,1 0 0,0 0 0,0 0 0,0 0 0,0 0 0,14-7 0,28-3 0,0 3 0,1 1 0,55 0 0,-37 2 0,1015-19-3285,-902 23 3103,655 9-66,-240 0-1161,-540-8-1658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2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251 397 24575,'-8'-20'0,"6"13"0,-1 1 0,1 0 0,-1 0 0,0 0 0,0 0 0,-6-7 0,8 12 0,0 0 0,1 0 0,-1 1 0,0-1 0,0 1 0,0-1 0,1 0 0,-1 1 0,0-1 0,0 1 0,0 0 0,0-1 0,0 1 0,0 0 0,0 0 0,0-1 0,0 1 0,0 0 0,-1 0 0,0 1 0,0-1 0,0 1 0,0-1 0,1 1 0,-1 0 0,0 0 0,1-1 0,-1 1 0,0 0 0,1 1 0,-1-1 0,1 0 0,0 0 0,-2 2 0,-17 21 0,2 0 0,0 2 0,2 0 0,1 0 0,-17 41 0,20-43 0,2 1 0,1 0 0,-7 30 0,14-48 0,0 0 0,1 0 0,0 1 0,0-1 0,1 0 0,0 1 0,1-1 0,-1 0 0,1 1 0,1-1 0,-1 0 0,1 0 0,0 0 0,1 0 0,0 0 0,5 8 0,-6-12 0,0 0 0,-1 0 0,2 0 0,-1-1 0,0 1 0,0-1 0,1 0 0,-1 1 0,1-1 0,0 0 0,0-1 0,-1 1 0,1 0 0,0-1 0,1 0 0,-1 1 0,0-1 0,0 0 0,0-1 0,1 1 0,-1-1 0,0 1 0,1-1 0,-1 0 0,0 0 0,1-1 0,-1 1 0,0-1 0,1 1 0,-1-1 0,0 0 0,0 0 0,4-2 0,2-2 0,0 0 0,0 0 0,0-1 0,-1 0 0,0-1 0,0 0 0,0 0 0,-1-1 0,9-11 0,-5 2 0,0 1 0,-2-2 0,0 1 0,-1-1 0,-1 0 0,0-1 0,-1 0 0,-1 0 0,2-20 0,-2-4 0,-1 0 0,-2 0 0,-4-46 0,2 84 0,-3-29 0,3 32 0,0 1 0,0 0 0,-1-1 0,1 1 0,0 0 0,-1-1 0,1 1 0,0 0 0,-1 0 0,0 0 0,1-1 0,-1 1 0,0 0 0,1 0 0,-1 0 0,0 0 0,0 0 0,0 0 0,-1-1 0,1 2 0,1 0 0,0 0 0,-1 0 0,1 0 0,0 0 0,-1 0 0,1 0 0,0 1 0,0-1 0,-1 0 0,1 0 0,0 0 0,-1 0 0,1 0 0,0 0 0,-1 1 0,1-1 0,0 0 0,0 0 0,-1 0 0,1 1 0,0-1 0,0 0 0,0 1 0,-1-1 0,1 0 0,0 0 0,0 1 0,0-1 0,0 0 0,0 1 0,-1 0 0,-3 13 0,3-11 0,-7 32 0,2 1 0,1-1 0,2 2 0,2 61 0,4-49 0,2 0 0,23 93 0,-25-130 0,0-1 0,1 0 0,0 0 0,1 0 0,0-1 0,1 1 0,0-1 0,9 10 0,-12-17 0,0 0 0,0 0 0,0 0 0,0 0 0,0 0 0,0-1 0,1 0 0,-1 0 0,1 0 0,0 0 0,0 0 0,0-1 0,0 1 0,0-1 0,0 0 0,0 0 0,0-1 0,0 1 0,0-1 0,0 0 0,1 0 0,-1-1 0,0 1 0,0-1 0,0 0 0,4-1 0,6-3 0,-1 0 0,0-1 0,-1-1 0,1 0 0,-1-1 0,-1 0 0,0 0 0,16-16 0,-5 2 0,-2-1 0,35-48 0,-31 33 0,-2-2 0,-2 0 0,-1-1 0,-2-1 0,-2-1 0,-2 0 0,-2-1 0,-2 0 0,-1-1 0,-3 0 0,-1 0 0,-6-86 0,2 125 0,-1 1 0,0-1 0,-1 0 0,1 1 0,-1 0 0,0-1 0,-5-8 0,6 13 0,1 0 0,-1 0 0,0 0 0,1 0 0,-1 0 0,0 0 0,1 0 0,-1 0 0,0 1 0,0-1 0,0 0 0,0 0 0,0 1 0,1-1 0,-1 1 0,-1-1 0,1 1 0,0-1 0,0 1 0,0-1 0,0 1 0,0 0 0,0 0 0,0-1 0,-1 1 0,1 0 0,0 0 0,0 0 0,0 1 0,0-1 0,0 0 0,-1 0 0,1 0 0,0 1 0,0-1 0,0 1 0,0-1 0,0 1 0,0-1 0,0 1 0,0 0 0,0-1 0,0 1 0,-1 1 0,-2 2 0,1 0 0,0 0 0,0 0 0,0 0 0,0 1 0,1-1 0,0 1 0,0-1 0,0 1 0,0 0 0,1 0 0,-2 6 0,0 10 0,-3 32 0,6-50 0,-3 47 0,3-1 0,1 1 0,16 90 0,-12-112 0,2-1 0,0 1 0,2-1 0,1-1 0,2 0 0,0 0 0,1-1 0,20 27 0,-26-43 0,-1 0 0,2-1 0,-1 0 0,1-1 0,0 0 0,1 0 0,0 0 0,0-1 0,0 0 0,1-1 0,-1 0 0,13 4 0,-15-7 0,0 0 0,0-1 0,1 0 0,-1 0 0,0 0 0,0-1 0,0 0 0,1-1 0,-1 1 0,0-1 0,0-1 0,0 1 0,0-1 0,0-1 0,0 1 0,-1-1 0,1 0 0,-1-1 0,8-5 0,-4 2 0,-1-1 0,-1 0 0,1 0 0,-1-1 0,-1 0 0,0 0 0,0-1 0,-1 0 0,0 0 0,0-1 0,7-20 0,-2-3 0,-1 0 0,10-59 0,-10 12 0,-2-1 0,-5 0 0,-7-99 0,-3 147 0,7 34 0,0 0 0,0 0 0,0-1 0,0 1 0,0 0 0,0 0 0,0-1 0,0 1 0,-1 0 0,1 0 0,0 0 0,0-1 0,0 1 0,0 0 0,0 0 0,-1 0 0,1-1 0,0 1 0,0 0 0,0 0 0,-1 0 0,1 0 0,0 0 0,0 0 0,-1-1 0,1 1 0,0 0 0,0 0 0,-1 0 0,1 0 0,0 0 0,0 0 0,-1 0 0,1 0 0,-8 15 0,-1 18 0,2 0 0,2 0 0,-4 67 0,9-45 0,11 91 0,-6-109 0,2-1 0,11 36 0,-15-60 0,1 0 0,1-1 0,0 0 0,1 1 0,0-2 0,0 1 0,1-1 0,1 0 0,15 16 0,-19-23 0,0 1 0,0-1 0,0 0 0,1-1 0,-1 1 0,1-1 0,0 0 0,0 0 0,-1 0 0,1-1 0,1 0 0,-1 0 0,0 0 0,0-1 0,0 1 0,0-1 0,1 0 0,-1-1 0,0 1 0,0-1 0,0 0 0,0-1 0,0 1 0,0-1 0,9-4 0,0-1 0,1-1 0,-2 0 0,1-1 0,-1-1 0,0 0 0,-1-1 0,12-14 0,-3 2 0,-2-1 0,0-1 0,22-40 0,-30 46 0,-2 0 0,0 0 0,-2-1 0,0 0 0,8-42 0,-14 61 0,-1-1 0,0 0 0,1 1 0,-1-1 0,0 0 0,0 1 0,0-1 0,0 0 0,-1 1 0,1-1 0,0 0 0,-1 1 0,1-1 0,-1 1 0,0-1 0,1 1 0,-1-1 0,0 1 0,0-1 0,0 1 0,-1-2 0,1 3 0,0-1 0,0 1 0,0-1 0,0 1 0,0 0 0,0 0 0,-1-1 0,1 1 0,0 0 0,0 0 0,0 0 0,0 0 0,0 0 0,-1 1 0,1-1 0,0 0 0,0 0 0,0 1 0,0-1 0,0 1 0,0-1 0,0 1 0,0-1 0,0 1 0,0 0 0,0-1 0,0 1 0,1 0 0,-1 0 0,-1 1 0,-4 4 0,1 0 0,0 0 0,0 1 0,1-1 0,0 1 0,0 0 0,1 0 0,0 0 0,0 0 0,0 1 0,1-1 0,0 1 0,-1 8 0,1 1 0,0 1 0,1-1 0,1 1 0,3 31 0,-1-35 0,1-1 0,0 1 0,1-1 0,0 0 0,1-1 0,1 1 0,9 16 0,-12-24 0,0-1 0,1 1 0,-1-1 0,1 1 0,0-1 0,0-1 0,1 1 0,-1 0 0,6 2 0,-7-4 0,0-1 0,1 1 0,-1-1 0,0 0 0,1 0 0,0 0 0,-1 0 0,1 0 0,-1-1 0,1 0 0,0 0 0,-1 0 0,1 0 0,0-1 0,4 0 0,-5 0 0,1 0 0,-1 0 0,1 0 0,-1 0 0,0-1 0,0 1 0,0-1 0,0 0 0,0 0 0,0 0 0,0-1 0,0 1 0,-1-1 0,1 1 0,-1-1 0,3-4 0,-2 1 0,0 1 0,0-1 0,-1 0 0,0 1 0,0-1 0,-1 0 0,1 0 0,-1 0 0,0-7 0,-1-1 0,0 1 0,0-1 0,-1 1 0,-1-1 0,-1 1 0,0 0 0,0 0 0,-7-15 0,5 15 0,-1 1 0,-1-1 0,0 1 0,-12-13 0,16 20 0,-1 0 0,0 1 0,-1-1 0,1 1 0,-1 0 0,0 1 0,1-1 0,-2 1 0,1 0 0,0 0 0,-12-4 0,54 17 0,62 8 0,-77-15 0,0-2 0,-1 0 0,1-2 0,40-6 0,-59 7 0,-1-1 0,0 1 0,0 0 0,1-1 0,-1 1 0,1 0 0,-1 0 0,0 0 0,1 1 0,-1-1 0,0 0 0,1 1 0,1 1 0,-3-2 0,0 1 0,0 0 0,0 0 0,0 0 0,0 0 0,-1 0 0,1 0 0,0 0 0,-1 1 0,1-1 0,-1 0 0,1 0 0,-1 0 0,1 1 0,-1-1 0,0 0 0,0 1 0,0-1 0,0 0 0,0 0 0,0 1 0,0-1 0,0 0 0,0 1 0,-1 0 0,-13 72 0,9-54 0,1 0 0,0 1 0,0 29 0,3-45 0,2 1 0,-1-1 0,1 0 0,-1 0 0,1 1 0,1-1 0,-1 0 0,1 0 0,0 0 0,0 0 0,0-1 0,1 1 0,-1-1 0,1 1 0,0-1 0,1 0 0,-1 0 0,5 4 0,-5-5 0,0-1 0,0 0 0,0 0 0,1 0 0,-1 0 0,0 0 0,1-1 0,-1 1 0,1-1 0,-1 0 0,1 0 0,0 0 0,0-1 0,-1 1 0,5-1 0,-2-1 0,0 1 0,0-1 0,-1 0 0,1 0 0,0-1 0,-1 0 0,1 0 0,-1 0 0,6-4 0,-1 0 0,0 0 0,0-2 0,0 1 0,-1-1 0,0 0 0,0-1 0,-1 0 0,11-17 0,-10 12 0,-1 0 0,-1-1 0,0 0 0,-1 0 0,0-1 0,-2 1 0,5-27 0,-14 72 0,-7 46 0,11-50 0,2 32 0,-1-49 0,1-1 0,0 0 0,1 0 0,0 0 0,0 0 0,1 0 0,7 15 0,-8-21 0,-1 1 0,1-1 0,0 1 0,0-1 0,0 0 0,1 0 0,-1 0 0,0 0 0,1 0 0,-1 0 0,1-1 0,0 1 0,-1-1 0,1 0 0,0 1 0,0-2 0,0 1 0,0 0 0,0 0 0,0-1 0,0 0 0,0 1 0,0-1 0,0-1 0,0 1 0,0 0 0,0-1 0,0 1 0,0-1 0,0 0 0,4-1 0,4-2 0,-1-1 0,1 0 0,-1 0 0,0-1 0,0 0 0,-1-1 0,10-8 0,-2-1 0,0-1 0,-2 0 0,0-1 0,-1-1 0,15-26 0,-13 16 0,-1-1 0,-1-1 0,10-34 0,-22 58 0,0 1 0,0-1 0,-1 1 0,0-1 0,0 0 0,-1 1 0,0-1 0,-1-12 0,1 17 0,0 0 0,-1 1 0,1-1 0,-1 0 0,0 1 0,1-1 0,-1 1 0,0-1 0,0 1 0,0-1 0,0 1 0,0 0 0,0-1 0,-1 1 0,-2-2 0,2 2 0,0 0 0,0 0 0,0 0 0,-1 0 0,1 0 0,0 1 0,-1-1 0,1 1 0,-1 0 0,1-1 0,0 1 0,-1 0 0,1 1 0,-4 0 0,-5 0-341,1 2 0,0 0-1,-16 6 1,-2 3-6485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2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24575,'3'2'0,"0"0"0,1 0 0,-1-1 0,0 0 0,0 1 0,1-1 0,-1 0 0,1-1 0,-1 1 0,1-1 0,-1 1 0,1-1 0,6 0 0,6 0 0,543 25-984,-440-23 698,2036 34-5101,-1942-34 4506,-14 1 781,544 0-1489,-700-3 2173,1-1 0,68-14 0,-109 15-520,-1 0 0,0-1 0,0 0-1,1 1 1,-1-1 0,0 0 0,0 0 0,0 0-1,0 0 1,0-1 0,3-2 0,-4 4-11,-1-1 0,0 1 1,0 0-1,1-1 0,-1 1 0,0-1 0,0 1 1,1-1-1,-1 1 0,0-1 0,0 1 0,0-1 0,0 1 1,0-1-1,0 1 0,0-1 0,0 1 0,0-1 1,0 1-1,0-1 0,0 0 0,-1 1 0,1 0 1,0-1-1,0 1 0,0-1 0,-1 1 0,1-1 1,0 1-1,-1-1 0,-3-3-4,0 0 0,0 1 0,0 0 0,0-1 0,-1 2-1,1-1 1,-8-3 0,-40-17-3571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7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 38 24575,'-1'0'0,"0"0"0,0 0 0,0 0 0,0-1 0,0 1 0,0 0 0,0-1 0,0 1 0,0-1 0,0 1 0,0-1 0,0 0 0,0 1 0,0-1 0,1 0 0,-1 0 0,0 0 0,1 1 0,-2-3 0,2 3 0,0 0 0,-1-1 0,1 1 0,0-1 0,0 1 0,-1 0 0,1-1 0,0 1 0,0-1 0,0 1 0,0-1 0,0 1 0,0-1 0,0 1 0,0-1 0,0 1 0,0-1 0,0 1 0,0-1 0,0 1 0,0-1 0,0 1 0,1 0 0,-1-1 0,0 1 0,0-1 0,0 1 0,1-1 0,-1 1 0,0 0 0,1-1 0,-1 1 0,0 0 0,1-1 0,-1 1 0,0 0 0,1-1 0,-1 1 0,1 0 0,-1 0 0,0 0 0,1-1 0,-1 1 0,1 0 0,0 0 0,7-2 0,0 0 0,0 0 0,0 1 0,0 0 0,0 1 0,0 0 0,0 0 0,1 1 0,15 3 0,-13-2 0,1 1 0,-1 1 0,1 0 0,-1 0 0,0 1 0,12 8 0,-15-7 0,0 0 0,-1 1 0,0 0 0,0 0 0,-1 1 0,0 0 0,0 0 0,-1 0 0,0 1 0,0 0 0,-1 0 0,0 0 0,-1 0 0,0 0 0,0 1 0,2 19 0,-1 1 0,-1 1 0,-2-1 0,-1 1 0,-4 37 0,0-38 0,-1 0 0,-1 0 0,-1 0 0,-2-1 0,-1 0 0,-1 0 0,-2-1 0,-1-1 0,-1 0 0,-1-1 0,-1-1 0,-1 0 0,-2-1 0,0-1 0,-2-1 0,0-1 0,-1-1 0,-1-1 0,-1-1 0,-1-2 0,0 0 0,-1-1 0,-46 17 0,-39-2 326,23-8-2017,72-16-5135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7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 24575,'-1'2'0,"0"0"0,0-1 0,0 1 0,0 0 0,0 0 0,-1-1 0,1 1 0,-1-1 0,1 1 0,-1-1 0,1 0 0,-1 0 0,0 1 0,0-1 0,0 0 0,-3 1 0,-1 2 0,-55 30 0,36-21 0,-41 29 0,59-37 0,0 1 0,0 0 0,1 0 0,0 0 0,-6 9 0,11-14 0,0 0 0,0 0 0,1 0 0,-1 0 0,0 0 0,1 0 0,-1 1 0,1-1 0,-1 0 0,1 0 0,-1 1 0,1-1 0,0 0 0,0 0 0,0 1 0,0-1 0,0 0 0,0 1 0,0-1 0,0 0 0,0 0 0,0 1 0,1-1 0,-1 0 0,1 0 0,-1 1 0,1-1 0,-1 0 0,1 0 0,0 0 0,-1 0 0,1 0 0,0 0 0,0 0 0,0 0 0,0 0 0,0 0 0,0 0 0,0-1 0,0 1 0,0 0 0,0-1 0,0 1 0,3 0 0,1 1 37,0 0 0,0-1 0,1 1 0,-1-1 0,1-1 0,-1 1 0,0-1 0,11 0 0,45-8-1067,-50 6 362,30-5-6158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8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24575,'0'-1'0,"0"0"0,0 0 0,0 0 0,0 0 0,0 0 0,1-1 0,-1 1 0,0 0 0,1 0 0,-1 0 0,0 0 0,1 0 0,0 0 0,-1 0 0,1 0 0,-1 0 0,1 0 0,0 0 0,0 0 0,0 1 0,-1-1 0,1 0 0,0 0 0,2 0 0,0 0 0,-1 0 0,1 0 0,-1 0 0,1 1 0,-1-1 0,1 1 0,0 0 0,-1 0 0,1 0 0,4 0 0,6 2 0,0 1 0,0 0 0,17 7 0,-29-10 0,16 6 0,0 1 0,-1 0 0,0 1 0,-1 1 0,0 0 0,0 1 0,20 18 0,-27-20 0,0-1 0,-1 1 0,-1 1 0,1-1 0,-1 1 0,-1 0 0,1 1 0,-2-1 0,1 1 0,-1 0 0,-1 0 0,0 0 0,3 20 0,-4-12 0,-1 0 0,-1 0 0,0 1 0,-1-1 0,-7 30 0,-29 89 0,26-99 0,-89 251-587,87-253-191,4-12-6048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8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24575,'-1'0'0,"0"0"0,0 0 0,0 0 0,0 0 0,1 0 0,-1 0 0,0 0 0,0 1 0,0-1 0,0 0 0,1 0 0,-1 1 0,0-1 0,0 1 0,1-1 0,-1 1 0,0-1 0,1 1 0,-1-1 0,0 1 0,1 0 0,-1-1 0,0 2 0,0 0 0,1-1 0,-1 1 0,1 0 0,-1 0 0,1-1 0,0 1 0,-1 0 0,1 0 0,0-1 0,0 1 0,1 2 0,0 7 0,1 0 0,1 0 0,4 12 0,-3-11 0,-3-9 0,0 0 0,0 0 0,0 0 0,0 0 0,0-1 0,0 1 0,1 0 0,-1-1 0,1 1 0,0-1 0,0 0 0,0 1 0,0-1 0,0 0 0,0 0 0,1 0 0,-1-1 0,4 3 0,-2-3 0,0 0 0,-1 0 0,1 0 0,0 0 0,0-1 0,0 0 0,0 1 0,0-2 0,0 1 0,0 0 0,0-1 0,0 0 0,6-1 0,17-7-129,0-2-1,0 0 0,-1-2 1,-1-1-1,40-28 1,-49 31-459,2 0-6238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29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435 46 24575,'1'-42'0,"-1"41"0,0 1 0,0 0 0,0 0 0,0 0 0,1-1 0,-1 1 0,0 0 0,0 0 0,0 0 0,0 0 0,1-1 0,-1 1 0,0 0 0,0 0 0,0 0 0,1 0 0,-1 0 0,0 0 0,0 0 0,0 0 0,1 0 0,-1 0 0,0 0 0,0 0 0,1 0 0,-1 0 0,0 0 0,0 0 0,1 0 0,-1 0 0,0 0 0,0 0 0,0 0 0,1 0 0,-1 0 0,0 0 0,0 0 0,0 0 0,1 0 0,-1 1 0,0-1 0,0 0 0,0 0 0,0 0 0,1 0 0,-1 1 0,0-1 0,0 0 0,0 0 0,0 0 0,0 0 0,0 1 0,1-1 0,-1 0 0,0 0 0,0 1 0,0-1 0,0 0 0,10 14 0,6 18 0,0 0 0,19 62 0,10 73 0,-21-63 0,-5 0 0,7 116 0,-24-166 0,-1 1 0,-3-1 0,-3 1 0,-1-1 0,-28 104 0,26-134 0,-2 1 0,0-2 0,-1 1 0,-2-1 0,0-1 0,-1 0 0,-2-1 0,0-1 0,-1 0 0,-1-1 0,0-1 0,-36 26 0,-45 27 0,-43 36 0,127-94 0,1 1 0,0 0 0,1 1 0,0 1 0,1 0 0,-16 30 0,17-20 0,10-24 0,1-1 0,-1 1 0,1 0 0,-1-1 0,1 1 0,0-1 0,0 1 0,0-1 0,0 1 0,0 0 0,0-1 0,0 1 0,1-1 0,-1 1 0,1 2 0,-1-4 0,0 0 0,0 0 0,0 0 0,1 0 0,-1 1 0,0-1 0,0 0 0,0 0 0,0 0 0,0 0 0,1 0 0,-1 0 0,0 0 0,0 1 0,0-1 0,0 0 0,1 0 0,-1 0 0,0 0 0,0 0 0,0 0 0,0 0 0,1 0 0,-1 0 0,0 0 0,0 0 0,0 0 0,1 0 0,-1 0 0,0 0 0,0 0 0,0 0 0,1 0 0,-1 0 0,0-1 0,0 1 0,0 0 0,0 0 0,0 0 0,1 0 0,-1 0 0,10-10 0,4-12 0,-8 7 0,1 0 0,-2 0 0,6-24 0,-10 35 0,0 1 0,-1 0 0,1-1 0,-1 1 0,1-1 0,-1 1 0,-1 0 0,1-1 0,0 1 0,-1-1 0,1 1 0,-1 0 0,0 0 0,0-1 0,0 1 0,-1 0 0,1 0 0,-1 0 0,0 0 0,0 0 0,0 0 0,0 1 0,-4-4 0,6 5 0,-1 1 0,0-1 0,1 1 0,-1 0 0,0-1 0,1 1 0,-1 0 0,0 0 0,1-1 0,-1 1 0,0 0 0,0 0 0,1 0 0,-1 0 0,0 0 0,0 0 0,1 0 0,-1 0 0,0 0 0,0 1 0,1-1 0,-1 0 0,0 0 0,1 1 0,-1-1 0,0 0 0,1 1 0,-1-1 0,0 0 0,1 1 0,-1-1 0,1 1 0,-1 0 0,1-1 0,-1 1 0,1-1 0,-1 1 0,1-1 0,0 1 0,-1 0 0,1 0 0,-1 0 0,-14 36 0,13-31 0,1-2 0,-1 0 0,1 0 0,0 0 0,0 1 0,0-1 0,1 0 0,-1 1 0,1-1 0,0 6 0,1-8 0,-1-1 0,1 0 0,-1 1 0,1-1 0,0 0 0,-1 0 0,1 0 0,0 1 0,0-1 0,0 0 0,0 0 0,0 0 0,0 0 0,0-1 0,0 1 0,0 0 0,1 0 0,-1-1 0,0 1 0,0 0 0,1-1 0,-1 0 0,0 1 0,1-1 0,-1 0 0,0 1 0,1-1 0,-1 0 0,1 0 0,-1 0 0,0 0 0,1 0 0,1-1 0,37-3-231,-1-1 0,67-18 0,-88 18-441,27-6-6154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3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1714 2361 24575,'0'-19'0,"-2"1"0,0 0 0,-1 0 0,0 0 0,-2 0 0,-11-29 0,5 21 0,-1 1 0,-1 1 0,-30-42 0,-4 9 0,-2 1 0,-77-67 0,-310-253-311,129 117-35,16-16 176,237 219 170,3-3 0,-52-77 0,83 105 0,1 0 0,1-2 0,2 0 0,1-1 0,2-1 0,-16-62 0,25 77 51,1-1 1,1 0 0,1 0 0,1 0-1,1 0 1,1 0 0,7-39-1,-6 49-10,1-1 0,0 1-1,1-1 1,0 1 0,0 0-1,11-14 1,-12 18-29,1 1-1,1 0 1,-1 0 0,1 0 0,0 1-1,0 0 1,1 0 0,-1 0 0,1 1-1,11-5 1,-14 7-148,0 1-1,1-1 1,-1 1-1,0 0 1,0 0-1,1 0 1,-1 1-1,0 0 0,9 0 1,6 4-6690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4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430 345 24575,'-2'-3'0,"1"0"0,-1 1 0,0-1 0,1 0 0,0 0 0,0 0 0,0 0 0,0 0 0,0 0 0,0-1 0,1 1 0,-1 0 0,1-4 0,1-43 0,3 29 0,0-1 0,11-34 0,-9 36 0,0 1 0,-2-2 0,3-23 0,-7 42 0,0 1 0,1-1 0,-1 0 0,0 0 0,-1 1 0,1-1 0,0 0 0,0 1 0,-1-1 0,1 1 0,-1-1 0,0 0 0,1 1 0,-1-1 0,0 1 0,0 0 0,0-1 0,0 1 0,0 0 0,0-1 0,-2-1 0,1 2 0,0 0 0,-1 0 0,1-1 0,0 1 0,-1 1 0,1-1 0,-1 0 0,1 1 0,-1-1 0,1 1 0,-1 0 0,-4 0 0,-5 0 0,0 2 0,0-1 0,0 2 0,-20 6 0,3 1 0,1 1 0,1 1 0,-1 2 0,-31 21 0,43-24 0,0 0 0,1 2 0,0 0 0,1 0 0,0 1 0,1 1 0,-18 28 0,27-37 0,0 0 0,1 0 0,0 1 0,0 0 0,1-1 0,0 1 0,0 0 0,1 0 0,0 0 0,0 0 0,0 9 0,1-13 0,0 0 0,1 0 0,-1 1 0,1-1 0,0 0 0,0 0 0,0 0 0,0 0 0,0 0 0,1 0 0,-1-1 0,1 1 0,0 0 0,0-1 0,0 1 0,0-1 0,0 0 0,1 0 0,-1 1 0,1-2 0,-1 1 0,1 0 0,0 0 0,0-1 0,0 0 0,5 2 0,1 0 0,0-1 0,0 0 0,0-1 0,1 0 0,-1 0 0,1-1 0,-1 0 0,1-1 0,-1 0 0,1 0 0,-1-1 0,0 0 0,11-5 0,-2 1 0,0-1 0,0-2 0,0 0 0,-1 0 0,22-17 0,-26 15 0,0 0 0,-1 0 0,0-1 0,14-18 0,-22 24 0,0 1 0,0-1 0,0 0 0,-1 0 0,0 0 0,0 0 0,-1 0 0,0-1 0,0 1 0,0-1 0,-1 0 0,0 1 0,1-11 0,-4 13 0,-2 8 0,-2 11 0,2 5 0,0 0 0,2 0 0,0 0 0,2 1 0,0-1 0,1 0 0,1 1 0,0-1 0,8 26 0,-7-38-227,0 0-1,0-1 1,1 0-1,0 0 1,8 11-1,3 2-6598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5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49 177 24575,'1'0'0,"-1"0"0,0 0 0,0-1 0,0 1 0,0 0 0,0 0 0,0-1 0,0 1 0,0 0 0,0 0 0,0 0 0,0-1 0,0 1 0,-1 0 0,1 0 0,0-1 0,0 1 0,0 0 0,0 0 0,0 0 0,0-1 0,0 1 0,-1 0 0,1 0 0,0 0 0,0 0 0,0-1 0,0 1 0,-1 0 0,1 0 0,0 0 0,0 0 0,0 0 0,-1 0 0,1 0 0,0 0 0,0-1 0,0 1 0,-1 0 0,1 0 0,0 0 0,0 0 0,-1 0 0,1 0 0,0 0 0,0 0 0,0 0 0,-1 0 0,1 1 0,0-1 0,0 0 0,-1 0 0,1 0 0,0 0 0,0 0 0,0 0 0,-1 0 0,1 0 0,0 1 0,0-1 0,-12 11 0,7 0 0,0 1 0,1 0 0,0-1 0,1 1 0,0 0 0,1 1 0,-1 17 0,3 88 0,6-40 0,4 0 0,23 91 0,-32-162 0,0-4 0,-1-1 0,1 1 0,0 0 0,0-1 0,0 1 0,0 0 0,0-1 0,2 4 0,-2-6 0,-1 0 0,0 0 0,0 0 0,0 0 0,0 0 0,0 0 0,1 0 0,-1 0 0,0 0 0,0 0 0,0 0 0,0 0 0,0 0 0,1 0 0,-1 0 0,0 0 0,0 0 0,0 0 0,0-1 0,0 1 0,0 0 0,0 0 0,1 0 0,-1 0 0,0 0 0,0 0 0,0 0 0,0 0 0,0-1 0,0 1 0,0 0 0,0 0 0,0 0 0,0 0 0,0 0 0,1-1 0,-1 1 0,0 0 0,0 0 0,0 0 0,0 0 0,0 0 0,0 0 0,0-1 0,0 1 0,0 0 0,0 0 0,0 0 0,-1 0 0,1-1 0,2-9 0,-2-218 0,-1 19 0,3 177 0,1-1 0,2 1 0,1 0 0,13-41 0,-16 65 0,0 0 0,1 0 0,-1 1 0,1-1 0,1 1 0,-1 0 0,1 0 0,1 1 0,-1-1 0,1 1 0,9-7 0,-11 10 0,0 0 0,1 0 0,0 0 0,0 1 0,0-1 0,0 1 0,0 1 0,0-1 0,0 1 0,1 0 0,-1 0 0,0 0 0,1 1 0,-1 0 0,1 0 0,-1 0 0,0 1 0,10 1 0,-8 0 0,0 0 0,0 1 0,0-1 0,0 1 0,0 1 0,-1-1 0,1 1 0,-1 0 0,0 1 0,0-1 0,-1 1 0,1 0 0,-1 1 0,0-1 0,0 1 0,-1 0 0,0 0 0,5 9 0,-7-9 0,1-1 0,-1 1 0,0 0 0,0 0 0,-1 0 0,0 0 0,0 0 0,0 0 0,-1 0 0,0 0 0,0 0 0,0 0 0,-1 0 0,0 0 0,0 0 0,-1 0 0,1 0 0,-1 0 0,-1-1 0,1 1 0,-1-1 0,-5 10 0,-1-4-97,0 0-1,-1-1 1,0 0-1,-1 0 1,0-1-1,0-1 1,-1 0-1,0 0 1,-1-1-1,1-1 1,-1 0-1,0 0 0,-22 5 1,0-3-6729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5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29 237 24575,'2'0'0,"-1"1"0,1-1 0,-1 0 0,1 1 0,-1-1 0,1 0 0,-1 1 0,1 0 0,-1-1 0,0 1 0,1 0 0,-1 0 0,0-1 0,0 1 0,0 0 0,0 0 0,0 1 0,0-1 0,0 0 0,0 0 0,0 0 0,0 1 0,0-1 0,-1 0 0,1 1 0,0-1 0,-1 1 0,0-1 0,1 0 0,-1 1 0,1 2 0,0 6 0,0 1 0,0-1 0,-1 17 0,0-14 0,3 43 0,20 108 0,-13-106 0,5 84 0,-34-191 0,-11-70 0,4-2 0,-14-180 0,38 277 0,3-37 0,-1 56 0,1-1 0,-1 1 0,1 0 0,1-1 0,-1 1 0,1 0 0,0 0 0,0 0 0,0 0 0,0 0 0,1 0 0,6-8 0,-8 12 0,1 0 0,-1 0 0,1 0 0,-1 0 0,1 0 0,-1 0 0,1 1 0,0-1 0,-1 0 0,1 1 0,0-1 0,0 1 0,-1 0 0,1-1 0,0 1 0,0 0 0,0 0 0,-1 0 0,1 0 0,0 1 0,0-1 0,-1 0 0,1 1 0,0-1 0,0 1 0,-1 0 0,1 0 0,-1-1 0,3 2 0,5 4 0,0-1 0,0 1 0,12 12 0,-19-16 0,21 17 0,-2 2 0,32 37 0,-47-51 0,-1 0 0,0 0 0,0 0 0,-1 1 0,0 0 0,0 0 0,-1 0 0,0 0 0,0 0 0,-1 1 0,0-1 0,-1 1 0,1 14 0,-2-19 17,-1 1 0,1-1 0,-1 1 1,0-1-1,-1 0 0,1 0 0,-1 0 0,0 0 0,0 0 0,0 0 0,-1 0 0,1 0 0,-1-1 0,0 0 0,0 1 0,0-1 0,0 0 0,-1 0 1,-3 2-1,-6 3-359,1 0 1,-1-1 0,0-1-1,-20 7 1,-25 7-6485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6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1639 85 24575,'0'0'0,"0"0"0,0 0 0,0 0 0,-1 1 0,1-1 0,0 0 0,0 0 0,0 0 0,0 0 0,0 1 0,1-1 0,-1 0 0,0 0 0,0 0 0,0 0 0,0 1 0,0-1 0,0 0 0,0 0 0,0 0 0,0 0 0,0 1 0,0-1 0,1 0 0,-1 0 0,0 0 0,0 0 0,0 0 0,0 0 0,0 0 0,0 1 0,1-1 0,-1 0 0,0 0 0,0 0 0,0 0 0,0 0 0,1 0 0,-1 0 0,0 0 0,0 0 0,0 0 0,0 0 0,1 0 0,8-5 0,8-11 0,-16 15 0,0-1 0,0 1 0,0 0 0,-1-1 0,1 1 0,0 0 0,-1-1 0,1 1 0,-1-1 0,1 1 0,-1-1 0,1 1 0,-1-1 0,0 0 0,0 1 0,0-1 0,0-2 0,-1 3 0,1-1 0,-1 1 0,1 0 0,-1 0 0,0 0 0,1 0 0,-1 0 0,0 0 0,0 0 0,0 0 0,0 0 0,0 0 0,0 0 0,0 1 0,0-1 0,0 0 0,-2 0 0,-4-2 0,-1 0 0,0 0 0,-1 1 0,1 0 0,-14-1 0,-29-1 0,-83 3 0,-56 14 0,156-10 0,-319 35-1123,-373 89-1,615-102-4820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7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1067 24575,'8'-9'0,"-2"0"0,1-1 0,8-18 0,2-3 0,31-46 0,-5-2 0,56-140 0,-80 168 0,-3 0 0,-2-2 0,-2 0 0,-3 0 0,5-95 0,-14 122 0,-4-47 0,3 67 0,0-1 0,0 0 0,-1 1 0,0-1 0,0 1 0,0 0 0,-1 0 0,0 0 0,0 0 0,0 0 0,-1 1 0,-6-8 0,10 13 0,-1-1 0,0 0 0,0 0 0,0 0 0,0 1 0,0-1 0,0 0 0,0 1 0,0-1 0,0 1 0,0-1 0,0 1 0,0 0 0,-1-1 0,1 1 0,0 0 0,0 0 0,0 0 0,0 0 0,-1 0 0,1 0 0,0 0 0,0 0 0,0 0 0,-1 1 0,1-1 0,0 0 0,0 1 0,0-1 0,0 1 0,0-1 0,0 1 0,0 0 0,0-1 0,0 1 0,-1 1 0,-2 2 0,0 0 0,0 1 0,0-1 0,0 1 0,1 0 0,-4 7 0,-7 15 8,2 2 0,0-1-1,-12 52 1,-15 99-93,31-134 11,-77 586-623,48 6 753,31-493-675,-28 168 1,18-230-5567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7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1 663 24575,'9'-29'0,"2"1"0,2 1 0,0 0 0,2 0 0,0 2 0,27-34 0,-30 46 0,0 0 0,1 0 0,0 1 0,0 1 0,1 0 0,1 1 0,0 1 0,0 0 0,1 1 0,0 0 0,1 2 0,18-6 0,-12 6 0,0 1 0,0 1 0,1 2 0,-1 0 0,1 1 0,-1 1 0,30 5 0,-40-3 0,0 0 0,-1 2 0,1-1 0,-1 2 0,1-1 0,14 10 0,-20-10 0,1 1 0,-1 0 0,-1 0 0,1 0 0,-1 1 0,0 0 0,0 1 0,0-1 0,-1 1 0,6 11 0,-9-15 0,0 0 0,0 1 0,-1-1 0,0 0 0,1 1 0,-1 0 0,-1-1 0,1 1 0,0 0 0,-1-1 0,0 1 0,0 0 0,0 0 0,0-1 0,0 1 0,-1 0 0,0-1 0,0 1 0,0 0 0,0-1 0,0 1 0,-1-1 0,0 0 0,1 1 0,-1-1 0,0 0 0,-1 0 0,1 0 0,-5 5 0,3-5 0,0 0 0,0 0 0,0 0 0,0 0 0,-1 0 0,1-1 0,-1 0 0,0 0 0,1 0 0,-1-1 0,0 1 0,0-1 0,0 0 0,0-1 0,0 1 0,0-1 0,0 0 0,0 0 0,0-1 0,0 1 0,-9-3 0,12 2 0,-1 0 0,1 1 0,0-1 0,-1-1 0,1 1 0,0 0 0,-1-1 0,1 1 0,0-1 0,0 1 0,0-1 0,1 0 0,-1 0 0,0 0 0,1 0 0,-3-4 0,2 2 0,0 0 0,1 0 0,-1 0 0,1-1 0,0 1 0,0 0 0,1-1 0,-1 1 0,1-6 0,1-3 0,0 0 0,1 0 0,0 0 0,1 1 0,8-24 0,1 9-97,0 0-1,2 1 1,1 0-1,1 1 1,1 1-1,1 0 1,2 2-1,0 0 1,1 1-1,1 1 1,0 1-1,2 1 0,41-24 1,-36 27-6729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8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183 221 24575,'6'-1'0,"0"0"0,0 0 0,0-1 0,-1 0 0,1 0 0,0 0 0,-1 0 0,0-1 0,1 0 0,-1 0 0,0-1 0,-1 0 0,1 1 0,0-1 0,-1-1 0,0 1 0,0-1 0,-1 0 0,1 1 0,-1-2 0,0 1 0,0 0 0,-1 0 0,1-1 0,1-8 0,-4 14 0,1-1 0,-1 0 0,0 0 0,0 1 0,0-1 0,0 0 0,0 0 0,0 0 0,0 1 0,0-1 0,0 0 0,0 0 0,-1 1 0,1-1 0,0 0 0,0 0 0,-1 1 0,1-1 0,-1 0 0,1 1 0,0-1 0,-1 0 0,1 1 0,-1-1 0,1 1 0,-1-1 0,0 0 0,-1 1 0,1-1 0,0 1 0,-1-1 0,1 1 0,-1 0 0,1 0 0,0 0 0,-1 0 0,1 0 0,-1 0 0,1 0 0,-1 0 0,-1 1 0,-6 1 0,0 1 0,0 0 0,-12 6 0,3 1 0,0 0 0,0 1 0,1 0 0,1 2 0,0 0 0,0 1 0,1 0 0,1 1 0,1 1 0,0 0 0,1 1 0,-13 22 0,23-34 0,0 0 0,0 1 0,0-1 0,1 0 0,-1 0 0,1 1 0,0-1 0,1 1 0,0-1 0,-1 1 0,2-1 0,-1 1 0,1-1 0,0 1 0,0-1 0,3 11 0,-2-12 0,0-1 0,-1 1 0,1 0 0,1-1 0,-1 0 0,0 1 0,1-1 0,0 0 0,0 0 0,0-1 0,0 1 0,0 0 0,0-1 0,1 0 0,-1 0 0,1 0 0,0 0 0,0-1 0,-1 1 0,1-1 0,0 0 0,0 0 0,6 0 0,-5 0 0,1-1 0,-1 1 0,0-1 0,0-1 0,0 1 0,0-1 0,0 0 0,0 0 0,0 0 0,0-1 0,0 0 0,0 0 0,-1 0 0,1-1 0,-1 1 0,0-1 0,1 0 0,-1 0 0,0 0 0,-1-1 0,1 0 0,-1 1 0,1-1 0,-1 0 0,4-9 0,-2 4 0,0 0 0,-1 0 0,0-1 0,-1 1 0,0-1 0,-1 0 0,0 0 0,0 0 0,-1 0 0,-1-1 0,0-19 0,0 43 0,0-3 0,0-1 0,1 1 0,0 0 0,1 0 0,4 16 0,-5-23 0,1 0 0,-1 1 0,1-1 0,0 0 0,0 0 0,0 0 0,0 0 0,0-1 0,1 1 0,-1 0 0,1-1 0,0 0 0,0 0 0,0 1 0,0-2 0,0 1 0,5 2 0,-3-3 0,-1 1 0,1-1 0,0-1 0,0 1 0,-1-1 0,1 0 0,0 0 0,0 0 0,0 0 0,0-1 0,7-2 0,5-2 0,0-2 0,0 0 0,0-1 0,-1-1 0,25-16 0,-11 4 0,-2 0 0,-1-2 0,32-33 0,-47 44 0,-1-1 0,-1 0 0,0-1 0,-1 0 0,0 0 0,-1-1 0,-1 0 0,0-1 0,5-17 0,-12 30 0,1 0 0,0-1 0,-1 1 0,0 0 0,1 0 0,-1 0 0,0 0 0,-1-1 0,1 1 0,-1 0 0,1 0 0,-1 0 0,0 0 0,0 0 0,0 0 0,-1 0 0,-1-3 0,2 4 0,0 1 0,-1 0 0,1-1 0,0 1 0,-1 0 0,1 0 0,0 0 0,-1 0 0,0 0 0,1 0 0,-1 1 0,1-1 0,-1 0 0,0 1 0,0-1 0,1 1 0,-1 0 0,0-1 0,0 1 0,1 0 0,-1 0 0,0 0 0,0 0 0,0 1 0,1-1 0,-1 0 0,0 1 0,0-1 0,1 1 0,-1 0 0,-2 1 0,-4 2 0,0 0 0,-1 1 0,1 1 0,1-1 0,-1 1 0,1 1 0,0-1 0,-7 11 0,5-7 0,0 1 0,1 1 0,1-1 0,0 2 0,-6 13 0,11-22 0,0 0 0,1 1 0,0-1 0,0 0 0,0 1 0,0-1 0,1 0 0,0 1 0,0 7 0,0-10 0,1 0 0,-1 0 0,1 0 0,-1 0 0,1-1 0,0 1 0,-1 0 0,1-1 0,0 1 0,0-1 0,0 1 0,0-1 0,1 1 0,-1-1 0,0 1 0,1-1 0,-1 0 0,1 0 0,-1 0 0,1 0 0,-1 0 0,1 0 0,0 0 0,-1-1 0,4 2 0,3 0 0,-5-1 0,-1-1 0,1 1 0,-1-1 0,0 1 0,1 0 0,-1 0 0,0 0 0,1 0 0,-1 0 0,0 1 0,0-1 0,0 1 0,0-1 0,0 1 0,0 0 0,-1 0 0,1 0 0,-1 0 0,1 0 0,-1 0 0,0 0 0,1 0 0,0 5 0,8 28 0,8 54 0,-7-32 0,-1-4 0,-1 1 0,-3 0 0,-3 95 0,-3-143 0,0 1 0,-1-1 0,0-1 0,-1 1 0,1 0 0,-1 0 0,0 0 0,-1-1 0,1 1 0,-1-1 0,0 0 0,-8 10 0,9-13 0,1-1 0,-1 1 0,0-1 0,0 1 0,0-1 0,0 1 0,0-1 0,0 0 0,0 0 0,0 0 0,0-1 0,0 1 0,-1 0 0,1-1 0,0 1 0,-1-1 0,1 0 0,0 0 0,-1 0 0,1 0 0,0 0 0,-1 0 0,1-1 0,0 1 0,0-1 0,-1 1 0,1-1 0,0 0 0,0 0 0,0 0 0,0 0 0,0-1 0,0 1 0,0 0 0,-3-4 0,0 0-105,0 0 0,0 0 0,0-1 0,1 1 0,0-1 0,0 0 0,1 0 0,-1 0 0,1-1 0,1 1 0,-1-1 0,-2-13 0,-4-17-6721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9.4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1 153 24575,'0'-2'0,"0"1"0,0-1 0,0 1 0,0-1 0,0 1 0,0-1 0,1 1 0,-1 0 0,0-1 0,1 1 0,-1-1 0,1 1 0,-1 0 0,1-1 0,0 1 0,1-2 0,-2 3 0,0 0 0,1 0 0,-1 0 0,0 0 0,1-1 0,-1 1 0,0 0 0,1 0 0,-1 0 0,0 0 0,1 0 0,-1 0 0,0 0 0,0 0 0,1 0 0,-1 0 0,0 0 0,1 0 0,-1 0 0,0 1 0,1-1 0,-1 0 0,0 0 0,0 0 0,1 0 0,-1 1 0,12 12 0,2 9 0,0 0 0,-2 2 0,-1-1 0,-1 1 0,-1 1 0,-1 0 0,7 39 0,-14-46 0,-5-24 0,-8-28 0,6 10 0,2 0 0,1 0 0,-1-44 0,4 53 0,1 0 0,1 0 0,0 1 0,1-1 0,1 1 0,0 0 0,9-22 0,-12 34 0,-1 0 0,1 0 0,0 1 0,0-1 0,0 0 0,0 1 0,0-1 0,0 0 0,1 1 0,-1-1 0,0 1 0,1 0 0,-1-1 0,1 1 0,-1 0 0,1 0 0,0 0 0,0 0 0,-1 0 0,1 1 0,0-1 0,0 0 0,0 1 0,0-1 0,0 1 0,2 0 0,-2 0 0,1 1 0,-1-1 0,1 1 0,-1 0 0,1 0 0,-1 0 0,1 1 0,-1-1 0,0 0 0,0 1 0,0 0 0,0-1 0,0 1 0,0 0 0,0 0 0,0 0 0,-1 0 0,3 5 0,12 22 0,-1 0 0,-1 1 0,-2 0 0,-1 1 0,9 41 0,-20-71 0,7 18 0,-7-19 0,1 0 0,-1 1 0,0-1 0,0 0 0,0 0 0,1 0 0,-1 1 0,0-1 0,0 0 0,1 0 0,-1 0 0,0 0 0,0 1 0,1-1 0,-1 0 0,0 0 0,1 0 0,-1 0 0,0 0 0,1 0 0,-1 0 0,0 0 0,0 0 0,1 0 0,-1 0 0,0 0 0,1 0 0,-1 0 0,0 0 0,0 0 0,1-1 0,-1 1 0,0 0 0,1 0 0,-1 0 0,0 0 0,0 0 0,1-1 0,-1 1 0,0 0 0,0 0 0,0 0 0,1-1 0,-1 1 0,0 0 0,0 0 0,0-1 0,0 1 0,1 0 0,-1-1 0,0 1 0,0 0 0,0 0 0,0-1 0,0 1 0,0 0 0,0-1 0,11-20 0,16-41 0,-19 41 0,1 0 0,19-31 0,-25 47 0,1 0 0,-1 0 0,1 0 0,0 1 0,1-1 0,-1 1 0,1 0 0,6-4 0,-9 7 0,-1 1 0,0-1 0,0 0 0,0 1 0,0 0 0,0-1 0,1 1 0,-1 0 0,0 0 0,0-1 0,1 1 0,-1 0 0,0 0 0,1 0 0,-1 1 0,0-1 0,0 0 0,2 1 0,-1 0 0,-1 0 0,1 0 0,-1 0 0,1 0 0,-1 0 0,1 1 0,-1-1 0,0 0 0,1 1 0,-1-1 0,0 1 0,0 0 0,0-1 0,0 1 0,-1 0 0,2 1 0,3 12 0,-1 0 0,0 0 0,2 16 0,-4-20 0,-1-1 0,2 1 0,-1-1 0,2 0 0,-1 1 0,1-1 0,1-1 0,7 13 0,-10-20 0,0 0 0,0 1 0,1-1 0,-1 0 0,1 0 0,0-1 0,-1 1 0,1 0 0,0-1 0,0 0 0,0 0 0,0 0 0,1 0 0,-1 0 0,0 0 0,0-1 0,0 1 0,1-1 0,-1 0 0,0 0 0,0-1 0,1 1 0,-1-1 0,0 1 0,0-1 0,0 0 0,5-2 0,2 0 0,-1-1 0,0 0 0,0-1 0,0 0 0,-1 0 0,1-1 0,13-12 0,-16 11 0,1 0 0,-2-1 0,1 1 0,-1-1 0,0-1 0,0 1 0,-1-1 0,0 0 0,-1 0 0,4-17 0,-4 15 0,-1-1 0,-1 1 0,1-1 0,-2 1 0,0-1 0,0 1 0,-1-1 0,-5-19 0,6 29 0,0 0 0,-1 1 0,1-1 0,-1 0 0,0 0 0,0 1 0,1-1 0,-1 0 0,0 1 0,-1-1 0,1 1 0,-2-3 0,-6 4 0,-1 11 0,6-1 0,0 0 0,1 0 0,0 1 0,1-1 0,0 1 0,1-1 0,0 1 0,0 10 0,1-4 0,1-1 0,0 0 0,1 0 0,8 26 0,-9-38-85,0 0 0,1 0-1,-1-1 1,1 1 0,0 0-1,0 0 1,0-1 0,1 0-1,-1 1 1,1-1 0,0 0-1,0 0 1,0 0 0,0-1-1,7 6 1,8 0-6741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39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24575,'0'-2'0,"0"-5"0,0 2 0,0 5 0,0 6 0,3 7 0,1 4 0,2 5 0,1 2 0,2 3 0,-1 2 0,-2-1 0,-1-2 0,-2-2 0,-2-3 0,0-2 0,-1-7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0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0 364 24575,'11'-24'0,"5"-12"0,-15 34 0,0 0 0,0 0 0,1 0 0,-1 0 0,1 0 0,-1 0 0,1 1 0,0-1 0,0 0 0,0 1 0,0 0 0,2-2 0,-3 3 0,-1 0 0,1-1 0,0 1 0,0 0 0,-1 0 0,1 0 0,0 0 0,0 0 0,-1 0 0,1 0 0,0 0 0,0 0 0,0 1 0,-1-1 0,1 0 0,0 0 0,-1 1 0,1-1 0,0 0 0,0 1 0,-1-1 0,1 1 0,-1-1 0,1 1 0,0-1 0,-1 1 0,1-1 0,-1 1 0,1 0 0,-1-1 0,0 1 0,1 0 0,-1-1 0,0 1 0,1 0 0,-1 0 0,0 1 0,10 32 0,-9-32 0,7 55 0,-6-39 0,1 0 0,0-1 0,1 1 0,1-1 0,0 0 0,14 28 0,-16-41 0,0 1 0,1-1 0,0 0 0,0 0 0,0 0 0,0 0 0,1-1 0,-1 1 0,1-1 0,0-1 0,0 1 0,7 2 0,-4-1 0,0-1 0,0-1 0,1 0 0,0 0 0,-1 0 0,1-1 0,9 0 0,-14-2 0,-1 1 0,1-1 0,-1 0 0,1 0 0,-1 0 0,0-1 0,0 1 0,1-1 0,-1 1 0,0-1 0,0 0 0,-1-1 0,1 1 0,0 0 0,-1-1 0,1 1 0,-1-1 0,0 0 0,0 0 0,0 0 0,0 0 0,-1 0 0,2-4 0,5-10 0,-1 1 0,-1-2 0,4-17 0,-10 34 0,9-34 0,-3 0 0,0-1 0,-3 1 0,-1-1 0,-1 0 0,-2 0 0,-2 1 0,-10-52 0,11 78 0,-1-1 0,-1 1 0,1-1 0,-2 1 0,-6-12 0,10 19 0,-1 0 0,1 0 0,-1 0 0,0 0 0,1 0 0,-1 1 0,0-1 0,0 0 0,0 1 0,0-1 0,0 1 0,-3-1 0,4 1 0,0 1 0,-1 0 0,1 0 0,0-1 0,-1 1 0,1 0 0,0 0 0,-1 1 0,1-1 0,0 0 0,0 0 0,-1 0 0,1 1 0,0-1 0,0 1 0,-1-1 0,1 1 0,0 0 0,0-1 0,0 1 0,0 0 0,0 0 0,0-1 0,-2 3 0,0 1 0,-1 1 0,1-1 0,0 1 0,0 0 0,0-1 0,1 1 0,0 1 0,0-1 0,0 0 0,1 0 0,-1 1 0,1-1 0,0 1 0,0 8 0,1 1 0,0 0 0,0 0 0,2 0 0,3 17 0,2-1 0,1 0 0,1-1 0,2 0 0,0 0 0,3-1 0,0-1 0,2 0 0,32 42 0,-29-49-1365,-2-6-5461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0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24575,'6'-3'0,"4"-1"0,7-3 0,9-3 0,12-2 0,8-3 0,8-1 0,6-1 0,2 3 0,-4 0 0,-12 3-8191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1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662 77 24575,'83'-77'0,"-121"97"0,-13 15 0,3 2 0,-76 75 0,94-81 0,2 1 0,2 2 0,1 1 0,-37 67 0,39-54 0,2 0 0,2 1 0,2 0 0,2 2 0,3 0 0,1 0 0,3 1 0,3 0 0,1 1 0,3-1 0,2 1 0,2-1 0,3 0 0,2 0 0,29 98 0,50 86 0,4 13 0,-79-207 0,-2 0 0,-2 0 0,-1 1 0,1 51 0,-8-59 0,-2-1 0,0 0 0,-3 1 0,0-1 0,-3-1 0,0 1 0,-23 53 0,23-69 0,0 0 0,-2 0 0,0-1 0,0 0 0,-2-1 0,0-1 0,-1 0 0,0 0 0,-2-1 0,1-1 0,-2 0 0,1-1 0,-2-1 0,-30 16 0,35-22 0,0-1 0,0 0 0,0-1 0,-1-1 0,-12 2 0,13-2 0,12-2 0,-1 0 0,1 0 0,0 0 0,-1 0 0,1 0 0,0 0 0,0 0 0,-1 0 0,1 0 0,0 0 0,0 0 0,-1 1 0,1-1 0,0 0 0,0 0 0,-1 0 0,1 0 0,0 1 0,0-1 0,0 0 0,-1 0 0,1 1 0,0-1 0,0 0 0,0 0 0,0 1 0,0-1 0,-1 0 0,1 0 0,0 1 0,0-1 0,0 0 0,0 0 0,0 1 0,0-1 0,0 0 0,0 1 0,0-1 0,0 0 0,0 0 0,0 1 0,0-1 0,0 0 0,1 0 0,-1 1 0,0-1 0,0 0 0,0 1 0,0-1 0,0 0 0,0 0 0,1 0 0,-1 1 0,0-1 0,0 0 0,0 0 0,1 1 0,14 16 0,-10-12 0,16 17 0,-1 2 0,-1 1 0,21 36 0,-34-49 0,0 0 0,0 1 0,-2-1 0,1 1 0,-2 0 0,1 0 0,-2 0 0,0 1 0,-1-1 0,0 19 0,-2-9 0,-2 1 0,-1-1 0,0 0 0,-2 0 0,-1 0 0,-9 22 0,-68 129 0,30-68 0,46-90 0,1-2 0,0 0 0,1 0 0,1 1 0,0-1 0,0 1 0,2 0 0,-3 22 0,6-35-80,0 0 0,0 0-1,0 0 1,0 0 0,1 0-1,-1 0 1,1 1 0,-1-1-1,1 0 1,0 0 0,0-1 0,0 1-1,0 0 1,0 0 0,0 0-1,2 1 1,7 6-6746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2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9118 105 24575,'0'-3'0,"0"0"0,0 0 0,-1 0 0,1 0 0,-1 0 0,0 0 0,0 0 0,0 0 0,0 0 0,0 1 0,0-1 0,-1 0 0,1 1 0,-1-1 0,0 1 0,0 0 0,0 0 0,0-1 0,0 1 0,0 0 0,-1 1 0,1-1 0,-1 0 0,1 1 0,-1-1 0,0 1 0,-4-2 0,-5-1 0,-1 1 0,0 0 0,-1 0 0,-23 0 0,31 2 0,-476-19-730,-5 27-120,429-6 835,-1754 100-4652,6 103 0,235 53 4008,10 47-4,981-181 1694,10 22 6555,540-137-7971,13-4-3787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3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152 550 24575,'-7'-6'0,"0"1"0,-1-1 0,-9-5 0,-17-13 0,27 18 0,0-1 0,0 0 0,1 0 0,-1-1 0,2 0 0,-1 0 0,1 0 0,1-1 0,-1 0 0,2 0 0,-1 0 0,1 0 0,0-1 0,1 1 0,0-1 0,1 1 0,0-1 0,0 0 0,1 0 0,0 1 0,1-1 0,0 0 0,1 1 0,0-1 0,0 1 0,5-12 0,-3 7 0,1 1 0,0 0 0,1 0 0,1 1 0,0 0 0,1 0 0,15-19 0,-20 27 0,0 1 0,1 0 0,-1 0 0,0 0 0,1 1 0,-1-1 0,1 1 0,0 0 0,0 0 0,0 0 0,0 0 0,0 1 0,1 0 0,-1-1 0,0 2 0,1-1 0,-1 0 0,0 1 0,1 0 0,-1 0 0,1 0 0,-1 1 0,0-1 0,1 1 0,-1 0 0,0 1 0,0-1 0,7 4 0,-1 0 0,-1 0 0,0 1 0,0 0 0,-1 1 0,0 0 0,0 0 0,-1 1 0,0 0 0,0 0 0,0 1 0,-1 0 0,-1 0 0,0 0 0,5 12 0,1 3 0,-2 2 0,0-1 0,-2 1 0,7 39 0,-11-41 0,0-1 0,-2 1 0,-1 0 0,0-1 0,-2 1 0,0-1 0,-2 1 0,-9 32 0,13-55 0,-1 1 0,1-1 0,0 0 0,-1 0 0,1 0 0,-1 1 0,1-1 0,-1 0 0,0 0 0,1 0 0,-1 0 0,0 0 0,-1 2 0,1-4 0,1 1 0,0 0 0,0-1 0,-1 1 0,1 0 0,0-1 0,-1 1 0,1 0 0,0-1 0,0 1 0,0 0 0,-1-1 0,1 1 0,0-1 0,0 1 0,0-1 0,0 1 0,0 0 0,0-1 0,0 1 0,0-1 0,0 1 0,0-1 0,0 0 0,0-40 0,7 3 0,1 0 0,2 1 0,16-40 0,55-103 0,-80 179 0,42-75 0,-38 69 0,0 0 0,0 0 0,1 1 0,-1 0 0,1 0 0,1 0 0,13-9 0,-19 14 0,0 0 0,0 1 0,1-1 0,-1 0 0,0 1 0,0-1 0,1 1 0,-1-1 0,0 1 0,1 0 0,-1 0 0,0-1 0,1 1 0,-1 0 0,0 0 0,1 1 0,-1-1 0,0 0 0,1 0 0,-1 0 0,0 1 0,1-1 0,-1 1 0,0-1 0,2 2 0,-1 0 0,0-1 0,0 1 0,0 0 0,0 1 0,-1-1 0,1 0 0,0 0 0,-1 1 0,0-1 0,0 1 0,2 4 0,1 7 0,-1-1 0,0 1 0,2 25 0,-5 45 0,1 4 0,-1-87 0,0-1 0,0 0 0,0 0 0,0 0 0,0 1 0,0-1 0,0 0 0,0 0 0,0 0 0,0 0 0,0 1 0,1-1 0,-1 0 0,0 0 0,0 0 0,0 0 0,0 0 0,0 1 0,1-1 0,-1 0 0,0 0 0,0 0 0,0 0 0,0 0 0,1 0 0,-1 0 0,0 0 0,0 0 0,0 1 0,0-1 0,1 0 0,-1 0 0,0 0 0,0 0 0,0 0 0,1 0 0,-1 0 0,0 0 0,0 0 0,0-1 0,1 1 0,-1 0 0,0 0 0,0 0 0,0 0 0,0 0 0,1 0 0,-1 0 0,0 0 0,0 0 0,0-1 0,0 1 0,0 0 0,1 0 0,-1 0 0,0 0 0,0 0 0,0-1 0,0 1 0,0 0 0,0 0 0,0 0 0,0 0 0,0-1 0,0 1 0,1 0 0,-1 0 0,0-1 0,10-12 0,52-84 0,-23 34 0,80-99 0,-114 156 0,0 1 0,1-1 0,-1 1 0,1 1 0,7-6 0,-12 9 0,0 0 0,0 1 0,0-1 0,0 1 0,1-1 0,-1 1 0,0-1 0,0 1 0,0 0 0,0 0 0,1-1 0,-1 1 0,0 0 0,0 0 0,1 0 0,-1 0 0,0 0 0,0 1 0,0-1 0,1 0 0,-1 0 0,0 1 0,0-1 0,0 1 0,0-1 0,0 1 0,0 0 0,0-1 0,0 1 0,0 0 0,0 0 0,0-1 0,0 1 0,0 0 0,-1 0 0,1 0 0,0 0 0,0 0 0,0 2 0,2 4 0,1 0 0,-2 0 0,1 1 0,-1 0 0,0-1 0,0 1 0,0 14 0,0 62 0,-2-53 0,-4 296-1365,4-283-5461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3.7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121 599 24575,'-3'-6'0,"-3"10"0,-7 12 0,12-15 0,-12 19 0,1 0 0,0 1 0,2 0 0,0 1 0,2 0 0,0 0 0,2 1 0,0-1 0,1 2 0,2-1 0,0 0 0,1 31 0,2-52 0,0 1 0,1-1 0,-1 1 0,0-1 0,1 1 0,0-1 0,-1 1 0,1-1 0,0 0 0,2 4 0,-2-5 0,-1 0 0,1-1 0,-1 1 0,1-1 0,0 1 0,-1-1 0,1 0 0,-1 1 0,1-1 0,0 0 0,-1 1 0,1-1 0,0 0 0,0 0 0,-1 0 0,1 1 0,0-1 0,-1 0 0,1 0 0,0 0 0,0 0 0,-1 0 0,1 0 0,0-1 0,-1 1 0,1 0 0,0 0 0,0 0 0,-1-1 0,1 1 0,0 0 0,-1-1 0,1 1 0,-1-1 0,1 1 0,-1 0 0,1-1 0,0 1 0,0-2 0,5-4 0,0 1 0,0-2 0,-1 1 0,1 0 0,-1-1 0,-1 0 0,1-1 0,4-10 0,0-4 0,13-39 0,-18 44 0,1 0 0,-2-1 0,0 0 0,-1 0 0,-1 0 0,-2-32 0,0 43 0,0-1 0,0 1 0,0-1 0,-1 1 0,-1 0 0,1 0 0,-1 0 0,0 0 0,0 0 0,-1 0 0,0 1 0,0 0 0,-1 0 0,0 0 0,0 0 0,0 1 0,-1-1 0,-9-6 0,15 12 0,0 0 0,0 0 0,-1 0 0,1 0 0,0 0 0,0 0 0,0 0 0,-1 0 0,1-1 0,0 1 0,0 0 0,0 0 0,0 0 0,-1 0 0,1-1 0,0 1 0,0 0 0,0 0 0,0 0 0,0-1 0,0 1 0,-1 0 0,1 0 0,0 0 0,0-1 0,0 1 0,0 0 0,0 0 0,0-1 0,0 1 0,0 0 0,0 0 0,0-1 0,0 1 0,0 0 0,0-1 0,10-3 0,24 0 0,-22 3 0,333-54 0,-252 39 0,-67 12 0,-14 3 0,-1-1 0,0 0 0,1-1 0,-1 0 0,21-9 0,-32 12 0,1-1 0,-1 1 0,1 0 0,-1 0 0,1 0 0,-1-1 0,1 1 0,-1 0 0,1-1 0,-1 1 0,0 0 0,1-1 0,-1 1 0,0-1 0,1 1 0,-1 0 0,0-1 0,1 1 0,-1-1 0,0 1 0,0-1 0,1 1 0,-1-1 0,0 1 0,0-1 0,0 0 0,0 0 0,0 1 0,-1-1 0,1 1 0,-1-1 0,1 1 0,0-1 0,-1 1 0,1-1 0,-1 1 0,1-1 0,-1 1 0,1 0 0,-1-1 0,0 1 0,1 0 0,-1 0 0,0-1 0,-31-7 0,24 7 0,-1 1 0,0-1 0,0 2 0,1-1 0,-1 1 0,0 0 0,1 1 0,-1 0 0,1 0 0,0 1 0,0 0 0,0 0 0,0 1 0,-12 8 0,11-6 0,1 1 0,1-1 0,0 2 0,0-1 0,0 1 0,1 0 0,0 0 0,0 1 0,1 0 0,0 0 0,1 0 0,-5 13 0,4-8 0,1 1 0,0-1 0,1 1 0,-2 27 0,5-35 0,0-1 0,0 1 0,0 0 0,1 0 0,0 0 0,0 0 0,1 0 0,0 0 0,0-1 0,0 1 0,1-1 0,5 9 0,-6-12 0,0 0 0,1-1 0,-1 1 0,1 0 0,0-1 0,-1 0 0,1 0 0,0 0 0,0 0 0,1 0 0,-1-1 0,0 1 0,1-1 0,-1 0 0,0 0 0,1 0 0,0 0 0,-1 0 0,1-1 0,-1 0 0,1 0 0,0 0 0,-1 0 0,1-1 0,-1 1 0,1-1 0,-1 0 0,5-1 0,4-2 0,0-1 0,0 1 0,-1-2 0,0 0 0,0 0 0,19-15 0,-14 7 0,0 0 0,-1-1 0,-1 0 0,0-1 0,-1-1 0,-1-1 0,-1 1 0,0-2 0,-1 1 0,-1-2 0,-1 1 0,-1-1 0,0 0 0,-2 0 0,0-1 0,-1 0 0,-2 0 0,1-26 0,-2-10 0,-4-1 0,-2 0 0,-16-75 0,16 111 0,5 22 0,0 0 0,0 0 0,0 0 0,0 0 0,0 0 0,0 0 0,0 0 0,-1 0 0,1 0 0,0 0 0,0 1 0,0-1 0,0 0 0,0 0 0,0 0 0,0 0 0,0 0 0,0 0 0,0 0 0,0 0 0,0 0 0,0 0 0,0 0 0,0 0 0,0 0 0,0 0 0,0 0 0,0 0 0,-1 0 0,1 0 0,0 0 0,0 0 0,0 0 0,0 0 0,0 0 0,0 0 0,0 0 0,0 0 0,0 0 0,0 0 0,0 0 0,0 0 0,0-1 0,0 1 0,0 0 0,0 0 0,-2 12 0,0 17 0,-6 175 0,0 22 0,8-160 0,13 90 0,-4-107-1365,1-12-5461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44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49 678 24575,'0'1'0,"0"-1"0,0 0 0,0 0 0,0 1 0,0-1 0,0 0 0,0 0 0,0 1 0,0-1 0,1 0 0,-1 0 0,0 1 0,0-1 0,0 0 0,0 0 0,1 0 0,-1 0 0,0 1 0,0-1 0,0 0 0,1 0 0,-1 0 0,0 0 0,0 0 0,1 0 0,-1 0 0,0 1 0,0-1 0,1 0 0,-1 0 0,0 0 0,0 0 0,1 0 0,-1 0 0,17-2 0,16-8 0,-21 5 0,5-1 0,29-15 0,-43 19 0,1 0 0,-1 0 0,0 0 0,0-1 0,0 1 0,0-1 0,0 1 0,0-1 0,-1 0 0,0 0 0,1 0 0,-1 0 0,0-1 0,2-5 0,-3 7 0,0 0 0,-1 1 0,0-1 0,1 0 0,-1 0 0,0 1 0,0-1 0,0 0 0,0 0 0,0 0 0,0 1 0,-1-1 0,1 0 0,-1 0 0,1 1 0,-1-1 0,0 0 0,1 1 0,-1-1 0,0 1 0,-2-3 0,1 1 0,0 1 0,-1 0 0,1 0 0,-1 0 0,0 0 0,1 0 0,-1 1 0,0-1 0,0 1 0,0 0 0,-4-1 0,0 0 0,1 0 0,0 1 0,-1 0 0,1 1 0,0-1 0,-1 1 0,1 0 0,-1 1 0,1 0 0,0 0 0,-12 3 0,12-1 0,0 1 0,1 0 0,-1 0 0,1 0 0,0 0 0,0 1 0,0 0 0,1 0 0,0 0 0,0 0 0,0 1 0,1 0 0,-1-1 0,2 1 0,-1 1 0,0-1 0,1 0 0,-1 7 0,-1 2 0,1 1 0,0-1 0,1 0 0,1 1 0,0-1 0,3 28 0,-1-37 0,0-1 0,0 1 0,0-1 0,0 0 0,1 1 0,0-1 0,0 0 0,0 0 0,1 0 0,0 0 0,0 0 0,0-1 0,0 1 0,1-1 0,0 0 0,5 4 0,-5-4 0,1-1 0,0 0 0,1 0 0,-1-1 0,0 1 0,1-1 0,-1-1 0,1 1 0,0-1 0,0 0 0,-1 0 0,1 0 0,0-1 0,0 0 0,8-1 0,6-1 0,0-2 0,0 0 0,-1-1 0,0 0 0,0-2 0,0-1 0,32-17 0,-25 9 0,0-1 0,0-1 0,-2-1 0,31-31 0,-36 31 0,-1-2 0,-1 0 0,-1-1 0,-1 0 0,-1-1 0,-1-1 0,-1 0 0,-1-1 0,16-52 0,-23 59 0,0 0 0,-1 0 0,-1 0 0,-1 0 0,0-1 0,-1 1 0,-1 0 0,-1-1 0,-1 1 0,0 0 0,-1 0 0,-1 0 0,-1 1 0,-1 0 0,-13-27 0,14 34 0,0 1 0,0 0 0,-1 0 0,0 0 0,-1 1 0,0 0 0,0 0 0,-1 1 0,-18-12 0,24 17 0,-1 0 0,1 0 0,-1 1 0,1-1 0,-1 1 0,0-1 0,0 1 0,0 0 0,0 1 0,1-1 0,-1 1 0,0 0 0,0 0 0,0 0 0,0 0 0,0 1 0,0-1 0,0 1 0,0 0 0,0 0 0,1 1 0,-1-1 0,0 1 0,1 0 0,-1 0 0,1 0 0,0 0 0,-1 0 0,1 1 0,0-1 0,-2 4 0,-3 4 0,0 0 0,1 0 0,1 1 0,0 0 0,0 0 0,1 0 0,0 1 0,1 0 0,0 0 0,-2 15 0,1 2 0,1 0 0,1-1 0,2 40 0,3-32 0,1 0 0,2 0 0,1 0 0,2-1 0,20 55 0,-19-66 0,1 0 0,2-1 0,0 0 0,1-1 0,2 0 0,0-1 0,1-1 0,30 29 0,-37-41 0,1 0 0,0-1 0,0 0 0,1-1 0,0 0 0,0 0 0,0-2 0,1 1 0,-1-1 0,1-1 0,15 3 0,-17-5 0,1 0 0,0 0 0,-1-1 0,1 0 0,0 0 0,-1-2 0,1 1 0,-1-1 0,1-1 0,-1 0 0,0 0 0,0-1 0,11-5 0,-20 8 25,0 1-82,-1 0-1,1-1 0,-1 1 0,1 0 0,-1 0 0,1-1 0,0 1 0,-1 0 0,1-1 0,-1 1 0,0-1 0,1 1 0,-1-1 0,1 1 0,-1-1 0,0 1 1,1-1-1,-1 1 0,0-1 0,1 1 0,-1-1 0,0 1 0,1-2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2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24575,'3'43'0,"2"0"0,16 65 0,36 113 0,223 674 0,-164-563 0,-26 5 0,-71-258-1365,-15-69-5461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3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12 179 24575,'0'0'0,"-1"0"0,1 0 0,-1 0 0,1 0 0,-1 0 0,1 0 0,0 0 0,-1 0 0,1 0 0,-1 0 0,1 1 0,-1-1 0,1 0 0,0 0 0,-1 0 0,1 1 0,0-1 0,-1 0 0,1 1 0,0-1 0,-1 0 0,1 1 0,0-1 0,0 0 0,-1 1 0,1-1 0,0 0 0,0 1 0,-1-1 0,1 1 0,0-1 0,0 1 0,0-1 0,0 0 0,0 1 0,0-1 0,0 1 0,0-1 0,0 1 0,0-1 0,0 1 0,0-1 0,0 0 0,0 1 0,0-1 0,1 1 0,-1-1 0,0 1 0,0-1 0,0 0 0,1 1 0,12 21 0,-3-11 0,0-1 0,2 0 0,-1-1 0,1-1 0,0 0 0,1 0 0,15 6 0,-2-2 0,1-1 0,46 12 0,-69-22 0,0 0 0,1 0 0,-1 0 0,0-1 0,0 1 0,0-1 0,0 0 0,1 0 0,-1-1 0,0 1 0,0-1 0,0 0 0,0 0 0,0 0 0,0-1 0,0 0 0,3-1 0,-2-1 0,-1 1 0,0-1 0,0 0 0,0 0 0,-1 0 0,1-1 0,-1 1 0,0-1 0,0 0 0,0 1 0,-1-2 0,3-6 0,4-16 0,0 0 0,8-60 0,4-10 0,-21 95-151,1 0-1,0 1 0,0-1 0,0 0 1,0 1-1,0-1 0,1 1 1,3-5-1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3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51 24575,'-3'-1'0,"1"0"0,-1 0 0,1 0 0,0 0 0,0 0 0,-1-1 0,1 1 0,0-1 0,0 1 0,0-1 0,0 0 0,1 0 0,-1 0 0,0 0 0,1 0 0,0 0 0,-1 0 0,1 0 0,-1-3 0,2 4 0,0 0 0,0 1 0,0-1 0,0 1 0,1-1 0,-1 1 0,0-1 0,0 0 0,1 1 0,-1-1 0,0 1 0,1-1 0,-1 1 0,0 0 0,1-1 0,-1 1 0,1-1 0,-1 1 0,1 0 0,-1-1 0,1 1 0,-1 0 0,1-1 0,-1 1 0,1 0 0,-1 0 0,1 0 0,0-1 0,-1 1 0,1 0 0,-1 0 0,2 0 0,22-2 0,-24 2 0,22 0 0,-1 1 0,1 2 0,-1 0 0,28 8 0,82 30 0,-124-39 0,303 119 0,-214-80 0,-70-32-1365,-8-2-5461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3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550 1 24575,'-1'5'0,"1"0"0,-2 0 0,1 0 0,-1 0 0,0 0 0,0-1 0,0 1 0,0 0 0,-1-1 0,-4 6 0,-5 10 0,-87 163 0,-154 217 0,100-193-1365,144-196-5461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3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24575,'4'1'0,"0"-1"0,0 1 0,1 0 0,-1 0 0,0 1 0,0-1 0,0 1 0,0 0 0,0 0 0,0 0 0,-1 0 0,1 1 0,-1-1 0,1 1 0,-1 0 0,0 0 0,0 0 0,0 1 0,3 6 0,6 7 0,-2 0 0,16 37 0,-22-45 0,27 65 0,-4 1 0,-3 1 0,16 93 0,22 240 0,-59-358 0,-2-35 0,0-1 0,0 0 0,2 0 0,3 16 0,-6-31 5,0-1 0,0 1 0,1 0 0,-1 0 0,0 0 0,0 0 0,0 0 0,0 0 0,0 0 0,0 0 0,0 0 0,0 0 0,1 0 0,-1 0-1,0 0 1,0-1 0,0 1 0,0 0 0,0 0 0,0 0 0,0 0 0,1 0 0,-1 0 0,0 0 0,0 0 0,0 0 0,0 0 0,0 0 0,0 1 0,0-1 0,1 0 0,-1 0 0,0 0-1,0 0 1,0 0 0,0 0 0,0 0 0,0 0 0,0 0 0,0 0 0,1 0 0,-1 0 0,0 0 0,0 1 0,0-1 0,0 0 0,0 0 0,0 0 0,0 0 0,0 0 0,0 0 0,0 0-1,0 0 1,0 1 0,0-1 0,0 0 0,0 0 0,0 0 0,0 0 0,0 0 0,0 0 0,0 1 0,0-1 0,0 0 0,0 0 0,0 0 0,0 0 0,0 0 0,3-8-1712,-1-7-5119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6:54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24575,'0'5'0,"1"-1"0,0 0 0,0 0 0,0 1 0,0-1 0,1 0 0,0 0 0,0 0 0,0 0 0,0-1 0,1 1 0,-1-1 0,1 1 0,0-1 0,0 0 0,6 5 0,6 5 0,1-1 0,21 12 0,6 3 0,2-2 0,69 30 0,-110-54 0,-1 1 0,1-1 0,-1 0 0,1 0 0,0-1 0,-1 1 0,1-1 0,0 0 0,-1 0 0,1 0 0,0 0 0,-1-1 0,1 1 0,0-1 0,-1 0 0,1 0 0,3-2 0,-2 0 0,1-1 0,-1 1 0,0-1 0,0-1 0,0 1 0,-1-1 0,1 1 0,-1-1 0,3-6 0,8-10 0,-1-1 0,-1 0 0,-1 0 0,18-49 0,-29 71 18,-1-1 0,0 0 0,1 0 0,-1 0 0,0 1 0,0-1 0,1 0 0,-1 0 0,0 0 0,0 0 0,0 0 0,0 0 0,0 1 0,0-1 0,-1 0 0,1 0 0,0 0 0,-1-1 0,1 2-100,-1-1 1,1 1 0,-1-1 0,0 1-1,1 0 1,-1 0 0,0-1-1,0 1 1,1 0 0,-1 0 0,0 0-1,1-1 1,-1 1 0,0 0 0,0 0-1,1 0 1,-1 0 0,0 1 0,0-1-1,0 0 1,-16 3-6745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2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6 101 24575,'2'-3'0,"-1"0"0,1 0 0,-1 0 0,0 0 0,0 0 0,0 0 0,0 0 0,0 0 0,-1-1 0,0 1 0,0 0 0,1 0 0,-2-1 0,1 1 0,0 0 0,-1 0 0,1 0 0,-1-1 0,-1-2 0,-7-22 0,6 22 0,3 7 0,276 994 0,-238-896-1365,-22-69-5461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2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406 48 24575,'16'-36'0,"-11"24"0,-12 24 0,-64 143 0,6 3 0,7 2 0,-70 321 0,42-29 0,79-419-1365,2-14-5461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2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0 24575,'3'0'0,"1"3"0,0 4 0,-4 3 0,-2 4 0,0 4 0,-3 9 0,-1 4 0,1 7 0,1 5 0,-2 4 0,1 3 0,-2-2 0,0 0 0,-2-5 0,1-4 0,2-9-8191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3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68 260 24575,'-1'1'0,"0"-1"0,0 0 0,0 1 0,0-1 0,0 1 0,0-1 0,0 1 0,0 0 0,0-1 0,0 1 0,0 0 0,0 0 0,0-1 0,1 1 0,-1 0 0,0 0 0,1 0 0,-1 0 0,0 0 0,1 0 0,0 0 0,-1 1 0,0 0 0,0 1 0,0 0 0,0 1 0,0-1 0,0 0 0,1 0 0,-1 0 0,1 4 0,1-4 0,-1 0 0,1 0 0,0 0 0,0 0 0,1-1 0,-1 1 0,1-1 0,-1 1 0,1-1 0,0 1 0,-1-1 0,1 0 0,1 0 0,-1 0 0,0 0 0,0 0 0,1 0 0,-1-1 0,1 1 0,-1-1 0,1 0 0,0 1 0,5 0 0,5 2 0,-1 0 0,1-1 0,26 3 0,-32-5 0,-1-1 0,1 0 0,-1 0 0,1 0 0,-1-1 0,1 0 0,-1 0 0,1-1 0,-1 1 0,0-2 0,1 1 0,-1-1 0,0 1 0,10-8 0,-12 7 0,0-1 0,0 0 0,0 1 0,-1-1 0,1-1 0,-1 1 0,0-1 0,0 1 0,-1-1 0,1 0 0,-1 0 0,0 0 0,0 0 0,-1 0 0,1 0 0,-1 0 0,0-1 0,0-7 0,-1 5 0,0-1 0,-1 0 0,0 1 0,0 0 0,-1-1 0,0 1 0,-1 0 0,1 0 0,-2 0 0,1 0 0,-1 0 0,0 1 0,-10-13 0,12 16 0,-1 1 0,1 0 0,-1 0 0,0 0 0,0 0 0,0 0 0,0 1 0,-1-1 0,1 1 0,-1 0 0,1 0 0,-1 0 0,0 1 0,0-1 0,0 1 0,0 0 0,0 0 0,0 0 0,0 1 0,0-1 0,0 1 0,0 0 0,0 0 0,0 1 0,0-1 0,0 1 0,0 0 0,0 0 0,0 0 0,-6 3 0,1 0 0,0 2 0,1-1 0,-1 1 0,1 1 0,0-1 0,1 1 0,-1 1 0,1-1 0,1 1 0,0 1 0,0-1 0,0 1 0,-5 11 0,1 1 0,1 0 0,1 0 0,1 1 0,-9 43 0,14-50 0,0 0 0,0 0 0,1 0 0,1 1 0,1-1 0,0 0 0,1 0 0,1 0 0,7 26 0,-7-34 0,0 0 0,0 0 0,0-1 0,1 0 0,0 1 0,0-1 0,0-1 0,1 1 0,0-1 0,0 1 0,0-1 0,1-1 0,0 1 0,0-1 0,0 0 0,0 0 0,1-1 0,-1 0 0,1 0 0,0-1 0,0 1 0,10 1 0,-8-3 0,1 1 0,0-1 0,0-1 0,0 1 0,0-2 0,0 1 0,0-2 0,0 1 0,0-1 0,11-4 0,-8 1 0,0-1 0,0 0 0,-1 0 0,0-1 0,0-1 0,18-15 0,-13 7 0,-1 0 0,0-1 0,-1 0 0,-1-1 0,-1-1 0,-1 0 0,0-1 0,15-37 0,-11 11 0,-3 0 0,14-82 0,-12 52 0,-9 54 0,-3 15 0,-4 13 0,-29 207 0,28-180 0,1-1 0,2 0 0,1 0 0,11 55 0,-11-81 0,-1 0 0,1-1 0,0 1 0,0-1 0,0 0 0,1 0 0,0 1 0,0-2 0,1 1 0,-1 0 0,1-1 0,0 1 0,0-1 0,6 5 0,-7-7 0,0-1 0,0 1 0,-1-1 0,1 0 0,0 0 0,0 0 0,0 0 0,1 0 0,-1 0 0,0-1 0,0 0 0,0 0 0,0 1 0,1-2 0,-1 1 0,0 0 0,0-1 0,0 1 0,0-1 0,0 0 0,0 0 0,0 0 0,0-1 0,0 1 0,0-1 0,-1 1 0,5-4 0,3-3 0,0 0 0,0-1 0,0 0 0,-1-1 0,15-20 0,32-62 0,-37 60 0,7-15 0,-15 25 0,18-26 0,-29 47 0,0 1 0,0 0 0,0 0 0,0 0 0,0-1 0,0 1 0,0 0 0,0 0 0,1-1 0,-1 1 0,0 0 0,0 0 0,0 0 0,0 0 0,0-1 0,1 1 0,-1 0 0,0 0 0,0 0 0,0 0 0,1 0 0,-1-1 0,0 1 0,0 0 0,1 0 0,-1 0 0,0 0 0,0 0 0,0 0 0,1 0 0,-1 0 0,0 0 0,0 0 0,1 0 0,-1 0 0,0 0 0,0 0 0,1 0 0,-1 0 0,0 0 0,0 0 0,1 0 0,-1 0 0,0 1 0,0-1 0,0 0 0,1 0 0,-1 0 0,4 16 0,-3 25 0,-1-39 0,0 15 0,0-1 0,0 1 0,2-1 0,0 0 0,6 24 0,-7-36 0,0-1 0,1 1 0,-1 0 0,1-1 0,0 1 0,0-1 0,0 1 0,0-1 0,1 0 0,-1 0 0,1 0 0,0 0 0,0-1 0,0 1 0,0-1 0,0 1 0,0-1 0,1 0 0,-1-1 0,1 1 0,0 0 0,-1-1 0,1 0 0,0 0 0,0 0 0,0 0 0,0-1 0,6 1 0,-4-1 0,0 0 0,-1-1 0,1 1 0,0-1 0,-1 0 0,1-1 0,-1 1 0,1-1 0,-1 0 0,0 0 0,0-1 0,0 0 0,0 0 0,0 0 0,0 0 0,-1-1 0,0 1 0,0-1 0,0-1 0,0 1 0,0 0 0,-1-1 0,0 0 0,0 1 0,0-1 0,-1 0 0,1-1 0,1-5 0,1-4 0,-1 1 0,0-1 0,-2 0 0,1 0 0,-2 0 0,0 0 0,0 0 0,-2 0 0,-3-23 0,1 20 0,0 0 0,-2 0 0,0 1 0,-1 0 0,-1 0 0,-1 1 0,-11-19 0,15 28 0,-1 0 0,0 1 0,0 0 0,-1 0 0,1 0 0,-1 1 0,-1-1 0,-6-3 0,8 6 0,0 0 0,0 1 0,0 0 0,0 0 0,0 0 0,0 1 0,0-1 0,-1 1 0,1 0 0,-1 1 0,1 0 0,0 0 0,-7 0 0,8 1-114,1-1 1,-1 1-1,0 0 0,0 0 0,0 0 1,1 0-1,-1 1 0,0 0 0,1 0 1,0 0-1,-6 4 0,-8 10-6712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3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256 130 24575,'3'-11'0,"1"0"0,1 1 0,0 0 0,0 0 0,1 0 0,0 0 0,0 1 0,16-16 0,-20 23 0,0 0 0,1-1 0,-1 1 0,1 1 0,0-1 0,0 0 0,0 0 0,0 1 0,0 0 0,0-1 0,0 1 0,0 1 0,0-1 0,1 0 0,-1 1 0,0-1 0,0 1 0,1 0 0,-1 0 0,0 0 0,1 1 0,-1-1 0,0 1 0,0 0 0,1 0 0,-1 0 0,0 0 0,0 0 0,0 1 0,0 0 0,-1-1 0,1 1 0,0 0 0,2 3 0,7 5 0,-1 1 0,-1 0 0,0 0 0,0 1 0,-1 1 0,-1 0 0,0 0 0,7 17 0,3 10 0,21 70 0,-27-67 0,-1 1 0,-2 1 0,-2 0 0,-3 0 0,-1 0 0,-2 0 0,-6 53 0,2-70 0,-1 0 0,-2 0 0,-1-1 0,-1 0 0,-1 0 0,-1 0 0,-2-1 0,0-1 0,-2 0 0,-1-1 0,-1-1 0,-30 36 0,24-37 26,0-1 0,-2 0 0,0-2 0,-40 24 0,22-20-665,-1-1-1,-50 18 1,-28 2-5764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4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493 26 24575,'-3'-2'0,"0"-1"0,0 1 0,0-1 0,-1 1 0,1 0 0,-1 0 0,1 1 0,-1-1 0,0 1 0,0 0 0,0 0 0,0 0 0,0 0 0,0 0 0,0 1 0,0 0 0,0 0 0,0 0 0,0 1 0,0-1 0,0 1 0,-4 1 0,-2 1 0,-1 0 0,0 1 0,1 1 0,-1 0 0,1 0 0,-15 12 0,5-1 0,0 1 0,2 0 0,0 1 0,1 2 0,1-1 0,1 2 0,0 0 0,-15 32 0,5-2 0,1 1 0,-26 92 0,37-100-41,3 0-1,1 1 0,3 0 0,1 1 1,2-1-1,3 1 0,1-1 0,13 80 1,-6-84 3,2-1 0,2 0 1,1-1-1,2-1 1,2 0-1,1-1 1,2-1-1,2-1 0,48 62 1,23 2-1203,-5-19-4960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7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0 170 24575,'4'-10'0,"-1"0"0,0 0 0,-1-1 0,0 0 0,-1 1 0,0-1 0,-1-19 0,1-12 0,-1 41 0,0 0 0,1-1 0,-1 1 0,0-1 0,0 1 0,1-1 0,-1 1 0,0 0 0,1-1 0,0 1 0,-1 0 0,1-1 0,0 1 0,-1 0 0,2-1 0,-1 1 0,-1 1 0,1 0 0,-1 0 0,1 0 0,-1-1 0,1 1 0,-1 0 0,1 0 0,-1 0 0,1 0 0,-1 0 0,1 0 0,-1 0 0,1 0 0,-1 0 0,1 0 0,-1 0 0,1 0 0,-1 1 0,1-1 0,-1 0 0,0 0 0,1 0 0,-1 1 0,1-1 0,-1 0 0,1 1 0,4 4 0,0-1 0,0 1 0,-1 0 0,7 10 0,-7-10 0,21 28 0,99 128 0,-98-131 0,1-2 0,2-1 0,37 28 0,-60-50 0,0-1 0,1 0 0,0 0 0,0-1 0,0 0 0,0 0 0,8 2 0,-13-5 0,1 1 0,-1-1 0,1 1 0,-1-1 0,1 0 0,-1 0 0,1 0 0,-1 0 0,1 0 0,-1-1 0,1 1 0,-1-1 0,0 1 0,1-1 0,-1 0 0,0 0 0,1 0 0,-1-1 0,0 1 0,0 0 0,0-1 0,0 1 0,0-1 0,0 0 0,1-2 0,4-5 0,-1-1 0,0 1 0,-1-2 0,0 1 0,-1 0 0,0-1 0,4-18 0,11-81 0,-18 105 0,5-69-1365,-6 57-5461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8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714 29 24575,'-21'-5'0,"-1"2"0,0 0 0,0 1 0,0 2 0,0 0 0,-42 6 0,37-1 0,1 0 0,0 2 0,0 1 0,0 1 0,-30 16 0,34-13 0,1 0 0,1 2 0,0 1 0,0 0 0,2 2 0,0 0 0,1 0 0,0 2 0,-13 21 0,13-15 0,1 0 0,2 2 0,0 0 0,2 0 0,1 2 0,1-1 0,-7 34 0,11-32 0,1-1 0,2 1 0,1 0 0,1-1 0,1 1 0,2 0 0,7 36 0,-4-42 0,0 0 0,2-1 0,1 1 0,1-2 0,1 1 0,1-1 0,1-1 0,0 0 0,20 23 0,-18-27 0,2 0 0,0-2 0,1 0 0,1 0 0,0-2 0,1 0 0,1-1 0,-1-1 0,2-1 0,-1-1 0,2 0 0,-1-2 0,1 0 0,0-2 0,0 0 0,1-2 0,-1 0 0,28-1 0,-27-2 0,0 0 0,0-2 0,0-1 0,0-1 0,0 0 0,-1-2 0,0-1 0,0 0 0,-1-2 0,0-1 0,0 0 0,-1-1 0,0-2 0,-1 0 0,-1-1 0,0 0 0,29-31 0,-27 19 0,-1 0 0,-1-1 0,-1-1 0,-1 0 0,-1-1 0,-2-1 0,17-56 0,-18 39 0,-2 0 0,-2 0 0,-1-1 0,-1-79 0,-6 97 0,-2 0 0,-1 0 0,-1 0 0,-1 1 0,-2-1 0,-12-33 0,14 50 0,0 1 0,-1 0 0,0 1 0,0-1 0,-1 1 0,-1 0 0,0 1 0,-1 0 0,1 0 0,-2 1 0,0 0 0,0 1 0,0 0 0,-1 0 0,0 1 0,-19-9 0,14 10-682,-31-8-1,-12 2-6143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8.6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495 1 24575,'13'57'0,"-15"-34"0,0 0 0,-1 1 0,-1-1 0,-1-1 0,-12 33 0,13-41 0,-144 372 0,-32-14 0,171-354 0,-8 17 0,-1-1 0,-35 49 0,51-80 0,-1-1 0,1 1 0,0-1 0,-1 0 0,1 0 0,-1 0 0,0 0 0,-3 2 0,6-4 0,-1 0 0,1 1 0,-1-1 0,1 0 0,-1 0 0,1 0 0,-1 0 0,1 0 0,-1 0 0,1 0 0,-1 0 0,1 0 0,-1 0 0,1 0 0,-1 0 0,1 0 0,-1 0 0,0 0 0,1 0 0,-1-1 0,0 1 0,1-1 0,-1 0 0,0 1 0,1-1 0,-1 0 0,1 0 0,-1 1 0,1-1 0,-1 0 0,1 0 0,-1 0 0,1 0 0,0 0 0,0 0 0,-1 0 0,1 1 0,0-3 0,0-17-1365,3-2-5461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9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0 24575,'-1'25'0,"-2"-1"0,-8 36 0,-1 10 0,11-61 0,-6 86 0,7-84 0,0 0 0,1-1 0,0 1 0,1-1 0,0 1 0,6 17 0,-7-27 0,-1 1 0,1 0 0,0-1 0,-1 1 0,1-1 0,0 1 0,0-1 0,0 1 0,0-1 0,1 1 0,-1-1 0,0 0 0,1 0 0,-1 0 0,0 0 0,1 0 0,-1 0 0,1 0 0,0 0 0,-1 0 0,1-1 0,0 1 0,-1-1 0,1 1 0,0-1 0,0 0 0,-1 0 0,1 1 0,0-1 0,0-1 0,-1 1 0,1 0 0,0 0 0,0-1 0,3 0 0,4-2 0,1-1 0,-1-1 0,0 1 0,0-1 0,9-7 0,-11 7 0,116-79 318,49-29-2001,-155 103-5143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19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1 189 24575,'0'-9'0,"-1"-10"0,5-31 0,-3 45 0,-1 0 0,2 0 0,-1 0 0,0 0 0,1 1 0,0-1 0,0 0 0,0 1 0,1 0 0,-1-1 0,6-4 0,-7 7 0,0 1 0,0 0 0,0 0 0,0 0 0,0 0 0,1 1 0,-1-1 0,0 0 0,1 0 0,-1 1 0,0-1 0,1 1 0,-1-1 0,1 1 0,-1 0 0,1-1 0,-1 1 0,0 0 0,1 0 0,-1 0 0,1 0 0,2 1 0,-1 0 0,1 0 0,-1 0 0,0 0 0,0 1 0,0-1 0,0 1 0,0 0 0,0 0 0,4 4 0,1 2 0,-1 0 0,0 0 0,0 1 0,0 0 0,7 13 0,-11-17 0,-1 1 0,1-1 0,-1 0 0,1 1 0,-2-1 0,1 1 0,-1 0 0,1 0 0,-2-1 0,1 1 0,-1 0 0,0 7 0,0-13 0,1 1 0,-1-1 0,0 0 0,0 1 0,0-1 0,0 0 0,0 1 0,0-1 0,0 0 0,0 1 0,0-1 0,-1 0 0,1 1 0,0-1 0,0 0 0,0 1 0,0-1 0,0 0 0,-1 0 0,1 1 0,0-1 0,0 0 0,0 1 0,-1-1 0,1 0 0,0 0 0,0 0 0,-1 1 0,1-1 0,0 0 0,-1 0 0,1 0 0,0 0 0,0 1 0,-1-1 0,1 0 0,0 0 0,-1 0 0,1 0 0,0 0 0,-1 0 0,1 0 0,-1 0 0,1 0 0,0 0 0,-1 0 0,1 0 0,0 0 0,-1 0 0,1 0 0,0-1 0,0 1 0,-1 0 0,1 0 0,0 0 0,-1 0 0,1-1 0,0 1 0,-1 0 0,0-2 0,0 1 0,-1-1 0,1 1 0,0-1 0,0 1 0,0-1 0,0 0 0,1 1 0,-2-4 0,1-2 0,0 1 0,0-1 0,1 0 0,0 0 0,0 1 0,0-1 0,1 0 0,0 0 0,1 1 0,-1-1 0,1 1 0,1-1 0,2-6 0,-2 6 0,1 0 0,-1 0 0,1 1 0,1-1 0,-1 1 0,1 0 0,0 0 0,0 0 0,1 1 0,0 0 0,8-6 0,-13 10 0,1 0 0,-1 0 0,1 0 0,-1 0 0,1 0 0,0 0 0,-1 0 0,1 0 0,0 1 0,0-1 0,0 1 0,-1 0 0,1-1 0,0 1 0,0 0 0,0 0 0,0 0 0,0 0 0,0 0 0,-1 1 0,1-1 0,0 1 0,0-1 0,0 1 0,0-1 0,-1 1 0,1 0 0,0 0 0,-1 0 0,1 0 0,-1 0 0,1 0 0,-1 1 0,0-1 0,1 0 0,-1 1 0,0-1 0,0 1 0,0-1 0,1 3 0,3 6 0,0 0 0,-1 0 0,-1 0 0,0 1 0,3 15 0,-6-25 0,3 11 36,1 0 0,0 0 0,10 18 0,-1-2-1545,-9-16-5317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0.1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696 76 24575,'-7'-3'0,"-1"1"0,0-1 0,0 1 0,-1 0 0,1 1 0,0 0 0,0 1 0,-1-1 0,1 1 0,-17 3 0,4 0 0,1 2 0,0 0 0,-23 9 0,3 2 0,1 1 0,0 2 0,1 2 0,2 2 0,-36 28 0,50-34 0,0 2 0,1 0 0,1 2 0,1 0 0,1 1 0,1 1 0,1 1 0,-21 40 0,32-55 0,1 1 0,0 0 0,0 1 0,1-1 0,0 1 0,1-1 0,0 1 0,1 0 0,0 0 0,1-1 0,0 1 0,1 0 0,0 0 0,0 0 0,1-1 0,1 1 0,0-1 0,0 1 0,1-1 0,0 0 0,1 0 0,0-1 0,1 1 0,12 15 0,-7-12 0,0-1 0,1 0 0,1-1 0,-1 0 0,2-1 0,-1 0 0,2-1 0,27 13 0,-22-14 0,0-1 0,1 0 0,0-2 0,0 0 0,1-1 0,30 1 0,-26-4 0,1-1 0,0-2 0,-1 0 0,1-2 0,-1-1 0,0-1 0,0-1 0,-1-2 0,0 0 0,0-2 0,38-22 0,-43 20 0,-1-1 0,0-1 0,-2 0 0,1-2 0,-2 0 0,0 0 0,-2-2 0,1 0 0,-2 0 0,-1-2 0,0 1 0,13-35 0,-18 36 0,-1-1 0,0 1 0,-1-1 0,-2 0 0,0-1 0,0 1 0,-2 0 0,-1-1 0,-1 1 0,0-1 0,-1 1 0,-2 0 0,0 0 0,-12-36 0,11 44 0,0 0 0,-1 1 0,0-1 0,0 1 0,-2 0 0,1 1 0,-1 0 0,-1 0 0,0 0 0,0 1 0,-1 1 0,-16-12 0,12 11 0,-1 1 0,0 1 0,0 0 0,-1 1 0,1 1 0,-1 0 0,0 1 0,-1 1 0,-22-2 0,-5 3-682,-58 3-1,36 4-6143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1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16 24575,'1'-1'0,"-1"1"0,0-1 0,0 1 0,0-1 0,0 0 0,0 1 0,0-1 0,0 0 0,0 1 0,0-1 0,0 0 0,-1 1 0,1-1 0,0 1 0,0-1 0,0 0 0,-1 1 0,1-1 0,0 1 0,-1-1 0,1 1 0,-1-1 0,1 1 0,-1-1 0,1 2 0,0-1 0,0 1 0,0 0 0,0 0 0,0 0 0,0-1 0,0 1 0,0 0 0,0 0 0,0 0 0,1-1 0,-1 1 0,0 0 0,1 0 0,-1-1 0,0 1 0,1 0 0,-1-1 0,1 1 0,0 1 0,30 42 0,68 73 0,-57-70 0,505 524 0,-500-529 0,1-2 0,3-3 0,1-2 0,67 34 0,-89-54 0,1-1 0,0-2 0,1-2 0,1 0 0,0-2 0,0-2 0,0-1 0,1-1 0,49-2 0,-42-5-195,-1-2 0,0-2 0,0-2 0,-1-1 0,0-2 0,48-22 0,5-8-6631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2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30 164 24575,'-3'-4'0,"0"0"0,0 0 0,1-1 0,-1 1 0,1 0 0,0-1 0,-2-7 0,-3-5 0,155 287 0,-134-246 0,3 6 0,24 31 0,-36-54 0,0 0 0,1-1 0,0 0 0,0 0 0,1 0 0,0-1 0,0 0 0,0 0 0,15 7 0,-20-11 0,1 0 0,-1-1 0,0 1 0,1-1 0,-1 1 0,1-1 0,-1 0 0,0 0 0,1 0 0,-1 0 0,1-1 0,-1 1 0,1-1 0,-1 1 0,0-1 0,1 0 0,-1 0 0,0 0 0,0 0 0,0 0 0,0 0 0,0-1 0,0 1 0,0-1 0,0 0 0,0 1 0,-1-1 0,1 0 0,-1 0 0,3-4 0,4-6 0,-1 0 0,-1 0 0,0-1 0,5-15 0,-9 24 0,22-69-341,-2-1 0,-4-1-1,14-120 1,-29 164-6485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2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24575,'3'0'0,"0"3"0,1 4 0,2 7 0,0 6 0,2 6 0,-1 7 0,2 3 0,-1 6 0,1 3 0,0 0 0,0-2 0,-1-5 0,-2-9-8191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2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99 100 24575,'-3'-6'0,"-4"-5"0,-3-6 0,-4 0 0,-1 0 0,-2 2 0,0 5 0,2 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3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0 225 24575,'2'12'0,"0"1"0,1-1 0,0 0 0,1 0 0,0 0 0,1 0 0,0-1 0,9 14 0,-10-16 0,-2-5 0,1 0 0,-1 0 0,1 0 0,-1 0 0,1 0 0,0 0 0,1-1 0,-1 1 0,1-1 0,4 3 0,-7-5 0,1 0 0,0 0 0,0 0 0,0-1 0,0 1 0,0 0 0,0-1 0,0 0 0,0 1 0,0-1 0,0 0 0,0 0 0,0 0 0,0 0 0,0-1 0,0 1 0,0 0 0,0-1 0,0 1 0,0-1 0,0 0 0,0 0 0,0 0 0,0 0 0,2-2 0,5-4 0,0 0 0,-1-1 0,0 0 0,0-1 0,-1 0 0,0 0 0,0 0 0,-1-1 0,-1 0 0,1 0 0,-2-1 0,1 1 0,-2-1 0,1 0 0,-1 0 0,-1 0 0,0-1 0,-1 1 0,0 0 0,-1-16 0,0 25 0,0-1 0,0 1 0,-1 0 0,1 0 0,-1-1 0,0 1 0,1 0 0,-1 0 0,0 0 0,0 0 0,-1 0 0,1 0 0,0 0 0,-1 0 0,1 1 0,-1-1 0,1 0 0,-1 1 0,0-1 0,0 1 0,-2-2 0,2 2 0,1 1 0,-1-1 0,0 1 0,0-1 0,0 1 0,1 0 0,-1-1 0,0 1 0,0 0 0,0 0 0,0 0 0,1 1 0,-1-1 0,0 0 0,0 1 0,1-1 0,-1 1 0,0 0 0,0-1 0,1 1 0,-1 0 0,1 0 0,-1 0 0,1 0 0,-1 0 0,1 1 0,-2 1 0,-10 10 0,1 0 0,0 1 0,1 0 0,1 1 0,0 0 0,1 1 0,1 0 0,-8 21 0,12-28 0,1 0 0,0 0 0,1 0 0,0 0 0,1 0 0,0 1 0,0-1 0,1 1 0,0-1 0,0 1 0,1-1 0,1 0 0,-1 1 0,1-1 0,1 0 0,0 0 0,6 13 0,-7-18 0,1 1 0,-1-1 0,1 1 0,0-1 0,0 0 0,1 0 0,-1-1 0,1 1 0,0-1 0,0 1 0,0-1 0,0-1 0,1 1 0,-1 0 0,1-1 0,-1 0 0,1 0 0,0 0 0,0-1 0,0 0 0,0 0 0,0 0 0,0 0 0,0-1 0,0 0 0,0 0 0,1 0 0,-1-1 0,0 0 0,0 1 0,0-2 0,0 1 0,8-4 0,-1 0 0,-1 0 0,1-1 0,-1 0 0,0-1 0,0-1 0,-1 1 0,0-2 0,0 1 0,-1-1 0,0-1 0,-1 0 0,11-15 0,-11 12 0,0-1 0,-1-1 0,9-27 0,-14 36 0,0 0 0,0 0 0,-1 0 0,0 0 0,0-1 0,-1 1 0,0 0 0,0 0 0,0-1 0,-1 1 0,0 0 0,-2-9 0,3 15 0,0-1 0,0 1 0,0 0 0,0 0 0,0-1 0,0 1 0,0 0 0,0 0 0,0-1 0,0 1 0,0 0 0,0-1 0,-1 1 0,1 0 0,0 0 0,0 0 0,0-1 0,0 1 0,0 0 0,-1 0 0,1-1 0,0 1 0,0 0 0,0 0 0,-1 0 0,1 0 0,0 0 0,0-1 0,0 1 0,-1 0 0,1 0 0,0 0 0,0 0 0,-1 0 0,1 0 0,0 0 0,0 0 0,-1 0 0,1 0 0,0 0 0,0 0 0,-1 0 0,-5 12 0,1 21 0,4 0 0,2 0 0,6 48 0,-5-65 0,1 0 0,1 0 0,0-1 0,1 0 0,1 1 0,0-2 0,10 17 0,-15-29 0,1 1 0,0 0 0,0-1 0,0 1 0,0-1 0,0 1 0,0-1 0,1 0 0,-1 0 0,1 0 0,-1 0 0,1 0 0,0-1 0,0 1 0,0-1 0,0 0 0,0 0 0,5 1 0,-4-1 0,0-1 0,0 0 0,-1-1 0,1 1 0,0-1 0,-1 1 0,1-1 0,0 0 0,-1-1 0,1 1 0,-1-1 0,0 1 0,6-5 0,2-2 0,0 0 0,-1-1 0,0-1 0,0 0 0,-1 0 0,-1 0 0,12-19 0,20-44 0,8-13 0,-47 84 0,0 1 0,0-1 0,0 1 0,0 0 0,0-1 0,1 1 0,-1 0 0,0-1 0,1 1 0,-1 0 0,1 0 0,-1 0 0,1 0 0,1 0 0,-2 1 0,0 0 0,0 0 0,0 0 0,0 0 0,-1 0 0,1 1 0,0-1 0,0 0 0,-1 1 0,1-1 0,0 0 0,0 1 0,-1-1 0,1 1 0,-1-1 0,1 1 0,0 0 0,-1-1 0,1 1 0,-1-1 0,1 1 0,-1 0 0,1 0 0,-1-1 0,0 1 0,1 0 0,-1 0 0,0-1 0,0 1 0,1 0 0,-1 0 0,0 0 0,17 69 0,-13-48 0,1-1 0,15 39 0,-19-55 0,2 0 0,-1-1 0,0 1 0,1-1 0,0 0 0,0 0 0,0 0 0,1 0 0,-1 0 0,1-1 0,0 0 0,0 1 0,0-1 0,0-1 0,0 1 0,1-1 0,7 3 0,-8-3 0,1-2 0,-1 1 0,1 0 0,-1-1 0,1 0 0,-1 0 0,1 0 0,0-1 0,-1 0 0,1 1 0,-1-2 0,1 1 0,-1 0 0,0-1 0,0 0 0,0 0 0,0 0 0,0 0 0,0-1 0,0 0 0,0 1 0,-1-2 0,4-3 0,6-5 0,-2-1 0,0-1 0,0 0 0,15-27 0,-16 23 0,-1-1 0,0 0 0,-2 0 0,0-1 0,-1 0 0,-1 0 0,-1 0 0,-1-1 0,1-36 0,-4 47 0,-1 0 0,0 0 0,0 0 0,-1 0 0,-1 1 0,1-1 0,-2 1 0,1-1 0,-9-14 0,8 17 0,-1 1 0,1-1 0,-2 1 0,1 0 0,0 1 0,-1-1 0,0 1 0,-1 0 0,1 1 0,-1-1 0,0 1 0,0 1 0,-11-5 0,-41-10-1365,1 7-5461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35 24575,'-3'-23'0,"0"13"0,3 10 0,0 0 0,0 0 0,0 0 0,0-1 0,0 1 0,0 0 0,0 0 0,0 0 0,0 0 0,0 0 0,0 0 0,0 0 0,0 0 0,0 0 0,0 0 0,0 0 0,-1 0 0,1 0 0,0 0 0,0 0 0,0-1 0,0 1 0,0 0 0,0 0 0,0 0 0,0 0 0,0 0 0,0 0 0,-1 0 0,1 0 0,0 0 0,0 0 0,0 0 0,0 0 0,0 0 0,0 0 0,0 0 0,0 0 0,0 1 0,0-1 0,-1 0 0,1 0 0,0 0 0,0 0 0,0 0 0,0 0 0,0 0 0,0 0 0,0 0 0,0 0 0,0 0 0,0 0 0,0 0 0,0 0 0,0 0 0,0 1 0,0-1 0,0 0 0,0 0 0,0 0 0,0 0 0,0 0 0,-1 0 0,1 0 0,0 0 0,0 1 0,0 1 0,-1 1 0,0-1 0,1 1 0,-1-1 0,1 1 0,0 0 0,0-1 0,0 1 0,0 0 0,0-1 0,2 6 0,9 32 0,-7-29 0,50 127 341,2 9-2047,-50-128-5120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4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27 183 24575,'0'-15'0,"-2"1"0,0-1 0,-7-22 0,6 25 0,0 1 0,0-1 0,2-1 0,-1 1 0,1-12 0,1 23 0,0 1 0,0-1 0,0 0 0,0 1 0,0-1 0,0 1 0,0-1 0,0 1 0,0-1 0,0 0 0,0 1 0,0-1 0,1 1 0,-1-1 0,0 1 0,0-1 0,1 1 0,-1-1 0,0 1 0,1-1 0,-1 1 0,0-1 0,1 1 0,-1-1 0,0 1 0,1 0 0,-1-1 0,1 1 0,-1 0 0,1-1 0,-1 1 0,1 0 0,-1 0 0,1 0 0,0-1 0,-1 1 0,1 0 0,-1 0 0,1 0 0,-1 0 0,1 0 0,0 0 0,-1 0 0,1 0 0,-1 0 0,1 0 0,-1 0 0,1 0 0,-1 1 0,1-1 0,0 0 0,0 1 0,28 18 0,-27-18 0,112 101 0,0 0 0,-86-80-1365,-5-3-5461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4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20 404 24575,'-16'-17'0,"13"14"0,11 11 0,25 25 0,79 76 0,-111-108 0,0 1 0,0-1 0,0 0 0,1 0 0,-1-1 0,0 1 0,1 0 0,-1 0 0,0-1 0,1 1 0,-1 0 0,1-1 0,-1 1 0,0-1 0,1 0 0,0 0 0,-1 1 0,1-1 0,-1 0 0,1 0 0,-1 0 0,1-1 0,1 1 0,-1-1 0,-1 0 0,1 0 0,0-1 0,-1 1 0,1 0 0,-1-1 0,1 1 0,-1-1 0,0 0 0,1 1 0,-1-1 0,0 0 0,0 0 0,0 1 0,0-1 0,1-4 0,82-231 0,10 20-1365,-64 156-5461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29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37 24575,'0'0'0,"-1"0"0,1 0 0,0 0 0,0 0 0,0 0 0,0 0 0,0 0 0,-1 0 0,1 0 0,0 0 0,0 0 0,0 0 0,0 0 0,-1 0 0,1 0 0,0 0 0,0 0 0,0 0 0,0 0 0,0 0 0,-1 0 0,1 0 0,0 0 0,0 0 0,0 0 0,0 0 0,0 1 0,-1-1 0,1 0 0,0 0 0,0 0 0,0 0 0,0 0 0,0 0 0,0 0 0,0 1 0,0-1 0,0 0 0,-1 0 0,1 0 0,0 0 0,0 0 0,0 1 0,0-1 0,0 0 0,0 0 0,0 0 0,0 0 0,0 1 0,0-1 0,0 0 0,0 0 0,0 0 0,0 0 0,0 0 0,0 1 0,0-1 0,0 0 0,1 0 0,-1 0 0,0 0 0,0 0 0,0 1 0,0-1 0,0 0 0,0 0 0,0 0 0,1 1 0,-1-1 0,1 0 0,0 1 0,-1-1 0,1 0 0,-1 0 0,1 1 0,-1-1 0,1 0 0,0 0 0,-1 0 0,1 0 0,0 0 0,-1 0 0,1 1 0,0-2 0,-1 1 0,1 0 0,-1 0 0,1 0 0,0 0 0,-1 0 0,2-1 0,30-10 0,2 2 0,0 1 0,0 2 0,0 1 0,0 1 0,1 3 0,49 2 0,-63 2 0,-1 1 0,1 0 0,27 11 0,26 5 0,291 29 0,-235-36 0,223 51 0,-55 35 0,-6 21 0,-129-52 0,209 94 0,-266-109 0,140 95 0,307 281 0,-397-300 0,291 277 0,-362-314 0,-4 4 0,125 192 0,-67-41 0,-117-198 0,-1 0 0,-3 2 0,16 67 0,32 265 0,-12-59 0,17 79 0,-39 4 0,-24-130 0,-7 246 0,-18-374 0,-37 154 0,41-239 0,-90 320 0,57-225 0,40-138 0,-64 212 0,-18-8 0,73-190 0,-14 50 0,23-63 0,-1-1 0,0 0 0,-2 0 0,0-1 0,-1 0 0,-26 36 0,36-55 0,0-1 0,0 0 0,0 1 0,0-1 0,-1 0 0,1 1 0,0-1 0,0 0 0,0 0 0,-1 1 0,1-1 0,0 0 0,0 0 0,-1 0 0,1 1 0,0-1 0,-1 0 0,1 0 0,0 0 0,-1 0 0,1 0 0,0 0 0,-1 1 0,1-1 0,0 0 0,-1 0 0,1 0 0,0 0 0,-1 0 0,1 0 0,0 0 0,-1 0 0,1-1 0,0 1 0,-1 0 0,1 0 0,0 0 0,-1 0 0,1 0 0,0 0 0,-1-1 0,1 1 0,0 0 0,0 0 0,-1-1 0,1 1 0,0 0 0,0 0 0,0-1 0,-1 1 0,1 0 0,0 0 0,0-1 0,0 1 0,0 0 0,-1-1 0,1 1 0,0 0 0,0-1 0,0 1 0,0 0 0,0-1 0,0 1 0,0 0 0,0-1 0,-6-35 0,4 18 0,-3 4 0,0 0 0,-1 0 0,-1 1 0,0 0 0,-14-19 0,9 15 0,2 0 0,-12-25 0,20 35 0,1 5 0,0-1 0,0 0 0,0 0 0,-1 1 0,1-1 0,-1 1 0,1-1 0,-1 1 0,0 0 0,-2-3 0,4 5 0,0 0 0,-1 0 0,1 0 0,0 0 0,0 0 0,0 0 0,0 0 0,0 1 0,-1-1 0,1 0 0,0 0 0,0 0 0,0 0 0,0 0 0,0 0 0,-1 0 0,1 0 0,0 0 0,0 0 0,0 1 0,0-1 0,0 0 0,0 0 0,0 0 0,0 0 0,0 0 0,0 1 0,0-1 0,-1 0 0,1 0 0,0 0 0,0 0 0,0 0 0,0 1 0,0-1 0,0 0 0,0 0 0,0 0 0,0 0 0,0 0 0,0 1 0,0-1 0,1 0 0,-1 0 0,0 0 0,0 0 0,0 0 0,0 1 0,0-1 0,0 0 0,0 0 0,0 0 0,0 0 0,0 0 0,1 0 0,-1 0 0,0 1 0,0-1 0,3 11 0,11 27 0,-5-19 0,-2 1 0,0 0 0,-2 1 0,0-1 0,-1 1 0,2 34 0,-8 34 0,2 54 0,0-141 0,0 0 0,1 0 0,-1 1 0,0-1 0,1 0 0,-1 0 0,1 1 0,0-1 0,0 0 0,0 0 0,0 0 0,0 0 0,0 0 0,1 0 0,-1 0 0,0-1 0,1 1 0,3 2 0,-3-3 0,0 0 0,-1 0 0,1 0 0,0-1 0,0 1 0,0 0 0,1-1 0,-1 0 0,0 0 0,0 1 0,0-1 0,0 0 0,0-1 0,0 1 0,0 0 0,0-1 0,0 1 0,0-1 0,0 1 0,0-1 0,2-1 0,62-31 0,-41 20 0,28-11 0,88-21 0,-121 41 0,0 0 0,1 1 0,-1 1 0,1 1 0,23 1 0,-43 0 0,1 0 0,-1 0 0,0 0 0,0 0 0,1 0 0,-1 0 0,0 1 0,0-1 0,1 1 0,-1-1 0,0 0 0,0 1 0,0 0 0,0-1 0,0 1 0,2 1 0,-3-1 0,0-1 0,0 0 0,0 1 0,0-1 0,0 1 0,0-1 0,0 1 0,0-1 0,0 1 0,0-1 0,0 1 0,0-1 0,0 1 0,0-1 0,-1 1 0,1-1 0,0 0 0,0 1 0,-1-1 0,1 1 0,0-1 0,0 0 0,-1 1 0,1-1 0,0 0 0,-1 1 0,1-1 0,-1 1 0,-7 4 0,1 1 0,-1-1 0,-10 4 0,11-5 0,-13 9 132,-23 11 25,40-22-275,1-1 0,-1 0 0,0 0-1,1-1 1,-1 1 0,0 0 0,0-1 0,0 0 0,0 1 0,0-1-1,1 0 1,-1-1 0,-4 0 0,-4-3-6708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7T03:37:30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3187 662 24575,'4'-2'0,"0"1"0,0-1 0,-1 0 0,1 0 0,-1 0 0,1 0 0,-1-1 0,0 0 0,0 1 0,6-7 0,0 0 0,3-3 0,-9 9 0,0 0 0,0-1 0,0 2 0,1-1 0,-1 0 0,1 1 0,0-1 0,-1 1 0,1 0 0,5-1 0,-9 3 0,0 0 0,1 0 0,-1 0 0,0 0 0,0 0 0,1 0 0,-1 0 0,0 0 0,0 0 0,0 0 0,1 0 0,-1 0 0,0 0 0,0 1 0,0-1 0,0 0 0,1 0 0,-1 0 0,0 0 0,0 0 0,0 1 0,0-1 0,0 0 0,1 0 0,-1 0 0,0 1 0,0-1 0,0 0 0,0 0 0,0 0 0,0 1 0,0-1 0,0 0 0,0 0 0,0 0 0,0 1 0,0-1 0,0 0 0,0 0 0,0 1 0,0-1 0,0 0 0,0 0 0,0 0 0,0 1 0,0-1 0,0 0 0,0 0 0,-1 0 0,1 1 0,0-1 0,0 0 0,0 0 0,-1 0 0,-6 17 0,6-13 0,-23 52 0,-38 81 0,54-121 0,-2-1 0,0 0 0,0-1 0,-1 0 0,-1-1 0,-19 17 0,7-11 0,-2 0 0,0-2 0,-36 17 0,-88 34 0,136-63 0,-31 13 0,0-3 0,-1-1 0,-1-2 0,-68 7 0,50-13 0,-1-3 0,-110-9 0,40-11 0,0-7 0,-198-60 0,231 51 0,0-4 0,3-4 0,1-5 0,3-4 0,-173-120 0,56 11 0,-196-189 0,392 330 0,0-1 0,-18-28 0,-9-11 0,31 47 0,12 11 0,1 0 0,0 0 0,0 0 0,0 0 0,0 0 0,-1 0 0,1 0 0,0 0 0,0 0 0,0 0 0,0 0 0,-1 0 0,1 0 0,0 0 0,0 1 0,0-1 0,0 0 0,0 0 0,0 0 0,-1 0 0,1 0 0,0 0 0,0 1 0,0-1 0,0 0 0,0 0 0,0 0 0,0 0 0,0 1 0,0-1 0,0 0 0,0 0 0,0 0 0,0 0 0,0 1 0,0-1 0,0 0 0,0 0 0,0 0 0,0 0 0,0 1 0,0-1 0,0 0 0,0 0 0,8 30 0,-3-17 0,-1 0 0,0 0 0,-1 0 0,-1 0 0,0 0 0,-1 1 0,0-1 0,-1 0 0,-2 18 0,-4 19 0,-13 52 0,18-100 0,-6 32 0,-2 1 0,-21 51 0,30-85 0,0 0 0,-1 0 0,1 1 0,-1-1 0,1 0 0,-1 0 0,0 0 0,1 0 0,-1 0 0,0 0 0,0-1 0,1 1 0,-1 0 0,0 0 0,0 0 0,0-1 0,-2 2 0,3-2 0,-1 0 0,1 0 0,-1 0 0,1 0 0,-1-1 0,1 1 0,-1 0 0,1 0 0,0 0 0,-1 0 0,1-1 0,-1 1 0,1 0 0,-1 0 0,1-1 0,0 1 0,-1 0 0,1-1 0,0 1 0,-1 0 0,1-1 0,0 1 0,0 0 0,-1-1 0,1 1 0,0-1 0,-1 0 0,0-2 0,0-1 0,-1 1 0,2 0 0,-1-1 0,0 1 0,0 0 0,1-1 0,0 1 0,0-1 0,0-4 0,14-35 0,-12 37 0,1 1 0,-1-1 0,-1 0 0,1 0 0,-1 0 0,0 0 0,0 0 0,0-8 0,-1 13 0,0 1 0,0-1 0,0 0 0,-1 0 0,1 1 0,0-1 0,0 0 0,-1 0 0,1 1 0,-1-1 0,1 0 0,0 1 0,-1-1 0,1 0 0,-2 0 0,2 0 0,-1 1 0,1 0 0,0-1 0,0 1 0,-1 0 0,1-1 0,0 1 0,0 0 0,0-1 0,-1 1 0,1-1 0,0 1 0,0-1 0,0 1 0,0 0 0,0-1 0,0 1 0,0-1 0,0 1 0,0-1 0,0 1 0,0-1 0,0 1 0,0 0 0,0-1 0,0 1 0,1-1 0,-1 1 0,0-1 0,0 1 0,0 0 0,1-1 0,-1 1 0,0 0 0,0-1 0,1 1 0,-1 0 0,0-1 0,1 1 0,31-50 0,58-80 0,-87 126 0,1 1 0,0-1 0,0 1 0,0 0 0,1 0 0,-1 0 0,1 1 0,-1-1 0,1 1 0,0 0 0,0 1 0,0-1 0,0 1 0,0 0 0,0 0 0,1 1 0,5-1 0,12 1 0,0 1 0,36 6 0,-39-5 0,36 6 0,0 3 0,-1 2 0,0 2 0,-1 3 0,89 42 0,-142-59 3,32 19 335,-32-20-399,0 1 0,0 0 0,0-1 0,0 1 0,0 0 0,0-1 0,-1 1 0,1 0 1,0 0-1,0 0 0,-1 0 0,1 0 0,0 0 0,-1 0 0,1 0 0,-1 0 0,0 0 0,1 0 0,-1 1 0,0-1 0,1 0 1,-1 0-1,0 0 0,0 0 0,0 1 0,0-1 0,0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2D637-C006-42E6-A174-C6026AE378E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901250-761B-44F6-8368-AF30FD50D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9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01775E-EDE2-4DE5-A02D-A8BD8C6F6A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05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701775E-EDE2-4DE5-A02D-A8BD8C6F6AC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34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630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395E-E079-DACB-6D25-57F51D4C98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11E57C-29F5-F905-5B42-98C60F0F8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F71E9-5DA9-7716-49A2-F07114C22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8502B-4907-75FF-A9BB-80D9AAFE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71CF6-B4C0-BF2D-11DE-E0BEA28B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5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89E8-FCB4-9DA9-0A7D-8655E39C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7BFB0-8F07-3C1B-C37E-6D7CB0A18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12626-62C0-F477-6CCC-65005110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81A14-A92C-660C-BFF1-2256458CE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AFDDE6-514B-C120-9491-856D93CD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925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7DE49-66CB-31F1-9FB1-26059AA7D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83F89-DD41-2E22-51DF-3F664083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42583-9B81-8E22-40D8-D858C6B2C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E60ED-6415-E3A1-C265-30E2362C3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46095-DBBF-DE47-6DE3-AC6B04F4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469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7F89F-1659-6ADC-5C23-CA6D6DC1D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7093D-9C34-89BA-4CAE-C09D987F0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4605B-DED1-0FE9-A171-7732D075D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56C3D-7BEB-7411-21D9-DA6412254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14848-119F-0F22-5E3E-EF27FC13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F5BDF-DA69-6CA4-0E68-1D9BD9F21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7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D7A2-D118-7739-D659-DFF55A948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97781-3927-4358-341E-FBC58DA9B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6BBA0-9B8D-A118-6CB6-3A58186FF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9F280-F299-00B9-8708-87B5B5566F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469B73-0A37-32C7-7EFE-CA944A25FA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722BFB-5D16-D151-CDC9-0503AD186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7A83C-873D-2132-A807-823449AC6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39121-25AA-5210-271C-D81FADD01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1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AB2B7-ADD3-F38E-0BC4-21ED3359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3E4067-9BC8-6E83-5B87-013F4232E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D0997B-C324-3856-6EA1-C25D9F703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1111C-142F-7C72-5849-8AA401A2F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0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1EDFE2-60CD-B3B1-B4B2-42D1FDA3C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317B3-B0F4-473A-0AF2-297BAD47F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378CF-1FF8-0175-AB59-DDDB669A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70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E2DA-CD90-4D21-CECB-9C6D5B8F3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4B0E-7D6B-BC5C-4F21-A013E8D54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E58BE8-98A4-EBA6-E87B-9A490FF09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C946-03D1-3B40-1975-BBBCCB6D7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77332-801A-85BB-0C55-AA0F32C50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D4EAC-E46E-EE20-FB5B-CA709ED0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85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D2EC4-5BAC-99BD-A525-A130C8B42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EF67D5-1C5D-9DCF-4AE1-082A7C5198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D2C99-36B1-C8B8-21D0-3540E714E5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886B7-56B2-05F6-417C-4429B1615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6761A-6FDB-FF76-70E2-C4AE1D0B7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53415-C75E-0F45-3E41-EDDDC1478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02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46F19-9775-741C-EC49-DCCF3BD2C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8F0242-646E-6F4E-4E1B-AC31A2A15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5D07D-9B81-ABE3-7185-B4C08B8F4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A1A36-FE5F-FA2B-E9EB-26D3D7CB1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02252-D52F-CD5B-E286-2EBB19BB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561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644E3-D095-45E8-8EA0-E2AFF3A4D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36AE5F-5955-AAB2-4652-F50EBBA57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DC67C-13F0-0123-EE54-C39B5162E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9E99A-F71D-6B91-D588-F6996A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3557B-A0F3-3845-E09A-48858AAB9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142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2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6E32D0-F8E7-6CFB-FABB-8CC60C479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9FAE-B5CA-E0E4-F007-632D8D52C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84C42-F4BB-671F-8EC9-FE1A75D3E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C0A8A-41AC-4DAE-9E4E-FDD64E7E0D1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E3665-1FF2-646B-F7DC-DBF5D5822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27846-5AAA-0208-57FF-05A7D36F6E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59B9F-1392-4886-95E1-632787706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3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.png"/><Relationship Id="rId21" Type="http://schemas.openxmlformats.org/officeDocument/2006/relationships/image" Target="../media/image13.png"/><Relationship Id="rId42" Type="http://schemas.openxmlformats.org/officeDocument/2006/relationships/customXml" Target="../ink/ink21.xml"/><Relationship Id="rId63" Type="http://schemas.openxmlformats.org/officeDocument/2006/relationships/image" Target="../media/image34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82.png"/><Relationship Id="rId170" Type="http://schemas.openxmlformats.org/officeDocument/2006/relationships/customXml" Target="../ink/ink85.xml"/><Relationship Id="rId191" Type="http://schemas.openxmlformats.org/officeDocument/2006/relationships/image" Target="../media/image98.png"/><Relationship Id="rId205" Type="http://schemas.openxmlformats.org/officeDocument/2006/relationships/image" Target="../media/image105.png"/><Relationship Id="rId226" Type="http://schemas.openxmlformats.org/officeDocument/2006/relationships/customXml" Target="../ink/ink113.xml"/><Relationship Id="rId247" Type="http://schemas.openxmlformats.org/officeDocument/2006/relationships/image" Target="../media/image126.png"/><Relationship Id="rId107" Type="http://schemas.openxmlformats.org/officeDocument/2006/relationships/image" Target="../media/image56.png"/><Relationship Id="rId11" Type="http://schemas.openxmlformats.org/officeDocument/2006/relationships/image" Target="../media/image8.png"/><Relationship Id="rId32" Type="http://schemas.openxmlformats.org/officeDocument/2006/relationships/customXml" Target="../ink/ink16.xml"/><Relationship Id="rId53" Type="http://schemas.openxmlformats.org/officeDocument/2006/relationships/image" Target="../media/image29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7.png"/><Relationship Id="rId5" Type="http://schemas.openxmlformats.org/officeDocument/2006/relationships/image" Target="../media/image5.png"/><Relationship Id="rId95" Type="http://schemas.openxmlformats.org/officeDocument/2006/relationships/image" Target="../media/image50.png"/><Relationship Id="rId160" Type="http://schemas.openxmlformats.org/officeDocument/2006/relationships/customXml" Target="../ink/ink80.xml"/><Relationship Id="rId181" Type="http://schemas.openxmlformats.org/officeDocument/2006/relationships/image" Target="../media/image93.png"/><Relationship Id="rId216" Type="http://schemas.openxmlformats.org/officeDocument/2006/relationships/customXml" Target="../ink/ink108.xml"/><Relationship Id="rId237" Type="http://schemas.openxmlformats.org/officeDocument/2006/relationships/image" Target="../media/image121.png"/><Relationship Id="rId22" Type="http://schemas.openxmlformats.org/officeDocument/2006/relationships/customXml" Target="../ink/ink11.xml"/><Relationship Id="rId43" Type="http://schemas.openxmlformats.org/officeDocument/2006/relationships/image" Target="../media/image24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72.png"/><Relationship Id="rId85" Type="http://schemas.openxmlformats.org/officeDocument/2006/relationships/image" Target="../media/image45.png"/><Relationship Id="rId150" Type="http://schemas.openxmlformats.org/officeDocument/2006/relationships/customXml" Target="../ink/ink75.xml"/><Relationship Id="rId171" Type="http://schemas.openxmlformats.org/officeDocument/2006/relationships/image" Target="../media/image88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6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19.png"/><Relationship Id="rId108" Type="http://schemas.openxmlformats.org/officeDocument/2006/relationships/customXml" Target="../ink/ink54.xml"/><Relationship Id="rId129" Type="http://schemas.openxmlformats.org/officeDocument/2006/relationships/image" Target="../media/image67.png"/><Relationship Id="rId54" Type="http://schemas.openxmlformats.org/officeDocument/2006/relationships/customXml" Target="../ink/ink27.xml"/><Relationship Id="rId75" Type="http://schemas.openxmlformats.org/officeDocument/2006/relationships/image" Target="../media/image40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3.png"/><Relationship Id="rId182" Type="http://schemas.openxmlformats.org/officeDocument/2006/relationships/customXml" Target="../ink/ink91.xml"/><Relationship Id="rId217" Type="http://schemas.openxmlformats.org/officeDocument/2006/relationships/image" Target="../media/image111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3" Type="http://schemas.openxmlformats.org/officeDocument/2006/relationships/image" Target="../media/image14.png"/><Relationship Id="rId119" Type="http://schemas.openxmlformats.org/officeDocument/2006/relationships/image" Target="../media/image62.png"/><Relationship Id="rId44" Type="http://schemas.openxmlformats.org/officeDocument/2006/relationships/customXml" Target="../ink/ink22.xml"/><Relationship Id="rId65" Type="http://schemas.openxmlformats.org/officeDocument/2006/relationships/image" Target="../media/image35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8.png"/><Relationship Id="rId172" Type="http://schemas.openxmlformats.org/officeDocument/2006/relationships/customXml" Target="../ink/ink86.xml"/><Relationship Id="rId193" Type="http://schemas.openxmlformats.org/officeDocument/2006/relationships/image" Target="../media/image99.png"/><Relationship Id="rId207" Type="http://schemas.openxmlformats.org/officeDocument/2006/relationships/image" Target="../media/image106.png"/><Relationship Id="rId228" Type="http://schemas.openxmlformats.org/officeDocument/2006/relationships/customXml" Target="../ink/ink114.xml"/><Relationship Id="rId249" Type="http://schemas.openxmlformats.org/officeDocument/2006/relationships/image" Target="../media/image127.png"/><Relationship Id="rId13" Type="http://schemas.openxmlformats.org/officeDocument/2006/relationships/image" Target="../media/image9.png"/><Relationship Id="rId109" Type="http://schemas.openxmlformats.org/officeDocument/2006/relationships/image" Target="../media/image57.png"/><Relationship Id="rId34" Type="http://schemas.openxmlformats.org/officeDocument/2006/relationships/customXml" Target="../ink/ink17.xml"/><Relationship Id="rId55" Type="http://schemas.openxmlformats.org/officeDocument/2006/relationships/image" Target="../media/image30.png"/><Relationship Id="rId76" Type="http://schemas.openxmlformats.org/officeDocument/2006/relationships/customXml" Target="../ink/ink38.xml"/><Relationship Id="rId97" Type="http://schemas.openxmlformats.org/officeDocument/2006/relationships/image" Target="../media/image51.png"/><Relationship Id="rId120" Type="http://schemas.openxmlformats.org/officeDocument/2006/relationships/customXml" Target="../ink/ink60.xml"/><Relationship Id="rId141" Type="http://schemas.openxmlformats.org/officeDocument/2006/relationships/image" Target="../media/image73.png"/><Relationship Id="rId7" Type="http://schemas.openxmlformats.org/officeDocument/2006/relationships/image" Target="../media/image6.png"/><Relationship Id="rId162" Type="http://schemas.openxmlformats.org/officeDocument/2006/relationships/customXml" Target="../ink/ink81.xml"/><Relationship Id="rId183" Type="http://schemas.openxmlformats.org/officeDocument/2006/relationships/image" Target="../media/image94.png"/><Relationship Id="rId218" Type="http://schemas.openxmlformats.org/officeDocument/2006/relationships/customXml" Target="../ink/ink109.xml"/><Relationship Id="rId239" Type="http://schemas.openxmlformats.org/officeDocument/2006/relationships/image" Target="../media/image122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5.png"/><Relationship Id="rId66" Type="http://schemas.openxmlformats.org/officeDocument/2006/relationships/customXml" Target="../ink/ink33.xml"/><Relationship Id="rId87" Type="http://schemas.openxmlformats.org/officeDocument/2006/relationships/image" Target="../media/image46.png"/><Relationship Id="rId110" Type="http://schemas.openxmlformats.org/officeDocument/2006/relationships/customXml" Target="../ink/ink55.xml"/><Relationship Id="rId131" Type="http://schemas.openxmlformats.org/officeDocument/2006/relationships/image" Target="../media/image68.png"/><Relationship Id="rId152" Type="http://schemas.openxmlformats.org/officeDocument/2006/relationships/customXml" Target="../ink/ink76.xml"/><Relationship Id="rId173" Type="http://schemas.openxmlformats.org/officeDocument/2006/relationships/image" Target="../media/image89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7.png"/><Relationship Id="rId240" Type="http://schemas.openxmlformats.org/officeDocument/2006/relationships/customXml" Target="../ink/ink120.xml"/><Relationship Id="rId14" Type="http://schemas.openxmlformats.org/officeDocument/2006/relationships/customXml" Target="../ink/ink7.xml"/><Relationship Id="rId35" Type="http://schemas.openxmlformats.org/officeDocument/2006/relationships/image" Target="../media/image20.png"/><Relationship Id="rId56" Type="http://schemas.openxmlformats.org/officeDocument/2006/relationships/customXml" Target="../ink/ink28.xml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3.png"/><Relationship Id="rId142" Type="http://schemas.openxmlformats.org/officeDocument/2006/relationships/customXml" Target="../ink/ink71.xml"/><Relationship Id="rId163" Type="http://schemas.openxmlformats.org/officeDocument/2006/relationships/image" Target="../media/image84.png"/><Relationship Id="rId184" Type="http://schemas.openxmlformats.org/officeDocument/2006/relationships/customXml" Target="../ink/ink92.xml"/><Relationship Id="rId219" Type="http://schemas.openxmlformats.org/officeDocument/2006/relationships/image" Target="../media/image112.png"/><Relationship Id="rId230" Type="http://schemas.openxmlformats.org/officeDocument/2006/relationships/customXml" Target="../ink/ink115.xml"/><Relationship Id="rId251" Type="http://schemas.openxmlformats.org/officeDocument/2006/relationships/image" Target="../media/image128.png"/><Relationship Id="rId25" Type="http://schemas.openxmlformats.org/officeDocument/2006/relationships/image" Target="../media/image15.png"/><Relationship Id="rId46" Type="http://schemas.openxmlformats.org/officeDocument/2006/relationships/customXml" Target="../ink/ink23.xml"/><Relationship Id="rId67" Type="http://schemas.openxmlformats.org/officeDocument/2006/relationships/image" Target="../media/image36.png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32" Type="http://schemas.openxmlformats.org/officeDocument/2006/relationships/customXml" Target="../ink/ink66.xml"/><Relationship Id="rId153" Type="http://schemas.openxmlformats.org/officeDocument/2006/relationships/image" Target="../media/image79.png"/><Relationship Id="rId174" Type="http://schemas.openxmlformats.org/officeDocument/2006/relationships/customXml" Target="../ink/ink87.xml"/><Relationship Id="rId195" Type="http://schemas.openxmlformats.org/officeDocument/2006/relationships/image" Target="../media/image100.png"/><Relationship Id="rId209" Type="http://schemas.openxmlformats.org/officeDocument/2006/relationships/image" Target="../media/image107.png"/><Relationship Id="rId220" Type="http://schemas.openxmlformats.org/officeDocument/2006/relationships/customXml" Target="../ink/ink110.xml"/><Relationship Id="rId241" Type="http://schemas.openxmlformats.org/officeDocument/2006/relationships/image" Target="../media/image123.png"/><Relationship Id="rId15" Type="http://schemas.openxmlformats.org/officeDocument/2006/relationships/image" Target="../media/image10.png"/><Relationship Id="rId36" Type="http://schemas.openxmlformats.org/officeDocument/2006/relationships/customXml" Target="../ink/ink18.xml"/><Relationship Id="rId57" Type="http://schemas.openxmlformats.org/officeDocument/2006/relationships/image" Target="../media/image31.png"/><Relationship Id="rId78" Type="http://schemas.openxmlformats.org/officeDocument/2006/relationships/customXml" Target="../ink/ink39.xml"/><Relationship Id="rId99" Type="http://schemas.openxmlformats.org/officeDocument/2006/relationships/image" Target="../media/image52.png"/><Relationship Id="rId101" Type="http://schemas.openxmlformats.org/officeDocument/2006/relationships/image" Target="../media/image53.png"/><Relationship Id="rId122" Type="http://schemas.openxmlformats.org/officeDocument/2006/relationships/customXml" Target="../ink/ink61.xml"/><Relationship Id="rId143" Type="http://schemas.openxmlformats.org/officeDocument/2006/relationships/image" Target="../media/image74.png"/><Relationship Id="rId164" Type="http://schemas.openxmlformats.org/officeDocument/2006/relationships/customXml" Target="../ink/ink82.xml"/><Relationship Id="rId185" Type="http://schemas.openxmlformats.org/officeDocument/2006/relationships/image" Target="../media/image9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10.png"/><Relationship Id="rId236" Type="http://schemas.openxmlformats.org/officeDocument/2006/relationships/customXml" Target="../ink/ink118.xml"/><Relationship Id="rId26" Type="http://schemas.openxmlformats.org/officeDocument/2006/relationships/customXml" Target="../ink/ink13.xml"/><Relationship Id="rId231" Type="http://schemas.openxmlformats.org/officeDocument/2006/relationships/image" Target="../media/image118.png"/><Relationship Id="rId47" Type="http://schemas.openxmlformats.org/officeDocument/2006/relationships/image" Target="../media/image26.png"/><Relationship Id="rId68" Type="http://schemas.openxmlformats.org/officeDocument/2006/relationships/customXml" Target="../ink/ink34.xml"/><Relationship Id="rId89" Type="http://schemas.openxmlformats.org/officeDocument/2006/relationships/image" Target="../media/image47.png"/><Relationship Id="rId112" Type="http://schemas.openxmlformats.org/officeDocument/2006/relationships/customXml" Target="../ink/ink56.xml"/><Relationship Id="rId133" Type="http://schemas.openxmlformats.org/officeDocument/2006/relationships/image" Target="../media/image69.png"/><Relationship Id="rId154" Type="http://schemas.openxmlformats.org/officeDocument/2006/relationships/customXml" Target="../ink/ink77.xml"/><Relationship Id="rId175" Type="http://schemas.openxmlformats.org/officeDocument/2006/relationships/image" Target="../media/image90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3.png"/><Relationship Id="rId242" Type="http://schemas.openxmlformats.org/officeDocument/2006/relationships/customXml" Target="../ink/ink121.xml"/><Relationship Id="rId37" Type="http://schemas.openxmlformats.org/officeDocument/2006/relationships/image" Target="../media/image21.png"/><Relationship Id="rId58" Type="http://schemas.openxmlformats.org/officeDocument/2006/relationships/customXml" Target="../ink/ink29.xml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23" Type="http://schemas.openxmlformats.org/officeDocument/2006/relationships/image" Target="../media/image64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5.png"/><Relationship Id="rId186" Type="http://schemas.openxmlformats.org/officeDocument/2006/relationships/customXml" Target="../ink/ink93.xml"/><Relationship Id="rId211" Type="http://schemas.openxmlformats.org/officeDocument/2006/relationships/image" Target="../media/image108.png"/><Relationship Id="rId232" Type="http://schemas.openxmlformats.org/officeDocument/2006/relationships/customXml" Target="../ink/ink116.xml"/><Relationship Id="rId27" Type="http://schemas.openxmlformats.org/officeDocument/2006/relationships/image" Target="../media/image16.png"/><Relationship Id="rId48" Type="http://schemas.openxmlformats.org/officeDocument/2006/relationships/customXml" Target="../ink/ink24.xml"/><Relationship Id="rId69" Type="http://schemas.openxmlformats.org/officeDocument/2006/relationships/image" Target="../media/image37.png"/><Relationship Id="rId113" Type="http://schemas.openxmlformats.org/officeDocument/2006/relationships/image" Target="../media/image59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80.png"/><Relationship Id="rId176" Type="http://schemas.openxmlformats.org/officeDocument/2006/relationships/customXml" Target="../ink/ink88.xml"/><Relationship Id="rId197" Type="http://schemas.openxmlformats.org/officeDocument/2006/relationships/image" Target="../media/image101.png"/><Relationship Id="rId201" Type="http://schemas.openxmlformats.org/officeDocument/2006/relationships/image" Target="../media/image103.png"/><Relationship Id="rId222" Type="http://schemas.openxmlformats.org/officeDocument/2006/relationships/customXml" Target="../ink/ink111.xml"/><Relationship Id="rId243" Type="http://schemas.openxmlformats.org/officeDocument/2006/relationships/image" Target="../media/image124.png"/><Relationship Id="rId17" Type="http://schemas.openxmlformats.org/officeDocument/2006/relationships/image" Target="../media/image11.png"/><Relationship Id="rId38" Type="http://schemas.openxmlformats.org/officeDocument/2006/relationships/customXml" Target="../ink/ink19.xml"/><Relationship Id="rId59" Type="http://schemas.openxmlformats.org/officeDocument/2006/relationships/image" Target="../media/image32.png"/><Relationship Id="rId103" Type="http://schemas.openxmlformats.org/officeDocument/2006/relationships/image" Target="../media/image54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8.png"/><Relationship Id="rId145" Type="http://schemas.openxmlformats.org/officeDocument/2006/relationships/image" Target="../media/image75.png"/><Relationship Id="rId166" Type="http://schemas.openxmlformats.org/officeDocument/2006/relationships/customXml" Target="../ink/ink83.xml"/><Relationship Id="rId187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.xml"/><Relationship Id="rId233" Type="http://schemas.openxmlformats.org/officeDocument/2006/relationships/image" Target="../media/image119.png"/><Relationship Id="rId28" Type="http://schemas.openxmlformats.org/officeDocument/2006/relationships/customXml" Target="../ink/ink14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3.png"/><Relationship Id="rId135" Type="http://schemas.openxmlformats.org/officeDocument/2006/relationships/image" Target="../media/image70.png"/><Relationship Id="rId156" Type="http://schemas.openxmlformats.org/officeDocument/2006/relationships/customXml" Target="../ink/ink78.xml"/><Relationship Id="rId177" Type="http://schemas.openxmlformats.org/officeDocument/2006/relationships/image" Target="../media/image91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4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2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5.png"/><Relationship Id="rId146" Type="http://schemas.openxmlformats.org/officeDocument/2006/relationships/customXml" Target="../ink/ink73.xml"/><Relationship Id="rId167" Type="http://schemas.openxmlformats.org/officeDocument/2006/relationships/image" Target="../media/image86.png"/><Relationship Id="rId188" Type="http://schemas.openxmlformats.org/officeDocument/2006/relationships/customXml" Target="../ink/ink94.xml"/><Relationship Id="rId71" Type="http://schemas.openxmlformats.org/officeDocument/2006/relationships/image" Target="../media/image38.png"/><Relationship Id="rId92" Type="http://schemas.openxmlformats.org/officeDocument/2006/relationships/customXml" Target="../ink/ink46.xml"/><Relationship Id="rId213" Type="http://schemas.openxmlformats.org/officeDocument/2006/relationships/image" Target="../media/image109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40" Type="http://schemas.openxmlformats.org/officeDocument/2006/relationships/customXml" Target="../ink/ink20.xml"/><Relationship Id="rId115" Type="http://schemas.openxmlformats.org/officeDocument/2006/relationships/image" Target="../media/image60.png"/><Relationship Id="rId136" Type="http://schemas.openxmlformats.org/officeDocument/2006/relationships/customXml" Target="../ink/ink68.xml"/><Relationship Id="rId157" Type="http://schemas.openxmlformats.org/officeDocument/2006/relationships/image" Target="../media/image81.png"/><Relationship Id="rId178" Type="http://schemas.openxmlformats.org/officeDocument/2006/relationships/customXml" Target="../ink/ink89.xml"/><Relationship Id="rId61" Type="http://schemas.openxmlformats.org/officeDocument/2006/relationships/image" Target="../media/image33.png"/><Relationship Id="rId82" Type="http://schemas.openxmlformats.org/officeDocument/2006/relationships/customXml" Target="../ink/ink41.xml"/><Relationship Id="rId199" Type="http://schemas.openxmlformats.org/officeDocument/2006/relationships/image" Target="../media/image102.png"/><Relationship Id="rId203" Type="http://schemas.openxmlformats.org/officeDocument/2006/relationships/image" Target="../media/image104.png"/><Relationship Id="rId19" Type="http://schemas.openxmlformats.org/officeDocument/2006/relationships/image" Target="../media/image12.png"/><Relationship Id="rId224" Type="http://schemas.openxmlformats.org/officeDocument/2006/relationships/customXml" Target="../ink/ink112.xml"/><Relationship Id="rId245" Type="http://schemas.openxmlformats.org/officeDocument/2006/relationships/image" Target="../media/image125.png"/><Relationship Id="rId30" Type="http://schemas.openxmlformats.org/officeDocument/2006/relationships/customXml" Target="../ink/ink15.xml"/><Relationship Id="rId105" Type="http://schemas.openxmlformats.org/officeDocument/2006/relationships/image" Target="../media/image55.png"/><Relationship Id="rId126" Type="http://schemas.openxmlformats.org/officeDocument/2006/relationships/customXml" Target="../ink/ink63.xml"/><Relationship Id="rId147" Type="http://schemas.openxmlformats.org/officeDocument/2006/relationships/image" Target="../media/image76.png"/><Relationship Id="rId168" Type="http://schemas.openxmlformats.org/officeDocument/2006/relationships/customXml" Target="../ink/ink84.xml"/><Relationship Id="rId51" Type="http://schemas.openxmlformats.org/officeDocument/2006/relationships/image" Target="../media/image28.png"/><Relationship Id="rId72" Type="http://schemas.openxmlformats.org/officeDocument/2006/relationships/customXml" Target="../ink/ink36.xml"/><Relationship Id="rId93" Type="http://schemas.openxmlformats.org/officeDocument/2006/relationships/image" Target="../media/image49.png"/><Relationship Id="rId189" Type="http://schemas.openxmlformats.org/officeDocument/2006/relationships/image" Target="../media/image97.png"/><Relationship Id="rId3" Type="http://schemas.openxmlformats.org/officeDocument/2006/relationships/image" Target="../media/image4.png"/><Relationship Id="rId214" Type="http://schemas.openxmlformats.org/officeDocument/2006/relationships/customXml" Target="../ink/ink107.xml"/><Relationship Id="rId235" Type="http://schemas.openxmlformats.org/officeDocument/2006/relationships/image" Target="../media/image120.png"/><Relationship Id="rId116" Type="http://schemas.openxmlformats.org/officeDocument/2006/relationships/customXml" Target="../ink/ink58.xml"/><Relationship Id="rId137" Type="http://schemas.openxmlformats.org/officeDocument/2006/relationships/image" Target="../media/image71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62" Type="http://schemas.openxmlformats.org/officeDocument/2006/relationships/customXml" Target="../ink/ink31.xml"/><Relationship Id="rId83" Type="http://schemas.openxmlformats.org/officeDocument/2006/relationships/image" Target="../media/image44.png"/><Relationship Id="rId179" Type="http://schemas.openxmlformats.org/officeDocument/2006/relationships/image" Target="../media/image92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5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6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52" Type="http://schemas.openxmlformats.org/officeDocument/2006/relationships/customXml" Target="../ink/ink26.xml"/><Relationship Id="rId73" Type="http://schemas.openxmlformats.org/officeDocument/2006/relationships/image" Target="../media/image39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jpeg"/><Relationship Id="rId3" Type="http://schemas.openxmlformats.org/officeDocument/2006/relationships/image" Target="../media/image135.jpeg"/><Relationship Id="rId7" Type="http://schemas.openxmlformats.org/officeDocument/2006/relationships/image" Target="../media/image139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8.tiff"/><Relationship Id="rId5" Type="http://schemas.openxmlformats.org/officeDocument/2006/relationships/image" Target="../media/image137.tiff"/><Relationship Id="rId10" Type="http://schemas.openxmlformats.org/officeDocument/2006/relationships/image" Target="../media/image2.png"/><Relationship Id="rId4" Type="http://schemas.openxmlformats.org/officeDocument/2006/relationships/image" Target="../media/image136.tiff"/><Relationship Id="rId9" Type="http://schemas.openxmlformats.org/officeDocument/2006/relationships/hyperlink" Target="https://anubhavtrainings.com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NV8UD9QnJ4A&amp;list=PLcxqFaocb9WLaza2kOjkUCDIQGbzNos6p" TargetMode="External"/><Relationship Id="rId3" Type="http://schemas.openxmlformats.org/officeDocument/2006/relationships/image" Target="../media/image141.jpg"/><Relationship Id="rId7" Type="http://schemas.openxmlformats.org/officeDocument/2006/relationships/image" Target="../media/image143.jpg"/><Relationship Id="rId2" Type="http://schemas.openxmlformats.org/officeDocument/2006/relationships/hyperlink" Target="https://www.youtube.com/watch?v=vlKBQ3g0w_E&amp;list=PLcxqFaocb9WIQJ-kptyPuiMSVWZVd2ff_&amp;index=1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xQzhXhq1ZyI&amp;list=PLcxqFaocb9WLtnq-rpXbRy5hnKECxr95G" TargetMode="External"/><Relationship Id="rId5" Type="http://schemas.openxmlformats.org/officeDocument/2006/relationships/image" Target="../media/image142.jpg"/><Relationship Id="rId4" Type="http://schemas.openxmlformats.org/officeDocument/2006/relationships/hyperlink" Target="https://www.youtube.com/watch?v=aVPk_FE9O3s&amp;list=PLcxqFaocb9WJ8g8TZPsHQIEcSjKW9F0IE&amp;index=2" TargetMode="External"/><Relationship Id="rId9" Type="http://schemas.openxmlformats.org/officeDocument/2006/relationships/image" Target="../media/image14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8915400 w 12192000"/>
              <a:gd name="connsiteY2" fmla="*/ 4593771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8915400" y="4593771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22712" y="2918300"/>
            <a:ext cx="6629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spc="-150" dirty="0">
                <a:solidFill>
                  <a:schemeClr val="bg1"/>
                </a:solidFill>
              </a:rPr>
              <a:t>Anubhav Oberoy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8355" y="5017269"/>
            <a:ext cx="1863645" cy="18407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7491" y="3579798"/>
            <a:ext cx="662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-150" dirty="0">
                <a:solidFill>
                  <a:schemeClr val="bg1"/>
                </a:solidFill>
                <a:latin typeface="Cooper Black" panose="0208090404030B020404" pitchFamily="18" charset="0"/>
              </a:rPr>
              <a:t>Day – 18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AD5CA-C2E2-40A6-8CE6-90DA460ACF0D}"/>
              </a:ext>
            </a:extLst>
          </p:cNvPr>
          <p:cNvSpPr txBox="1"/>
          <p:nvPr/>
        </p:nvSpPr>
        <p:spPr>
          <a:xfrm>
            <a:off x="122712" y="154049"/>
            <a:ext cx="116640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cap="all" spc="-150" dirty="0">
                <a:solidFill>
                  <a:srgbClr val="92D050"/>
                </a:solidFill>
              </a:rPr>
              <a:t>SAP </a:t>
            </a:r>
            <a:r>
              <a:rPr lang="en-US" sz="5400" b="1" dirty="0">
                <a:solidFill>
                  <a:srgbClr val="92D050"/>
                </a:solidFill>
              </a:rPr>
              <a:t>UI5 &amp; FIORI with OData TRAINING using BAS</a:t>
            </a:r>
          </a:p>
        </p:txBody>
      </p:sp>
    </p:spTree>
    <p:extLst>
      <p:ext uri="{BB962C8B-B14F-4D97-AF65-F5344CB8AC3E}">
        <p14:creationId xmlns:p14="http://schemas.microsoft.com/office/powerpoint/2010/main" val="69812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620B393-B059-4008-BE9A-31AEBF787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0042" y="779090"/>
            <a:ext cx="5353730" cy="5353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F07FC580-E2AB-4C55-8C95-D5E077A1D127}"/>
              </a:ext>
            </a:extLst>
          </p:cNvPr>
          <p:cNvSpPr txBox="1">
            <a:spLocks/>
          </p:cNvSpPr>
          <p:nvPr/>
        </p:nvSpPr>
        <p:spPr>
          <a:xfrm>
            <a:off x="261764" y="188640"/>
            <a:ext cx="11292008" cy="7110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oper Black" panose="0208090404030B020404" pitchFamily="18" charset="0"/>
              </a:rPr>
              <a:t>Agenda – Day 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A79EAA-1647-4107-B296-669CE3D2F38F}"/>
              </a:ext>
            </a:extLst>
          </p:cNvPr>
          <p:cNvSpPr txBox="1"/>
          <p:nvPr/>
        </p:nvSpPr>
        <p:spPr>
          <a:xfrm>
            <a:off x="638228" y="899721"/>
            <a:ext cx="5353730" cy="978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Fragments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Different Ways of loading fragment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Value Help Popup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What is OData?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oData</a:t>
            </a:r>
            <a:r>
              <a:rPr lang="en-US" dirty="0"/>
              <a:t> Basics.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Structure of </a:t>
            </a:r>
            <a:r>
              <a:rPr lang="en-US" dirty="0" err="1"/>
              <a:t>Odata</a:t>
            </a:r>
            <a:r>
              <a:rPr lang="en-US" dirty="0"/>
              <a:t>.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Client Side Query With </a:t>
            </a:r>
            <a:r>
              <a:rPr lang="en-US" dirty="0" err="1"/>
              <a:t>Odata</a:t>
            </a:r>
            <a:r>
              <a:rPr lang="en-US" dirty="0"/>
              <a:t>.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Get Operations.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SAP Deployment Options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TCodes</a:t>
            </a:r>
            <a:r>
              <a:rPr lang="en-US" dirty="0"/>
              <a:t> and Services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Data Model for our use case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Creating OData Service.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Building Get Entity set Method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Testing the Get Entity set Method in Browser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Building Get Entity method (Single Product)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Introduction to the Postman Tool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Setting the Authorization in Postman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Testing Get Entity and Entity set using Postman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Implementing Create in OData Service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Testing POST calls in the SAP Logon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Testing POST calls using postman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How to set payload in postman to test POST call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Introduction to x-csrf-token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Implementing Update and Delete in service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Adding Supplier Entity set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Introduction to Association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Associating Supplier Set to Product Set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Introduction to Function Import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Creating a Function to get Most expensive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rgbClr val="242424"/>
                </a:solidFill>
              </a:rPr>
              <a:t>Basics of Connectivity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rgbClr val="242424"/>
                </a:solidFill>
              </a:rPr>
              <a:t>Introduction to Cloud Connector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rgbClr val="242424"/>
                </a:solidFill>
              </a:rPr>
              <a:t>Steps to Setup the Cloud Connection.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rgbClr val="242424"/>
                </a:solidFill>
              </a:rPr>
              <a:t>Creating the destination in the BTP for BAS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Creating the destination in the Vscode</a:t>
            </a:r>
          </a:p>
          <a:p>
            <a:pPr>
              <a:buClr>
                <a:schemeClr val="tx1"/>
              </a:buClr>
            </a:pPr>
            <a:endParaRPr lang="en-US" dirty="0"/>
          </a:p>
        </p:txBody>
      </p:sp>
      <p:sp>
        <p:nvSpPr>
          <p:cNvPr id="9" name="Footer Placeholder 45">
            <a:extLst>
              <a:ext uri="{FF2B5EF4-FFF2-40B4-BE49-F238E27FC236}">
                <a16:creationId xmlns:a16="http://schemas.microsoft.com/office/drawing/2014/main" id="{51D77C38-BB47-4E3F-84A5-C28B21492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2321857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Fragments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prstClr val="black"/>
                </a:solidFill>
                <a:latin typeface="Calibri (Body)"/>
              </a:rPr>
              <a:t>Fragments are light-weight UI parts. They are used to modularize views. We can reuse a fragment multiple times in same view or other views.</a:t>
            </a: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32363A"/>
                </a:solidFill>
                <a:effectLst/>
                <a:latin typeface="Calibri (Body)"/>
              </a:rPr>
              <a:t>Fragments are used similar as sap.ui.core.mvc.Views, but </a:t>
            </a:r>
            <a:r>
              <a:rPr lang="en-US" sz="1800" dirty="0">
                <a:solidFill>
                  <a:prstClr val="black"/>
                </a:solidFill>
                <a:latin typeface="Calibri (Body)"/>
              </a:rPr>
              <a:t>Fragments do not have their own controllers. Logic related to fragment’s UI elements is written in the host view’s controller.</a:t>
            </a:r>
            <a:endParaRPr lang="en-US" dirty="0">
              <a:solidFill>
                <a:prstClr val="black"/>
              </a:solidFill>
              <a:latin typeface="Calibri (Body)"/>
            </a:endParaRP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Fragments are like parasite, they rely on the controllers of the host views.</a:t>
            </a:r>
          </a:p>
          <a:p>
            <a:pPr marL="285750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There are 2 techniques to create and work with fragments</a:t>
            </a:r>
          </a:p>
          <a:p>
            <a:pPr marL="742950" lvl="1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Direct embedding using fragment</a:t>
            </a:r>
          </a:p>
          <a:p>
            <a:pPr marL="742950" lvl="1" indent="-285750" algn="just" defTabSz="6858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800" dirty="0"/>
              <a:t>Use JS class sap/ui/core/Fragment and use load function to load it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98812-C60F-408D-90EB-84BDD5364E48}"/>
              </a:ext>
            </a:extLst>
          </p:cNvPr>
          <p:cNvSpPr/>
          <p:nvPr/>
        </p:nvSpPr>
        <p:spPr>
          <a:xfrm>
            <a:off x="1031130" y="4785158"/>
            <a:ext cx="2161172" cy="44154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8B5D86D-511F-4CD6-80B2-9A7F346CAAAC}"/>
              </a:ext>
            </a:extLst>
          </p:cNvPr>
          <p:cNvSpPr/>
          <p:nvPr/>
        </p:nvSpPr>
        <p:spPr>
          <a:xfrm>
            <a:off x="4717769" y="3774872"/>
            <a:ext cx="2362965" cy="116379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View1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52A1A2-08ED-4E3C-8CB7-D92AD3A37D38}"/>
              </a:ext>
            </a:extLst>
          </p:cNvPr>
          <p:cNvSpPr/>
          <p:nvPr/>
        </p:nvSpPr>
        <p:spPr>
          <a:xfrm>
            <a:off x="4717768" y="5318534"/>
            <a:ext cx="2362965" cy="116379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View 2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371CB-D7A0-4ED7-B3E8-97A638C100F8}"/>
              </a:ext>
            </a:extLst>
          </p:cNvPr>
          <p:cNvSpPr/>
          <p:nvPr/>
        </p:nvSpPr>
        <p:spPr>
          <a:xfrm>
            <a:off x="5075149" y="4387051"/>
            <a:ext cx="1648511" cy="3029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5D3AB-456B-49D8-A4E6-42F8D91604B4}"/>
              </a:ext>
            </a:extLst>
          </p:cNvPr>
          <p:cNvSpPr/>
          <p:nvPr/>
        </p:nvSpPr>
        <p:spPr>
          <a:xfrm>
            <a:off x="5075149" y="5906433"/>
            <a:ext cx="1648511" cy="3029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fragment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62D8BD-F839-43C5-89F4-0C3A0898E4CD}"/>
              </a:ext>
            </a:extLst>
          </p:cNvPr>
          <p:cNvCxnSpPr>
            <a:stCxn id="6" idx="3"/>
          </p:cNvCxnSpPr>
          <p:nvPr/>
        </p:nvCxnSpPr>
        <p:spPr>
          <a:xfrm flipV="1">
            <a:off x="3192302" y="4369287"/>
            <a:ext cx="1883558" cy="6366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898BF2-6AD9-49AE-B549-76A8612F3CDB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192302" y="5005931"/>
            <a:ext cx="1882847" cy="10519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EFC355-4BE5-4E19-AFB9-544389195FB0}"/>
              </a:ext>
            </a:extLst>
          </p:cNvPr>
          <p:cNvSpPr/>
          <p:nvPr/>
        </p:nvSpPr>
        <p:spPr>
          <a:xfrm>
            <a:off x="7799794" y="3761512"/>
            <a:ext cx="2362965" cy="1163799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Controller1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684521-3404-4432-8F3E-0AD4A32E0130}"/>
              </a:ext>
            </a:extLst>
          </p:cNvPr>
          <p:cNvSpPr/>
          <p:nvPr/>
        </p:nvSpPr>
        <p:spPr>
          <a:xfrm>
            <a:off x="7814705" y="5326154"/>
            <a:ext cx="2362965" cy="1163799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Controller2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E8F0086D-D1AD-4D3F-B5EE-CAE8E8D848D5}"/>
              </a:ext>
            </a:extLst>
          </p:cNvPr>
          <p:cNvSpPr/>
          <p:nvPr/>
        </p:nvSpPr>
        <p:spPr>
          <a:xfrm>
            <a:off x="7080423" y="4212260"/>
            <a:ext cx="720392" cy="29436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7" name="Arrow: Left-Right 16">
            <a:extLst>
              <a:ext uri="{FF2B5EF4-FFF2-40B4-BE49-F238E27FC236}">
                <a16:creationId xmlns:a16="http://schemas.microsoft.com/office/drawing/2014/main" id="{56464D73-F08C-4C72-9C9E-D6E669D7479C}"/>
              </a:ext>
            </a:extLst>
          </p:cNvPr>
          <p:cNvSpPr/>
          <p:nvPr/>
        </p:nvSpPr>
        <p:spPr>
          <a:xfrm>
            <a:off x="7077454" y="5762602"/>
            <a:ext cx="720392" cy="294363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DFE9293-E0EA-4172-B2C1-9AFEE65BF498}"/>
              </a:ext>
            </a:extLst>
          </p:cNvPr>
          <p:cNvSpPr/>
          <p:nvPr/>
        </p:nvSpPr>
        <p:spPr>
          <a:xfrm>
            <a:off x="2759974" y="5076785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157FFFE-EE93-465C-B3A5-CA225A10A631}"/>
              </a:ext>
            </a:extLst>
          </p:cNvPr>
          <p:cNvSpPr/>
          <p:nvPr/>
        </p:nvSpPr>
        <p:spPr>
          <a:xfrm>
            <a:off x="6556628" y="4488500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3C0E547-5F07-4E9C-8D42-0FCAE9BEA7B4}"/>
              </a:ext>
            </a:extLst>
          </p:cNvPr>
          <p:cNvSpPr/>
          <p:nvPr/>
        </p:nvSpPr>
        <p:spPr>
          <a:xfrm>
            <a:off x="6554731" y="6129498"/>
            <a:ext cx="648352" cy="274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B</a:t>
            </a:r>
          </a:p>
        </p:txBody>
      </p:sp>
      <p:sp>
        <p:nvSpPr>
          <p:cNvPr id="23" name="Flowchart: Terminator 22">
            <a:extLst>
              <a:ext uri="{FF2B5EF4-FFF2-40B4-BE49-F238E27FC236}">
                <a16:creationId xmlns:a16="http://schemas.microsoft.com/office/drawing/2014/main" id="{8B562742-3AB3-4B38-AFD6-3A3DBF39AE52}"/>
              </a:ext>
            </a:extLst>
          </p:cNvPr>
          <p:cNvSpPr/>
          <p:nvPr/>
        </p:nvSpPr>
        <p:spPr>
          <a:xfrm>
            <a:off x="8304186" y="4359937"/>
            <a:ext cx="1584860" cy="434718"/>
          </a:xfrm>
          <a:prstGeom prst="flowChartTerminator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/>
              <a:t>Event for fragment button</a:t>
            </a:r>
          </a:p>
        </p:txBody>
      </p:sp>
      <p:sp>
        <p:nvSpPr>
          <p:cNvPr id="24" name="Flowchart: Terminator 23">
            <a:extLst>
              <a:ext uri="{FF2B5EF4-FFF2-40B4-BE49-F238E27FC236}">
                <a16:creationId xmlns:a16="http://schemas.microsoft.com/office/drawing/2014/main" id="{401EE5BF-D5C8-48CC-9061-B753E8896420}"/>
              </a:ext>
            </a:extLst>
          </p:cNvPr>
          <p:cNvSpPr/>
          <p:nvPr/>
        </p:nvSpPr>
        <p:spPr>
          <a:xfrm>
            <a:off x="8304186" y="5874242"/>
            <a:ext cx="1584860" cy="434718"/>
          </a:xfrm>
          <a:prstGeom prst="flowChartTerminator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/>
              <a:t>Event for fragment button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2BAF55C-0116-4515-B2E4-6206DCFB3207}"/>
              </a:ext>
            </a:extLst>
          </p:cNvPr>
          <p:cNvSpPr txBox="1"/>
          <p:nvPr/>
        </p:nvSpPr>
        <p:spPr>
          <a:xfrm>
            <a:off x="940878" y="4163760"/>
            <a:ext cx="2296863" cy="597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Address – street, house, city, country</a:t>
            </a:r>
          </a:p>
        </p:txBody>
      </p:sp>
    </p:spTree>
    <p:extLst>
      <p:ext uri="{BB962C8B-B14F-4D97-AF65-F5344CB8AC3E}">
        <p14:creationId xmlns:p14="http://schemas.microsoft.com/office/powerpoint/2010/main" val="3546823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AAC13287-4E05-DBA6-F009-738DBB06808C}"/>
                  </a:ext>
                </a:extLst>
              </p14:cNvPr>
              <p14:cNvContentPartPr/>
              <p14:nvPr/>
            </p14:nvContentPartPr>
            <p14:xfrm>
              <a:off x="8508168" y="1785397"/>
              <a:ext cx="562320" cy="5112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AAC13287-4E05-DBA6-F009-738DBB0680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99528" y="1776757"/>
                <a:ext cx="579960" cy="52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25B9B591-4490-BBEF-F220-8EEA626B5295}"/>
                  </a:ext>
                </a:extLst>
              </p14:cNvPr>
              <p14:cNvContentPartPr/>
              <p14:nvPr/>
            </p14:nvContentPartPr>
            <p14:xfrm>
              <a:off x="8517888" y="1652557"/>
              <a:ext cx="1816920" cy="19407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25B9B591-4490-BBEF-F220-8EEA626B529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09248" y="1643917"/>
                <a:ext cx="1834560" cy="19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47464C04-9856-72EB-66D7-4FEBF325B0E3}"/>
                  </a:ext>
                </a:extLst>
              </p14:cNvPr>
              <p14:cNvContentPartPr/>
              <p14:nvPr/>
            </p14:nvContentPartPr>
            <p14:xfrm>
              <a:off x="8723808" y="3473437"/>
              <a:ext cx="1841760" cy="99936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47464C04-9856-72EB-66D7-4FEBF325B0E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5168" y="3464437"/>
                <a:ext cx="1859400" cy="1017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ACC0DA1-A74A-4B61-89A1-81A46F59211F}"/>
              </a:ext>
            </a:extLst>
          </p:cNvPr>
          <p:cNvGrpSpPr/>
          <p:nvPr/>
        </p:nvGrpSpPr>
        <p:grpSpPr>
          <a:xfrm>
            <a:off x="834408" y="266557"/>
            <a:ext cx="9626760" cy="6721065"/>
            <a:chOff x="834408" y="266557"/>
            <a:chExt cx="9626760" cy="672106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C91CEA2-061D-E594-3DF9-0E2E2BB220EF}"/>
                    </a:ext>
                  </a:extLst>
                </p14:cNvPr>
                <p14:cNvContentPartPr/>
                <p14:nvPr/>
              </p14:nvContentPartPr>
              <p14:xfrm>
                <a:off x="8468568" y="824917"/>
                <a:ext cx="42480" cy="462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C91CEA2-061D-E594-3DF9-0E2E2BB220E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459928" y="815917"/>
                  <a:ext cx="601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63F60BA-175C-918C-37E8-D8DF31DAE0A5}"/>
                    </a:ext>
                  </a:extLst>
                </p14:cNvPr>
                <p14:cNvContentPartPr/>
                <p14:nvPr/>
              </p14:nvContentPartPr>
              <p14:xfrm>
                <a:off x="8225568" y="1239637"/>
                <a:ext cx="383400" cy="31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63F60BA-175C-918C-37E8-D8DF31DAE0A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16928" y="1230997"/>
                  <a:ext cx="401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EC236F1-169D-80AB-419A-4C96D7B43052}"/>
                    </a:ext>
                  </a:extLst>
                </p14:cNvPr>
                <p14:cNvContentPartPr/>
                <p14:nvPr/>
              </p14:nvContentPartPr>
              <p14:xfrm>
                <a:off x="8312688" y="739597"/>
                <a:ext cx="212400" cy="168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EC236F1-169D-80AB-419A-4C96D7B4305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304048" y="730597"/>
                  <a:ext cx="230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3BB47F7-C0F9-5820-D5E8-961166E084DD}"/>
                    </a:ext>
                  </a:extLst>
                </p14:cNvPr>
                <p14:cNvContentPartPr/>
                <p14:nvPr/>
              </p14:nvContentPartPr>
              <p14:xfrm>
                <a:off x="8609688" y="1056037"/>
                <a:ext cx="278280" cy="177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3BB47F7-C0F9-5820-D5E8-961166E084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601048" y="1047037"/>
                  <a:ext cx="2959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D1D24F8-A244-5071-F458-D20D12EC9E46}"/>
                    </a:ext>
                  </a:extLst>
                </p14:cNvPr>
                <p14:cNvContentPartPr/>
                <p14:nvPr/>
              </p14:nvContentPartPr>
              <p14:xfrm>
                <a:off x="8959968" y="1058197"/>
                <a:ext cx="23220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D1D24F8-A244-5071-F458-D20D12EC9E4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950968" y="1049197"/>
                  <a:ext cx="249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4A55DAA-F466-8222-64CF-42B6856FE492}"/>
                    </a:ext>
                  </a:extLst>
                </p14:cNvPr>
                <p14:cNvContentPartPr/>
                <p14:nvPr/>
              </p14:nvContentPartPr>
              <p14:xfrm>
                <a:off x="9296208" y="1040917"/>
                <a:ext cx="137160" cy="162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4A55DAA-F466-8222-64CF-42B6856FE49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87568" y="1032277"/>
                  <a:ext cx="154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FE643DA-C60B-50B8-8E71-1A9951BB1347}"/>
                    </a:ext>
                  </a:extLst>
                </p14:cNvPr>
                <p14:cNvContentPartPr/>
                <p14:nvPr/>
              </p14:nvContentPartPr>
              <p14:xfrm>
                <a:off x="9520848" y="1002037"/>
                <a:ext cx="256680" cy="187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FE643DA-C60B-50B8-8E71-1A9951BB13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1848" y="993397"/>
                  <a:ext cx="274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91C6611-93E7-F39E-5AE6-D25B5E558440}"/>
                    </a:ext>
                  </a:extLst>
                </p14:cNvPr>
                <p14:cNvContentPartPr/>
                <p14:nvPr/>
              </p14:nvContentPartPr>
              <p14:xfrm>
                <a:off x="9772488" y="859117"/>
                <a:ext cx="360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91C6611-93E7-F39E-5AE6-D25B5E55844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63488" y="850117"/>
                  <a:ext cx="21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7709A32-42FB-2FEA-7A93-34FD462A2AF5}"/>
                    </a:ext>
                  </a:extLst>
                </p14:cNvPr>
                <p14:cNvContentPartPr/>
                <p14:nvPr/>
              </p14:nvContentPartPr>
              <p14:xfrm>
                <a:off x="9886248" y="840397"/>
                <a:ext cx="360" cy="352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7709A32-42FB-2FEA-7A93-34FD462A2AF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77608" y="831757"/>
                  <a:ext cx="180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50B67BB-CE13-A344-47E1-E3298A4A355D}"/>
                    </a:ext>
                  </a:extLst>
                </p14:cNvPr>
                <p14:cNvContentPartPr/>
                <p14:nvPr/>
              </p14:nvContentPartPr>
              <p14:xfrm>
                <a:off x="9861408" y="1004917"/>
                <a:ext cx="327960" cy="475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50B67BB-CE13-A344-47E1-E3298A4A355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52408" y="995917"/>
                  <a:ext cx="34560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FE9F83D-383F-AC1F-7081-CC3255954274}"/>
                    </a:ext>
                  </a:extLst>
                </p14:cNvPr>
                <p14:cNvContentPartPr/>
                <p14:nvPr/>
              </p14:nvContentPartPr>
              <p14:xfrm>
                <a:off x="8297208" y="1341517"/>
                <a:ext cx="1709280" cy="15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FE9F83D-383F-AC1F-7081-CC32559542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88208" y="1332877"/>
                  <a:ext cx="17269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25D79BE-37CF-F4B4-2755-F784D9BF7F1B}"/>
                    </a:ext>
                  </a:extLst>
                </p14:cNvPr>
                <p14:cNvContentPartPr/>
                <p14:nvPr/>
              </p14:nvContentPartPr>
              <p14:xfrm>
                <a:off x="6123168" y="2330302"/>
                <a:ext cx="484200" cy="9896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25D79BE-37CF-F4B4-2755-F784D9BF7F1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14168" y="2321302"/>
                  <a:ext cx="501840" cy="10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9982CFB-AF61-B8B9-BDFF-F2E94D898984}"/>
                    </a:ext>
                  </a:extLst>
                </p14:cNvPr>
                <p14:cNvContentPartPr/>
                <p14:nvPr/>
              </p14:nvContentPartPr>
              <p14:xfrm>
                <a:off x="6531768" y="3147862"/>
                <a:ext cx="48960" cy="314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9982CFB-AF61-B8B9-BDFF-F2E94D89898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522768" y="3139222"/>
                  <a:ext cx="66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6CA565A-59BF-F2F4-13D6-E5429F865DFC}"/>
                    </a:ext>
                  </a:extLst>
                </p14:cNvPr>
                <p14:cNvContentPartPr/>
                <p14:nvPr/>
              </p14:nvContentPartPr>
              <p14:xfrm>
                <a:off x="6609168" y="2312662"/>
                <a:ext cx="572040" cy="98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6CA565A-59BF-F2F4-13D6-E5429F865DF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00528" y="2304022"/>
                  <a:ext cx="589680" cy="10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81A25A5-E35C-6191-71F7-C2F10DB8EB23}"/>
                    </a:ext>
                  </a:extLst>
                </p14:cNvPr>
                <p14:cNvContentPartPr/>
                <p14:nvPr/>
              </p14:nvContentPartPr>
              <p14:xfrm>
                <a:off x="6859728" y="3282862"/>
                <a:ext cx="1617120" cy="2762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81A25A5-E35C-6191-71F7-C2F10DB8EB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50728" y="3274222"/>
                  <a:ext cx="1634760" cy="27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AFF6DDB-FB72-835A-1F45-DD80C01D1A06}"/>
                    </a:ext>
                  </a:extLst>
                </p14:cNvPr>
                <p14:cNvContentPartPr/>
                <p14:nvPr/>
              </p14:nvContentPartPr>
              <p14:xfrm>
                <a:off x="4960368" y="3454942"/>
                <a:ext cx="1581840" cy="294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AFF6DDB-FB72-835A-1F45-DD80C01D1A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51368" y="3445942"/>
                  <a:ext cx="1599480" cy="29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11ECAA-4386-87CD-E94D-9D8D11574B2B}"/>
                    </a:ext>
                  </a:extLst>
                </p14:cNvPr>
                <p14:cNvContentPartPr/>
                <p14:nvPr/>
              </p14:nvContentPartPr>
              <p14:xfrm>
                <a:off x="5401008" y="4074862"/>
                <a:ext cx="606960" cy="2222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11ECAA-4386-87CD-E94D-9D8D11574B2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92368" y="4065862"/>
                  <a:ext cx="624600" cy="22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2250996-6683-DACD-CEF9-80DE16DBA1F9}"/>
                    </a:ext>
                  </a:extLst>
                </p14:cNvPr>
                <p14:cNvContentPartPr/>
                <p14:nvPr/>
              </p14:nvContentPartPr>
              <p14:xfrm>
                <a:off x="5874408" y="4085302"/>
                <a:ext cx="399240" cy="2902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2250996-6683-DACD-CEF9-80DE16DBA1F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865768" y="4076662"/>
                  <a:ext cx="416880" cy="29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44E586C-432D-DF56-D307-7F769CFD302F}"/>
                    </a:ext>
                  </a:extLst>
                </p14:cNvPr>
                <p14:cNvContentPartPr/>
                <p14:nvPr/>
              </p14:nvContentPartPr>
              <p14:xfrm>
                <a:off x="7265088" y="4215757"/>
                <a:ext cx="127440" cy="2558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44E586C-432D-DF56-D307-7F769CFD30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56448" y="4206757"/>
                  <a:ext cx="145080" cy="257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66FB7D-9B95-565B-0AE8-3A1EB9C94252}"/>
                    </a:ext>
                  </a:extLst>
                </p14:cNvPr>
                <p14:cNvContentPartPr/>
                <p14:nvPr/>
              </p14:nvContentPartPr>
              <p14:xfrm>
                <a:off x="7295328" y="4198117"/>
                <a:ext cx="889920" cy="1798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66FB7D-9B95-565B-0AE8-3A1EB9C942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86688" y="4189477"/>
                  <a:ext cx="907560" cy="18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E06B657-A499-6239-5D42-65B8F06757E2}"/>
                    </a:ext>
                  </a:extLst>
                </p14:cNvPr>
                <p14:cNvContentPartPr/>
                <p14:nvPr/>
              </p14:nvContentPartPr>
              <p14:xfrm>
                <a:off x="7959528" y="5920357"/>
                <a:ext cx="470880" cy="27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E06B657-A499-6239-5D42-65B8F06757E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50888" y="5911717"/>
                  <a:ext cx="4885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2A76DF9-B920-2E7F-A029-906BD5AFB580}"/>
                    </a:ext>
                  </a:extLst>
                </p14:cNvPr>
                <p14:cNvContentPartPr/>
                <p14:nvPr/>
              </p14:nvContentPartPr>
              <p14:xfrm>
                <a:off x="4939488" y="6272077"/>
                <a:ext cx="530640" cy="14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2A76DF9-B920-2E7F-A029-906BD5AFB58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30488" y="6263077"/>
                  <a:ext cx="548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8774618-CE5D-A3A0-7E73-B3E9123C673A}"/>
                    </a:ext>
                  </a:extLst>
                </p14:cNvPr>
                <p14:cNvContentPartPr/>
                <p14:nvPr/>
              </p14:nvContentPartPr>
              <p14:xfrm>
                <a:off x="6400368" y="2510077"/>
                <a:ext cx="205200" cy="79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8774618-CE5D-A3A0-7E73-B3E9123C673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91728" y="2501437"/>
                  <a:ext cx="2228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1377E3E-99F4-C53C-C56D-FEBBB2E29E7A}"/>
                    </a:ext>
                  </a:extLst>
                </p14:cNvPr>
                <p14:cNvContentPartPr/>
                <p14:nvPr/>
              </p14:nvContentPartPr>
              <p14:xfrm>
                <a:off x="6462288" y="2621317"/>
                <a:ext cx="56160" cy="48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1377E3E-99F4-C53C-C56D-FEBBB2E29E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53288" y="2612317"/>
                  <a:ext cx="73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B788C6F-F842-8132-FFE9-28E64179CFE0}"/>
                    </a:ext>
                  </a:extLst>
                </p14:cNvPr>
                <p14:cNvContentPartPr/>
                <p14:nvPr/>
              </p14:nvContentPartPr>
              <p14:xfrm>
                <a:off x="6284088" y="2976277"/>
                <a:ext cx="132480" cy="78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B788C6F-F842-8132-FFE9-28E64179CFE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75088" y="2967637"/>
                  <a:ext cx="150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30820B9-EA55-B78D-A73C-D946FBC15A5E}"/>
                    </a:ext>
                  </a:extLst>
                </p14:cNvPr>
                <p14:cNvContentPartPr/>
                <p14:nvPr/>
              </p14:nvContentPartPr>
              <p14:xfrm>
                <a:off x="6327648" y="4299637"/>
                <a:ext cx="196200" cy="32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30820B9-EA55-B78D-A73C-D946FBC15A5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18648" y="4290637"/>
                  <a:ext cx="2138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5846D37-9F21-DECF-94A1-FC51DE092A3B}"/>
                    </a:ext>
                  </a:extLst>
                </p14:cNvPr>
                <p14:cNvContentPartPr/>
                <p14:nvPr/>
              </p14:nvContentPartPr>
              <p14:xfrm>
                <a:off x="6505128" y="4257877"/>
                <a:ext cx="192600" cy="436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5846D37-9F21-DECF-94A1-FC51DE092A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96488" y="4249237"/>
                  <a:ext cx="21024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2AEA953-83C3-B34A-ED8B-C36EF1B323B0}"/>
                    </a:ext>
                  </a:extLst>
                </p14:cNvPr>
                <p14:cNvContentPartPr/>
                <p14:nvPr/>
              </p14:nvContentPartPr>
              <p14:xfrm>
                <a:off x="6579648" y="4436077"/>
                <a:ext cx="573840" cy="456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2AEA953-83C3-B34A-ED8B-C36EF1B323B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71008" y="4427437"/>
                  <a:ext cx="5914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628D52A-01EB-96D7-4488-87669FC8D064}"/>
                    </a:ext>
                  </a:extLst>
                </p14:cNvPr>
                <p14:cNvContentPartPr/>
                <p14:nvPr/>
              </p14:nvContentPartPr>
              <p14:xfrm>
                <a:off x="6985368" y="4443277"/>
                <a:ext cx="268560" cy="427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628D52A-01EB-96D7-4488-87669FC8D06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6368" y="4434637"/>
                  <a:ext cx="2862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E94717-5F58-D3D7-26B3-27188B5A427B}"/>
                    </a:ext>
                  </a:extLst>
                </p14:cNvPr>
                <p14:cNvContentPartPr/>
                <p14:nvPr/>
              </p14:nvContentPartPr>
              <p14:xfrm>
                <a:off x="6461208" y="4738117"/>
                <a:ext cx="94680" cy="72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E94717-5F58-D3D7-26B3-27188B5A427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2568" y="4729477"/>
                  <a:ext cx="1123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68DD878-0AF9-73F0-848D-5BB81E19E8F4}"/>
                    </a:ext>
                  </a:extLst>
                </p14:cNvPr>
                <p14:cNvContentPartPr/>
                <p14:nvPr/>
              </p14:nvContentPartPr>
              <p14:xfrm>
                <a:off x="6474528" y="4834237"/>
                <a:ext cx="122040" cy="70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68DD878-0AF9-73F0-848D-5BB81E19E8F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65888" y="4825237"/>
                  <a:ext cx="1396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8A0FE0D-7412-DE60-6D54-ADD285FCB85A}"/>
                    </a:ext>
                  </a:extLst>
                </p14:cNvPr>
                <p14:cNvContentPartPr/>
                <p14:nvPr/>
              </p14:nvContentPartPr>
              <p14:xfrm>
                <a:off x="6605928" y="4963117"/>
                <a:ext cx="3960" cy="8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8A0FE0D-7412-DE60-6D54-ADD285FCB8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596928" y="4954477"/>
                  <a:ext cx="21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030F90-FB29-A41C-71D9-E54D21B2A8CE}"/>
                    </a:ext>
                  </a:extLst>
                </p14:cNvPr>
                <p14:cNvContentPartPr/>
                <p14:nvPr/>
              </p14:nvContentPartPr>
              <p14:xfrm>
                <a:off x="6087168" y="4922077"/>
                <a:ext cx="703080" cy="257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030F90-FB29-A41C-71D9-E54D21B2A8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78528" y="4913077"/>
                  <a:ext cx="720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34DD5DE-86E3-1B71-AD5C-4A508D9A81D6}"/>
                    </a:ext>
                  </a:extLst>
                </p14:cNvPr>
                <p14:cNvContentPartPr/>
                <p14:nvPr/>
              </p14:nvContentPartPr>
              <p14:xfrm>
                <a:off x="5960448" y="5012437"/>
                <a:ext cx="1455120" cy="1070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34DD5DE-86E3-1B71-AD5C-4A508D9A81D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951448" y="5003437"/>
                  <a:ext cx="1472760" cy="10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E30F515-7E6E-E0F9-1C0E-58D10B071BEB}"/>
                    </a:ext>
                  </a:extLst>
                </p14:cNvPr>
                <p14:cNvContentPartPr/>
                <p14:nvPr/>
              </p14:nvContentPartPr>
              <p14:xfrm>
                <a:off x="6357168" y="5472877"/>
                <a:ext cx="543600" cy="352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E30F515-7E6E-E0F9-1C0E-58D10B071BE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48168" y="5464237"/>
                  <a:ext cx="56124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267A800-3AE0-338D-F97D-0F784F9CBD92}"/>
                    </a:ext>
                  </a:extLst>
                </p14:cNvPr>
                <p14:cNvContentPartPr/>
                <p14:nvPr/>
              </p14:nvContentPartPr>
              <p14:xfrm>
                <a:off x="3571488" y="2816077"/>
                <a:ext cx="149400" cy="149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267A800-3AE0-338D-F97D-0F784F9CBD9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562488" y="2807437"/>
                  <a:ext cx="1670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078474-EE94-A945-C693-F493D73231AA}"/>
                    </a:ext>
                  </a:extLst>
                </p14:cNvPr>
                <p14:cNvContentPartPr/>
                <p14:nvPr/>
              </p14:nvContentPartPr>
              <p14:xfrm>
                <a:off x="3399768" y="2508277"/>
                <a:ext cx="584280" cy="779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078474-EE94-A945-C693-F493D73231A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390768" y="2499277"/>
                  <a:ext cx="601920" cy="7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4E64F9-5EB1-1335-7F07-C25D20CDC876}"/>
                    </a:ext>
                  </a:extLst>
                </p14:cNvPr>
                <p14:cNvContentPartPr/>
                <p14:nvPr/>
              </p14:nvContentPartPr>
              <p14:xfrm>
                <a:off x="2982168" y="2264197"/>
                <a:ext cx="90720" cy="199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4E64F9-5EB1-1335-7F07-C25D20CDC87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73528" y="2255557"/>
                  <a:ext cx="108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BB761B1-A7C2-2DCE-F2A9-52BD1830AD85}"/>
                    </a:ext>
                  </a:extLst>
                </p14:cNvPr>
                <p14:cNvContentPartPr/>
                <p14:nvPr/>
              </p14:nvContentPartPr>
              <p14:xfrm>
                <a:off x="2905128" y="1948477"/>
                <a:ext cx="195120" cy="39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BB761B1-A7C2-2DCE-F2A9-52BD1830AD8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96488" y="1939477"/>
                  <a:ext cx="2127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58AF3CE-D9C5-B495-36A1-6F1AA585AF1A}"/>
                    </a:ext>
                  </a:extLst>
                </p14:cNvPr>
                <p14:cNvContentPartPr/>
                <p14:nvPr/>
              </p14:nvContentPartPr>
              <p14:xfrm>
                <a:off x="3105648" y="2273557"/>
                <a:ext cx="96840" cy="115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58AF3CE-D9C5-B495-36A1-6F1AA585AF1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097008" y="2264917"/>
                  <a:ext cx="1144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AD669F4-BFC2-F035-A338-19B768BC5A1E}"/>
                    </a:ext>
                  </a:extLst>
                </p14:cNvPr>
                <p14:cNvContentPartPr/>
                <p14:nvPr/>
              </p14:nvContentPartPr>
              <p14:xfrm>
                <a:off x="3230928" y="2198677"/>
                <a:ext cx="63360" cy="138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AD669F4-BFC2-F035-A338-19B768BC5A1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222288" y="2190037"/>
                  <a:ext cx="810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AABF68-4210-2731-4966-18940C0EB9CC}"/>
                    </a:ext>
                  </a:extLst>
                </p14:cNvPr>
                <p14:cNvContentPartPr/>
                <p14:nvPr/>
              </p14:nvContentPartPr>
              <p14:xfrm>
                <a:off x="3338568" y="2189677"/>
                <a:ext cx="100800" cy="105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AABF68-4210-2731-4966-18940C0EB9C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29928" y="2181037"/>
                  <a:ext cx="1184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BC0BDD7-5EA9-6D2D-3094-074CD4409FB5}"/>
                    </a:ext>
                  </a:extLst>
                </p14:cNvPr>
                <p14:cNvContentPartPr/>
                <p14:nvPr/>
              </p14:nvContentPartPr>
              <p14:xfrm>
                <a:off x="3490848" y="2116957"/>
                <a:ext cx="100800" cy="161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BC0BDD7-5EA9-6D2D-3094-074CD4409F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82208" y="2107957"/>
                  <a:ext cx="118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316D08-1700-8EF6-B702-96B07AE22129}"/>
                    </a:ext>
                  </a:extLst>
                </p14:cNvPr>
                <p14:cNvContentPartPr/>
                <p14:nvPr/>
              </p14:nvContentPartPr>
              <p14:xfrm>
                <a:off x="3632688" y="2141437"/>
                <a:ext cx="31320" cy="92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316D08-1700-8EF6-B702-96B07AE2212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24048" y="2132437"/>
                  <a:ext cx="48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8501E0A-2D99-358A-2932-474702029904}"/>
                    </a:ext>
                  </a:extLst>
                </p14:cNvPr>
                <p14:cNvContentPartPr/>
                <p14:nvPr/>
              </p14:nvContentPartPr>
              <p14:xfrm>
                <a:off x="3669768" y="1994197"/>
                <a:ext cx="99360" cy="240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8501E0A-2D99-358A-2932-47470202990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660768" y="1985557"/>
                  <a:ext cx="1170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F82715F-A6F8-A92F-6247-4E3E11CD75EA}"/>
                    </a:ext>
                  </a:extLst>
                </p14:cNvPr>
                <p14:cNvContentPartPr/>
                <p14:nvPr/>
              </p14:nvContentPartPr>
              <p14:xfrm>
                <a:off x="3737088" y="2051437"/>
                <a:ext cx="196560" cy="159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F82715F-A6F8-A92F-6247-4E3E11CD75E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28448" y="2042797"/>
                  <a:ext cx="2142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28905C2-CD62-1670-124E-E27AAF093063}"/>
                    </a:ext>
                  </a:extLst>
                </p14:cNvPr>
                <p14:cNvContentPartPr/>
                <p14:nvPr/>
              </p14:nvContentPartPr>
              <p14:xfrm>
                <a:off x="3991608" y="2690797"/>
                <a:ext cx="2260080" cy="383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28905C2-CD62-1670-124E-E27AAF09306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982608" y="2681797"/>
                  <a:ext cx="22777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E008F97-8670-1E13-79CD-E43C1E6CDD00}"/>
                    </a:ext>
                  </a:extLst>
                </p14:cNvPr>
                <p14:cNvContentPartPr/>
                <p14:nvPr/>
              </p14:nvContentPartPr>
              <p14:xfrm>
                <a:off x="6204168" y="2982397"/>
                <a:ext cx="42480" cy="121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E008F97-8670-1E13-79CD-E43C1E6CDD0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95528" y="2973397"/>
                  <a:ext cx="601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9600E8D-73FB-973B-001A-286B3D94B79B}"/>
                    </a:ext>
                  </a:extLst>
                </p14:cNvPr>
                <p14:cNvContentPartPr/>
                <p14:nvPr/>
              </p14:nvContentPartPr>
              <p14:xfrm>
                <a:off x="6694848" y="3911197"/>
                <a:ext cx="239760" cy="124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9600E8D-73FB-973B-001A-286B3D94B79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86208" y="3902557"/>
                  <a:ext cx="257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713A343-1AF1-DD1C-7E32-CC643FE00B66}"/>
                    </a:ext>
                  </a:extLst>
                </p14:cNvPr>
                <p14:cNvContentPartPr/>
                <p14:nvPr/>
              </p14:nvContentPartPr>
              <p14:xfrm>
                <a:off x="6725808" y="4013077"/>
                <a:ext cx="60120" cy="143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713A343-1AF1-DD1C-7E32-CC643FE00B6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717168" y="4004437"/>
                  <a:ext cx="77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C209B0-0502-DF4D-D8E0-BF3CE09CC66C}"/>
                    </a:ext>
                  </a:extLst>
                </p14:cNvPr>
                <p14:cNvContentPartPr/>
                <p14:nvPr/>
              </p14:nvContentPartPr>
              <p14:xfrm>
                <a:off x="6590088" y="3957997"/>
                <a:ext cx="154440" cy="60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C209B0-0502-DF4D-D8E0-BF3CE09CC66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81448" y="3948997"/>
                  <a:ext cx="1720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7E47CC9-DE8F-6947-008C-1C4DEDE6B5BC}"/>
                    </a:ext>
                  </a:extLst>
                </p14:cNvPr>
                <p14:cNvContentPartPr/>
                <p14:nvPr/>
              </p14:nvContentPartPr>
              <p14:xfrm>
                <a:off x="6671088" y="3815437"/>
                <a:ext cx="78120" cy="155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7E47CC9-DE8F-6947-008C-1C4DEDE6B5B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662448" y="3806797"/>
                  <a:ext cx="95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7BD37CA-40C4-8FDA-6BAC-E013E1BF3E3A}"/>
                    </a:ext>
                  </a:extLst>
                </p14:cNvPr>
                <p14:cNvContentPartPr/>
                <p14:nvPr/>
              </p14:nvContentPartPr>
              <p14:xfrm>
                <a:off x="6510888" y="4389997"/>
                <a:ext cx="101160" cy="88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7BD37CA-40C4-8FDA-6BAC-E013E1BF3E3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02248" y="4380997"/>
                  <a:ext cx="118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A70A67-4F82-F5B0-F4C2-F06C057F6853}"/>
                    </a:ext>
                  </a:extLst>
                </p14:cNvPr>
                <p14:cNvContentPartPr/>
                <p14:nvPr/>
              </p14:nvContentPartPr>
              <p14:xfrm>
                <a:off x="7002648" y="4706077"/>
                <a:ext cx="162720" cy="126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A70A67-4F82-F5B0-F4C2-F06C057F685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994008" y="4697437"/>
                  <a:ext cx="1803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F325221-0229-5A47-4BA7-93229A34CA84}"/>
                    </a:ext>
                  </a:extLst>
                </p14:cNvPr>
                <p14:cNvContentPartPr/>
                <p14:nvPr/>
              </p14:nvContentPartPr>
              <p14:xfrm>
                <a:off x="6430968" y="5024317"/>
                <a:ext cx="177480" cy="68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F325221-0229-5A47-4BA7-93229A34CA8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21968" y="5015677"/>
                  <a:ext cx="1951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FD19714-0714-E1DC-547D-5644AE46F138}"/>
                    </a:ext>
                  </a:extLst>
                </p14:cNvPr>
                <p14:cNvContentPartPr/>
                <p14:nvPr/>
              </p14:nvContentPartPr>
              <p14:xfrm>
                <a:off x="6719688" y="5370637"/>
                <a:ext cx="149040" cy="54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FD19714-0714-E1DC-547D-5644AE46F13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710688" y="5361637"/>
                  <a:ext cx="166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70864D0-8CF5-7BD8-2500-6358C9077469}"/>
                    </a:ext>
                  </a:extLst>
                </p14:cNvPr>
                <p14:cNvContentPartPr/>
                <p14:nvPr/>
              </p14:nvContentPartPr>
              <p14:xfrm>
                <a:off x="9094608" y="1840837"/>
                <a:ext cx="147600" cy="1125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70864D0-8CF5-7BD8-2500-6358C907746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85968" y="1831837"/>
                  <a:ext cx="165240" cy="11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F8B0134-A947-2044-9591-66001FDFB4CD}"/>
                    </a:ext>
                  </a:extLst>
                </p14:cNvPr>
                <p14:cNvContentPartPr/>
                <p14:nvPr/>
              </p14:nvContentPartPr>
              <p14:xfrm>
                <a:off x="9078408" y="1862437"/>
                <a:ext cx="317520" cy="1120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F8B0134-A947-2044-9591-66001FDFB4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69768" y="1853797"/>
                  <a:ext cx="335160" cy="11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F448BC5-BE87-A9AC-B110-A8747637F6C2}"/>
                    </a:ext>
                  </a:extLst>
                </p14:cNvPr>
                <p14:cNvContentPartPr/>
                <p14:nvPr/>
              </p14:nvContentPartPr>
              <p14:xfrm>
                <a:off x="9180648" y="2934517"/>
                <a:ext cx="92520" cy="345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F448BC5-BE87-A9AC-B110-A8747637F6C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72008" y="2925517"/>
                  <a:ext cx="1101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3375B89-A4A9-A229-3883-4EBE25DDC8A5}"/>
                    </a:ext>
                  </a:extLst>
                </p14:cNvPr>
                <p14:cNvContentPartPr/>
                <p14:nvPr/>
              </p14:nvContentPartPr>
              <p14:xfrm>
                <a:off x="9212328" y="2945317"/>
                <a:ext cx="36360" cy="342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3375B89-A4A9-A229-3883-4EBE25DDC8A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03688" y="2936677"/>
                  <a:ext cx="5400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5E31474-EFF2-34EC-BD4E-810C864D1677}"/>
                    </a:ext>
                  </a:extLst>
                </p14:cNvPr>
                <p14:cNvContentPartPr/>
                <p14:nvPr/>
              </p14:nvContentPartPr>
              <p14:xfrm>
                <a:off x="7143408" y="1851637"/>
                <a:ext cx="1673280" cy="376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5E31474-EFF2-34EC-BD4E-810C864D167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134408" y="1842637"/>
                  <a:ext cx="169092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E7068F9-CAB9-EABF-B901-E23B72BAC211}"/>
                    </a:ext>
                  </a:extLst>
                </p14:cNvPr>
                <p14:cNvContentPartPr/>
                <p14:nvPr/>
              </p14:nvContentPartPr>
              <p14:xfrm>
                <a:off x="8642808" y="1908157"/>
                <a:ext cx="70920" cy="1778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E7068F9-CAB9-EABF-B901-E23B72BAC21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633808" y="1899517"/>
                  <a:ext cx="88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98401A1-FE8D-0785-0648-E144898916DE}"/>
                    </a:ext>
                  </a:extLst>
                </p14:cNvPr>
                <p14:cNvContentPartPr/>
                <p14:nvPr/>
              </p14:nvContentPartPr>
              <p14:xfrm>
                <a:off x="7694928" y="1466437"/>
                <a:ext cx="12960" cy="200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98401A1-FE8D-0785-0648-E144898916D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686288" y="1457797"/>
                  <a:ext cx="306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73EB6BC-93DA-78A0-C3A1-D5BAAF5B5145}"/>
                    </a:ext>
                  </a:extLst>
                </p14:cNvPr>
                <p14:cNvContentPartPr/>
                <p14:nvPr/>
              </p14:nvContentPartPr>
              <p14:xfrm>
                <a:off x="7666128" y="1389037"/>
                <a:ext cx="5040" cy="22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73EB6BC-93DA-78A0-C3A1-D5BAAF5B514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657488" y="1380397"/>
                  <a:ext cx="22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773D873-9A72-9AB9-8355-F9E6CF2D660F}"/>
                    </a:ext>
                  </a:extLst>
                </p14:cNvPr>
                <p14:cNvContentPartPr/>
                <p14:nvPr/>
              </p14:nvContentPartPr>
              <p14:xfrm>
                <a:off x="7775208" y="1527997"/>
                <a:ext cx="138240" cy="1652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773D873-9A72-9AB9-8355-F9E6CF2D660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66208" y="1519357"/>
                  <a:ext cx="155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8AE147D-5568-94F2-0ECE-A3B0A418A05D}"/>
                    </a:ext>
                  </a:extLst>
                </p14:cNvPr>
                <p14:cNvContentPartPr/>
                <p14:nvPr/>
              </p14:nvContentPartPr>
              <p14:xfrm>
                <a:off x="8022528" y="1351237"/>
                <a:ext cx="47880" cy="4874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8AE147D-5568-94F2-0ECE-A3B0A418A05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013888" y="1342597"/>
                  <a:ext cx="65520" cy="5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48BA4E9-E870-AF73-04C2-806F44BE805F}"/>
                    </a:ext>
                  </a:extLst>
                </p14:cNvPr>
                <p14:cNvContentPartPr/>
                <p14:nvPr/>
              </p14:nvContentPartPr>
              <p14:xfrm>
                <a:off x="7928568" y="1569397"/>
                <a:ext cx="271080" cy="1260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48BA4E9-E870-AF73-04C2-806F44BE805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919928" y="1560757"/>
                  <a:ext cx="288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2AD4080-FF64-5624-2E57-D3D125D4FDA6}"/>
                    </a:ext>
                  </a:extLst>
                </p14:cNvPr>
                <p14:cNvContentPartPr/>
                <p14:nvPr/>
              </p14:nvContentPartPr>
              <p14:xfrm>
                <a:off x="8233848" y="1568317"/>
                <a:ext cx="79560" cy="128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2AD4080-FF64-5624-2E57-D3D125D4FDA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224848" y="1559317"/>
                  <a:ext cx="97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0C6E033-E845-E094-EAC9-38E4DD18E46E}"/>
                    </a:ext>
                  </a:extLst>
                </p14:cNvPr>
                <p14:cNvContentPartPr/>
                <p14:nvPr/>
              </p14:nvContentPartPr>
              <p14:xfrm>
                <a:off x="8364528" y="1580197"/>
                <a:ext cx="167760" cy="99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0C6E033-E845-E094-EAC9-38E4DD18E46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355888" y="1571197"/>
                  <a:ext cx="1854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FDC662A-90B6-2C14-E824-3B6FAF1B569A}"/>
                    </a:ext>
                  </a:extLst>
                </p14:cNvPr>
                <p14:cNvContentPartPr/>
                <p14:nvPr/>
              </p14:nvContentPartPr>
              <p14:xfrm>
                <a:off x="7559568" y="1778917"/>
                <a:ext cx="1086480" cy="25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FDC662A-90B6-2C14-E824-3B6FAF1B569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550928" y="1770277"/>
                  <a:ext cx="1104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D4250C6-58AD-93DE-7EAB-67A864265140}"/>
                    </a:ext>
                  </a:extLst>
                </p14:cNvPr>
                <p14:cNvContentPartPr/>
                <p14:nvPr/>
              </p14:nvContentPartPr>
              <p14:xfrm>
                <a:off x="9164088" y="3711037"/>
                <a:ext cx="978840" cy="327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D4250C6-58AD-93DE-7EAB-67A86426514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155088" y="3702037"/>
                  <a:ext cx="9964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ADA4448-865B-0DF2-89D1-7FDBE230F8B5}"/>
                    </a:ext>
                  </a:extLst>
                </p14:cNvPr>
                <p14:cNvContentPartPr/>
                <p14:nvPr/>
              </p14:nvContentPartPr>
              <p14:xfrm>
                <a:off x="8916768" y="4150237"/>
                <a:ext cx="1544400" cy="35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ADA4448-865B-0DF2-89D1-7FDBE230F8B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07768" y="4141597"/>
                  <a:ext cx="15620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17E2402-3AA2-22DA-114D-D561C0A9E4F9}"/>
                    </a:ext>
                  </a:extLst>
                </p14:cNvPr>
                <p14:cNvContentPartPr/>
                <p14:nvPr/>
              </p14:nvContentPartPr>
              <p14:xfrm>
                <a:off x="6753888" y="4067077"/>
                <a:ext cx="243720" cy="373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17E2402-3AA2-22DA-114D-D561C0A9E4F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745248" y="4058437"/>
                  <a:ext cx="26136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692323B-F243-E142-A473-9D346C04DC6B}"/>
                    </a:ext>
                  </a:extLst>
                </p14:cNvPr>
                <p14:cNvContentPartPr/>
                <p14:nvPr/>
              </p14:nvContentPartPr>
              <p14:xfrm>
                <a:off x="6719328" y="4387477"/>
                <a:ext cx="86400" cy="79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692323B-F243-E142-A473-9D346C04DC6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10688" y="4378837"/>
                  <a:ext cx="104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B96BF11-9DC4-1446-3216-5F58DBA0BB3C}"/>
                    </a:ext>
                  </a:extLst>
                </p14:cNvPr>
                <p14:cNvContentPartPr/>
                <p14:nvPr/>
              </p14:nvContentPartPr>
              <p14:xfrm>
                <a:off x="7063488" y="4235557"/>
                <a:ext cx="124200" cy="328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B96BF11-9DC4-1446-3216-5F58DBA0BB3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054488" y="4226917"/>
                  <a:ext cx="1418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21524A6-0F1D-18A1-BA7F-D35FEFC75AE0}"/>
                    </a:ext>
                  </a:extLst>
                </p14:cNvPr>
                <p14:cNvContentPartPr/>
                <p14:nvPr/>
              </p14:nvContentPartPr>
              <p14:xfrm>
                <a:off x="7080048" y="4596277"/>
                <a:ext cx="124560" cy="55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21524A6-0F1D-18A1-BA7F-D35FEFC75AE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071048" y="4587637"/>
                  <a:ext cx="14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2E6D137-2046-AF67-73A2-7AD49CDD0129}"/>
                    </a:ext>
                  </a:extLst>
                </p14:cNvPr>
                <p14:cNvContentPartPr/>
                <p14:nvPr/>
              </p14:nvContentPartPr>
              <p14:xfrm>
                <a:off x="6685848" y="4445077"/>
                <a:ext cx="230760" cy="67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2E6D137-2046-AF67-73A2-7AD49CDD012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76848" y="4436437"/>
                  <a:ext cx="248400" cy="6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2AC54FD-D86C-6F9E-1FDC-DE461E1D053B}"/>
                    </a:ext>
                  </a:extLst>
                </p14:cNvPr>
                <p14:cNvContentPartPr/>
                <p14:nvPr/>
              </p14:nvContentPartPr>
              <p14:xfrm>
                <a:off x="5937048" y="1537357"/>
                <a:ext cx="617400" cy="849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2AC54FD-D86C-6F9E-1FDC-DE461E1D053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928048" y="1528717"/>
                  <a:ext cx="63504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5D4561E-3F15-2899-1E5A-AFD22BB409A8}"/>
                    </a:ext>
                  </a:extLst>
                </p14:cNvPr>
                <p14:cNvContentPartPr/>
                <p14:nvPr/>
              </p14:nvContentPartPr>
              <p14:xfrm>
                <a:off x="5693688" y="1164757"/>
                <a:ext cx="169560" cy="167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5D4561E-3F15-2899-1E5A-AFD22BB409A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685048" y="1156117"/>
                  <a:ext cx="187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2677D0D-8E5B-EBDB-7B7C-1C4291118DAA}"/>
                    </a:ext>
                  </a:extLst>
                </p14:cNvPr>
                <p14:cNvContentPartPr/>
                <p14:nvPr/>
              </p14:nvContentPartPr>
              <p14:xfrm>
                <a:off x="5984208" y="1126597"/>
                <a:ext cx="144360" cy="278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2677D0D-8E5B-EBDB-7B7C-1C4291118DA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975208" y="1117957"/>
                  <a:ext cx="1620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B0BBE21-0054-2F58-D279-26E0F4ECDFB4}"/>
                    </a:ext>
                  </a:extLst>
                </p14:cNvPr>
                <p14:cNvContentPartPr/>
                <p14:nvPr/>
              </p14:nvContentPartPr>
              <p14:xfrm>
                <a:off x="6199848" y="1092757"/>
                <a:ext cx="99720" cy="274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B0BBE21-0054-2F58-D279-26E0F4ECDFB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190848" y="1083757"/>
                  <a:ext cx="1173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538CF51-E2D8-0B2B-BEF3-95C47E2131CF}"/>
                    </a:ext>
                  </a:extLst>
                </p14:cNvPr>
                <p14:cNvContentPartPr/>
                <p14:nvPr/>
              </p14:nvContentPartPr>
              <p14:xfrm>
                <a:off x="2319048" y="3062677"/>
                <a:ext cx="604440" cy="74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538CF51-E2D8-0B2B-BEF3-95C47E2131C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10048" y="3054037"/>
                  <a:ext cx="6220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8EDFB83-E9B1-4638-C0A2-504506869AE1}"/>
                    </a:ext>
                  </a:extLst>
                </p14:cNvPr>
                <p14:cNvContentPartPr/>
                <p14:nvPr/>
              </p14:nvContentPartPr>
              <p14:xfrm>
                <a:off x="894528" y="3089317"/>
                <a:ext cx="144000" cy="807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8EDFB83-E9B1-4638-C0A2-504506869AE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85888" y="3080677"/>
                  <a:ext cx="16164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2F0AA14-9C8C-C06E-BC44-692A5F914FCD}"/>
                    </a:ext>
                  </a:extLst>
                </p14:cNvPr>
                <p14:cNvContentPartPr/>
                <p14:nvPr/>
              </p14:nvContentPartPr>
              <p14:xfrm>
                <a:off x="834408" y="3560197"/>
                <a:ext cx="321480" cy="238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2F0AA14-9C8C-C06E-BC44-692A5F914FC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5768" y="3551557"/>
                  <a:ext cx="3391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1B8B6DB-30CD-6268-BCA2-B32B62AF0525}"/>
                    </a:ext>
                  </a:extLst>
                </p14:cNvPr>
                <p14:cNvContentPartPr/>
                <p14:nvPr/>
              </p14:nvContentPartPr>
              <p14:xfrm>
                <a:off x="1136808" y="3541117"/>
                <a:ext cx="261720" cy="313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1B8B6DB-30CD-6268-BCA2-B32B62AF052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27808" y="3532117"/>
                  <a:ext cx="2793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FD6C99F-8523-DD44-DB65-DA65341303F0}"/>
                    </a:ext>
                  </a:extLst>
                </p14:cNvPr>
                <p14:cNvContentPartPr/>
                <p14:nvPr/>
              </p14:nvContentPartPr>
              <p14:xfrm>
                <a:off x="1441728" y="3516637"/>
                <a:ext cx="284760" cy="13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FD6C99F-8523-DD44-DB65-DA65341303F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433088" y="3507997"/>
                  <a:ext cx="302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17C47BD-8FC6-C1B8-0E3E-0874A81FBDF2}"/>
                    </a:ext>
                  </a:extLst>
                </p14:cNvPr>
                <p14:cNvContentPartPr/>
                <p14:nvPr/>
              </p14:nvContentPartPr>
              <p14:xfrm>
                <a:off x="1816488" y="3505117"/>
                <a:ext cx="19440" cy="96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17C47BD-8FC6-C1B8-0E3E-0874A81FBDF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807488" y="3496117"/>
                  <a:ext cx="37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009BDF9-6A7D-D608-9BA1-A9F90C8C46C6}"/>
                    </a:ext>
                  </a:extLst>
                </p14:cNvPr>
                <p14:cNvContentPartPr/>
                <p14:nvPr/>
              </p14:nvContentPartPr>
              <p14:xfrm>
                <a:off x="1853208" y="3397837"/>
                <a:ext cx="159120" cy="2170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009BDF9-6A7D-D608-9BA1-A9F90C8C46C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844208" y="3388837"/>
                  <a:ext cx="1767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1D87D5F-A571-8944-73A3-EC0134854D82}"/>
                    </a:ext>
                  </a:extLst>
                </p14:cNvPr>
                <p14:cNvContentPartPr/>
                <p14:nvPr/>
              </p14:nvContentPartPr>
              <p14:xfrm>
                <a:off x="1951128" y="3496477"/>
                <a:ext cx="152640" cy="44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1D87D5F-A571-8944-73A3-EC0134854D8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942488" y="3487837"/>
                  <a:ext cx="1702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4E23278-2158-8A5F-FE95-F13DD0C922FE}"/>
                    </a:ext>
                  </a:extLst>
                </p14:cNvPr>
                <p14:cNvContentPartPr/>
                <p14:nvPr/>
              </p14:nvContentPartPr>
              <p14:xfrm>
                <a:off x="6088968" y="4335637"/>
                <a:ext cx="268560" cy="1324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4E23278-2158-8A5F-FE95-F13DD0C922F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080328" y="4326637"/>
                  <a:ext cx="286200" cy="13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ADA7473-750E-C696-89E1-4CF6E6922054}"/>
                    </a:ext>
                  </a:extLst>
                </p14:cNvPr>
                <p14:cNvContentPartPr/>
                <p14:nvPr/>
              </p14:nvContentPartPr>
              <p14:xfrm>
                <a:off x="2891448" y="5277037"/>
                <a:ext cx="3282480" cy="415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ADA7473-750E-C696-89E1-4CF6E692205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882808" y="5268037"/>
                  <a:ext cx="330012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DB8257C-B3BF-4F33-0E85-A9BC00BDD88E}"/>
                    </a:ext>
                  </a:extLst>
                </p14:cNvPr>
                <p14:cNvContentPartPr/>
                <p14:nvPr/>
              </p14:nvContentPartPr>
              <p14:xfrm>
                <a:off x="1860048" y="5564317"/>
                <a:ext cx="357480" cy="2358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DB8257C-B3BF-4F33-0E85-A9BC00BDD88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851048" y="5555317"/>
                  <a:ext cx="3751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F5D7F6B-AF79-EEFB-8F23-F2068286FA0D}"/>
                    </a:ext>
                  </a:extLst>
                </p14:cNvPr>
                <p14:cNvContentPartPr/>
                <p14:nvPr/>
              </p14:nvContentPartPr>
              <p14:xfrm>
                <a:off x="2331288" y="5399797"/>
                <a:ext cx="284760" cy="3484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F5D7F6B-AF79-EEFB-8F23-F2068286FA0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322288" y="5391157"/>
                  <a:ext cx="302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C63C161-A0FD-0550-906D-1C787A38C81D}"/>
                    </a:ext>
                  </a:extLst>
                </p14:cNvPr>
                <p14:cNvContentPartPr/>
                <p14:nvPr/>
              </p14:nvContentPartPr>
              <p14:xfrm>
                <a:off x="2664288" y="5340397"/>
                <a:ext cx="301680" cy="321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C63C161-A0FD-0550-906D-1C787A38C81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55288" y="5331757"/>
                  <a:ext cx="3193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EDF1888-BE8B-6A90-7863-90152CF1BC08}"/>
                    </a:ext>
                  </a:extLst>
                </p14:cNvPr>
                <p14:cNvContentPartPr/>
                <p14:nvPr/>
              </p14:nvContentPartPr>
              <p14:xfrm>
                <a:off x="1975968" y="3829117"/>
                <a:ext cx="214560" cy="745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EDF1888-BE8B-6A90-7863-90152CF1BC0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967328" y="3820477"/>
                  <a:ext cx="23220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F2D2AF9-484C-0359-1E6B-878187F46898}"/>
                    </a:ext>
                  </a:extLst>
                </p14:cNvPr>
                <p14:cNvContentPartPr/>
                <p14:nvPr/>
              </p14:nvContentPartPr>
              <p14:xfrm>
                <a:off x="2039328" y="4470997"/>
                <a:ext cx="159480" cy="12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F2D2AF9-484C-0359-1E6B-878187F4689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30688" y="4461997"/>
                  <a:ext cx="1771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B67BD41-81E9-E940-2D05-96A25C0FD9DC}"/>
                    </a:ext>
                  </a:extLst>
                </p14:cNvPr>
                <p14:cNvContentPartPr/>
                <p14:nvPr/>
              </p14:nvContentPartPr>
              <p14:xfrm>
                <a:off x="2127528" y="4743877"/>
                <a:ext cx="274680" cy="86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B67BD41-81E9-E940-2D05-96A25C0FD9D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118888" y="4735237"/>
                  <a:ext cx="2923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696AEBF-E72C-E24A-B771-E292E4E2C85F}"/>
                    </a:ext>
                  </a:extLst>
                </p14:cNvPr>
                <p14:cNvContentPartPr/>
                <p14:nvPr/>
              </p14:nvContentPartPr>
              <p14:xfrm>
                <a:off x="2103408" y="4670077"/>
                <a:ext cx="198360" cy="316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696AEBF-E72C-E24A-B771-E292E4E2C85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094408" y="4661437"/>
                  <a:ext cx="216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6F15462-6883-138D-8DDA-E4C6D4406B07}"/>
                    </a:ext>
                  </a:extLst>
                </p14:cNvPr>
                <p14:cNvContentPartPr/>
                <p14:nvPr/>
              </p14:nvContentPartPr>
              <p14:xfrm>
                <a:off x="2245968" y="4982917"/>
                <a:ext cx="122400" cy="3938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6F15462-6883-138D-8DDA-E4C6D4406B0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37328" y="4973917"/>
                  <a:ext cx="14004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C87F487-E00E-969B-2BAD-FF202713E002}"/>
                    </a:ext>
                  </a:extLst>
                </p14:cNvPr>
                <p14:cNvContentPartPr/>
                <p14:nvPr/>
              </p14:nvContentPartPr>
              <p14:xfrm>
                <a:off x="2245968" y="5295757"/>
                <a:ext cx="185760" cy="84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C87F487-E00E-969B-2BAD-FF202713E00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37328" y="5286757"/>
                  <a:ext cx="2034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ADB53D8-D05A-3D37-25C1-AB56183891AD}"/>
                    </a:ext>
                  </a:extLst>
                </p14:cNvPr>
                <p14:cNvContentPartPr/>
                <p14:nvPr/>
              </p14:nvContentPartPr>
              <p14:xfrm>
                <a:off x="9123408" y="423877"/>
                <a:ext cx="119160" cy="405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ADB53D8-D05A-3D37-25C1-AB56183891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114768" y="415237"/>
                  <a:ext cx="1368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1A741FE-D53B-657D-8EFC-735FC29112F2}"/>
                    </a:ext>
                  </a:extLst>
                </p14:cNvPr>
                <p14:cNvContentPartPr/>
                <p14:nvPr/>
              </p14:nvContentPartPr>
              <p14:xfrm>
                <a:off x="9231048" y="369517"/>
                <a:ext cx="153720" cy="529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1A741FE-D53B-657D-8EFC-735FC29112F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222048" y="360517"/>
                  <a:ext cx="17136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F52F9F1-EE01-B356-3FA5-5218E2B7FA8C}"/>
                    </a:ext>
                  </a:extLst>
                </p14:cNvPr>
                <p14:cNvContentPartPr/>
                <p14:nvPr/>
              </p14:nvContentPartPr>
              <p14:xfrm>
                <a:off x="9404208" y="631957"/>
                <a:ext cx="26280" cy="178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F52F9F1-EE01-B356-3FA5-5218E2B7FA8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395208" y="622957"/>
                  <a:ext cx="43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30D2709-2E13-AD90-649D-40803AD78DE4}"/>
                    </a:ext>
                  </a:extLst>
                </p14:cNvPr>
                <p14:cNvContentPartPr/>
                <p14:nvPr/>
              </p14:nvContentPartPr>
              <p14:xfrm>
                <a:off x="9524448" y="587317"/>
                <a:ext cx="429480" cy="235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30D2709-2E13-AD90-649D-40803AD78DE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515448" y="578677"/>
                  <a:ext cx="4471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FA89B09-C91D-8950-2AF5-EF5E875D7D41}"/>
                    </a:ext>
                  </a:extLst>
                </p14:cNvPr>
                <p14:cNvContentPartPr/>
                <p14:nvPr/>
              </p14:nvContentPartPr>
              <p14:xfrm>
                <a:off x="10003248" y="413437"/>
                <a:ext cx="224280" cy="4798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FA89B09-C91D-8950-2AF5-EF5E875D7D4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94248" y="404437"/>
                  <a:ext cx="24192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CDD1B9A-463F-A434-B3AC-1E2F710482CD}"/>
                    </a:ext>
                  </a:extLst>
                </p14:cNvPr>
                <p14:cNvContentPartPr/>
                <p14:nvPr/>
              </p14:nvContentPartPr>
              <p14:xfrm>
                <a:off x="8751528" y="266557"/>
                <a:ext cx="177480" cy="576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CDD1B9A-463F-A434-B3AC-1E2F710482C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42888" y="257917"/>
                  <a:ext cx="1951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7884F15-E76A-9C46-1788-DF0CFC77ADF5}"/>
                    </a:ext>
                  </a:extLst>
                </p14:cNvPr>
                <p14:cNvContentPartPr/>
                <p14:nvPr/>
              </p14:nvContentPartPr>
              <p14:xfrm>
                <a:off x="7125048" y="3853957"/>
                <a:ext cx="203400" cy="147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7884F15-E76A-9C46-1788-DF0CFC77ADF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116048" y="3845317"/>
                  <a:ext cx="221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113FA4F-12CF-507E-5B5C-DB9090114CCB}"/>
                    </a:ext>
                  </a:extLst>
                </p14:cNvPr>
                <p14:cNvContentPartPr/>
                <p14:nvPr/>
              </p14:nvContentPartPr>
              <p14:xfrm>
                <a:off x="7021368" y="3727237"/>
                <a:ext cx="405000" cy="439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113FA4F-12CF-507E-5B5C-DB9090114CC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12728" y="3718237"/>
                  <a:ext cx="42264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8C9DD07-563C-21BA-9D68-DD56F3F8CAC0}"/>
                    </a:ext>
                  </a:extLst>
                </p14:cNvPr>
                <p14:cNvContentPartPr/>
                <p14:nvPr/>
              </p14:nvContentPartPr>
              <p14:xfrm>
                <a:off x="6977448" y="4148077"/>
                <a:ext cx="182880" cy="429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8C9DD07-563C-21BA-9D68-DD56F3F8CAC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68808" y="4139437"/>
                  <a:ext cx="2005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D4556CF-1E9E-BDAD-CF32-E262A74638A7}"/>
                    </a:ext>
                  </a:extLst>
                </p14:cNvPr>
                <p14:cNvContentPartPr/>
                <p14:nvPr/>
              </p14:nvContentPartPr>
              <p14:xfrm>
                <a:off x="6927768" y="4485757"/>
                <a:ext cx="162720" cy="1458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D4556CF-1E9E-BDAD-CF32-E262A74638A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19128" y="4476757"/>
                  <a:ext cx="180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4F5688A-69B9-2E8C-3EEF-4EF2D968B6B0}"/>
                    </a:ext>
                  </a:extLst>
                </p14:cNvPr>
                <p14:cNvContentPartPr/>
                <p14:nvPr/>
              </p14:nvContentPartPr>
              <p14:xfrm>
                <a:off x="6830208" y="4675837"/>
                <a:ext cx="128160" cy="76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4F5688A-69B9-2E8C-3EEF-4EF2D968B6B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21208" y="4666837"/>
                  <a:ext cx="145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96E4BF3-7675-2DBE-00EF-7ECBD8E965B7}"/>
                    </a:ext>
                  </a:extLst>
                </p14:cNvPr>
                <p14:cNvContentPartPr/>
                <p14:nvPr/>
              </p14:nvContentPartPr>
              <p14:xfrm>
                <a:off x="6726888" y="4562797"/>
                <a:ext cx="351360" cy="321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96E4BF3-7675-2DBE-00EF-7ECBD8E965B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718248" y="4554157"/>
                  <a:ext cx="3690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EA95EA5-7E88-F646-7551-3D7442CBE8C8}"/>
                    </a:ext>
                  </a:extLst>
                </p14:cNvPr>
                <p14:cNvContentPartPr/>
                <p14:nvPr/>
              </p14:nvContentPartPr>
              <p14:xfrm>
                <a:off x="2557008" y="6008557"/>
                <a:ext cx="660240" cy="398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EA95EA5-7E88-F646-7551-3D7442CBE8C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548368" y="5999917"/>
                  <a:ext cx="67788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47E818B-0F22-2801-6A0D-4CE4B1F3598C}"/>
                    </a:ext>
                  </a:extLst>
                </p14:cNvPr>
                <p14:cNvContentPartPr/>
                <p14:nvPr/>
              </p14:nvContentPartPr>
              <p14:xfrm>
                <a:off x="3536208" y="6249757"/>
                <a:ext cx="182880" cy="201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47E818B-0F22-2801-6A0D-4CE4B1F3598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27568" y="6241117"/>
                  <a:ext cx="200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4992D7A-3166-B562-EADD-6A8B8C12B140}"/>
                    </a:ext>
                  </a:extLst>
                </p14:cNvPr>
                <p14:cNvContentPartPr/>
                <p14:nvPr/>
              </p14:nvContentPartPr>
              <p14:xfrm>
                <a:off x="3829248" y="6271717"/>
                <a:ext cx="34560" cy="137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4992D7A-3166-B562-EADD-6A8B8C12B14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820608" y="6262717"/>
                  <a:ext cx="522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A5A989F-DF91-56AE-8D0C-3DD65959BD5C}"/>
                    </a:ext>
                  </a:extLst>
                </p14:cNvPr>
                <p14:cNvContentPartPr/>
                <p14:nvPr/>
              </p14:nvContentPartPr>
              <p14:xfrm>
                <a:off x="3836808" y="6150037"/>
                <a:ext cx="35640" cy="360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A5A989F-DF91-56AE-8D0C-3DD65959BD5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828168" y="6141037"/>
                  <a:ext cx="53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5A9AFFC-BD89-1428-BB3B-9770A81A659B}"/>
                    </a:ext>
                  </a:extLst>
                </p14:cNvPr>
                <p14:cNvContentPartPr/>
                <p14:nvPr/>
              </p14:nvContentPartPr>
              <p14:xfrm>
                <a:off x="3927528" y="6172357"/>
                <a:ext cx="405000" cy="2185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5A9AFFC-BD89-1428-BB3B-9770A81A659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918528" y="6163357"/>
                  <a:ext cx="4226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4C92931-C1FE-BDE0-B448-0FE625FF4083}"/>
                    </a:ext>
                  </a:extLst>
                </p14:cNvPr>
                <p14:cNvContentPartPr/>
                <p14:nvPr/>
              </p14:nvContentPartPr>
              <p14:xfrm>
                <a:off x="2553768" y="5983357"/>
                <a:ext cx="48240" cy="1418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4C92931-C1FE-BDE0-B448-0FE625FF408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545128" y="5974357"/>
                  <a:ext cx="65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0F534CA-2EC3-3ACC-4582-BD376B1ABA6A}"/>
                    </a:ext>
                  </a:extLst>
                </p14:cNvPr>
                <p14:cNvContentPartPr/>
                <p14:nvPr/>
              </p14:nvContentPartPr>
              <p14:xfrm>
                <a:off x="2549088" y="5972917"/>
                <a:ext cx="119160" cy="96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0F534CA-2EC3-3ACC-4582-BD376B1ABA6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540448" y="5964277"/>
                  <a:ext cx="1368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5C4BAD3-DC51-C116-D8F4-B2E6977AA630}"/>
                    </a:ext>
                  </a:extLst>
                </p14:cNvPr>
                <p14:cNvContentPartPr/>
                <p14:nvPr/>
              </p14:nvContentPartPr>
              <p14:xfrm>
                <a:off x="2840328" y="5960677"/>
                <a:ext cx="151920" cy="196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5C4BAD3-DC51-C116-D8F4-B2E6977AA63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831688" y="5952037"/>
                  <a:ext cx="169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EF44DEE-7DA5-9D2D-6059-59A17D508277}"/>
                    </a:ext>
                  </a:extLst>
                </p14:cNvPr>
                <p14:cNvContentPartPr/>
                <p14:nvPr/>
              </p14:nvContentPartPr>
              <p14:xfrm>
                <a:off x="2200968" y="3466237"/>
                <a:ext cx="1743120" cy="2583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EF44DEE-7DA5-9D2D-6059-59A17D50827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191968" y="3457597"/>
                  <a:ext cx="1760760" cy="26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44E9F8A-6BDC-BE53-C513-4488FF83BCE8}"/>
                    </a:ext>
                  </a:extLst>
                </p14:cNvPr>
                <p14:cNvContentPartPr/>
                <p14:nvPr/>
              </p14:nvContentPartPr>
              <p14:xfrm>
                <a:off x="2491848" y="5831077"/>
                <a:ext cx="1188000" cy="421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44E9F8A-6BDC-BE53-C513-4488FF83BCE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483208" y="5822437"/>
                  <a:ext cx="1205640" cy="43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00666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Embedding Fragment in View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For this hands – on we have to create a folder named </a:t>
            </a:r>
            <a:r>
              <a:rPr lang="en-US" dirty="0">
                <a:solidFill>
                  <a:schemeClr val="accent6"/>
                </a:solidFill>
              </a:rPr>
              <a:t>fragments</a:t>
            </a:r>
            <a:r>
              <a:rPr lang="en-US" dirty="0"/>
              <a:t> in the webapp folder and in that folder create fragment files with the extension </a:t>
            </a:r>
            <a:r>
              <a:rPr lang="en-US" dirty="0">
                <a:solidFill>
                  <a:schemeClr val="accent6"/>
                </a:solidFill>
              </a:rPr>
              <a:t>.fragment.xml</a:t>
            </a:r>
            <a:r>
              <a:rPr lang="en-US" dirty="0"/>
              <a:t>.</a:t>
            </a:r>
          </a:p>
          <a:p>
            <a:pPr algn="just"/>
            <a:r>
              <a:rPr lang="en-US" dirty="0"/>
              <a:t>We will move the Icon Tab bar code to the fragments and will embed them in the View2 to modularize the code of View2.</a:t>
            </a:r>
          </a:p>
          <a:p>
            <a:pPr algn="just"/>
            <a:r>
              <a:rPr lang="en-US" dirty="0"/>
              <a:t>Create three file in the fragments folder for more Info Section, Supplier Table section and Cities Section.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To including the fragment directly into the XML View use the sap.ui.core.Fragment class as shown below</a:t>
            </a:r>
          </a:p>
          <a:p>
            <a:pPr lvl="1" algn="just"/>
            <a:r>
              <a:rPr lang="en-US" dirty="0"/>
              <a:t>Ex:	</a:t>
            </a:r>
            <a:r>
              <a:rPr lang="en-US" b="0" dirty="0">
                <a:solidFill>
                  <a:srgbClr val="800000"/>
                </a:solidFill>
                <a:effectLst/>
              </a:rPr>
              <a:t>&lt;core:Fragment</a:t>
            </a:r>
            <a:r>
              <a:rPr lang="en-US" b="0" dirty="0">
                <a:solidFill>
                  <a:srgbClr val="000000"/>
                </a:solidFill>
                <a:effectLst/>
              </a:rPr>
              <a:t> </a:t>
            </a:r>
            <a:r>
              <a:rPr lang="en-US" b="0" dirty="0">
                <a:solidFill>
                  <a:srgbClr val="FF0000"/>
                </a:solidFill>
                <a:effectLst/>
              </a:rPr>
              <a:t>fragmentName</a:t>
            </a:r>
            <a:r>
              <a:rPr lang="en-US" b="0" dirty="0">
                <a:solidFill>
                  <a:srgbClr val="000000"/>
                </a:solidFill>
                <a:effectLst/>
              </a:rPr>
              <a:t>=</a:t>
            </a:r>
            <a:r>
              <a:rPr lang="en-US" b="0" dirty="0">
                <a:solidFill>
                  <a:srgbClr val="0000FF"/>
                </a:solidFill>
                <a:effectLst/>
              </a:rPr>
              <a:t>“namespace.fragments.fragmentName"</a:t>
            </a:r>
            <a:r>
              <a:rPr lang="en-US" b="0" dirty="0">
                <a:solidFill>
                  <a:srgbClr val="000000"/>
                </a:solidFill>
                <a:effectLst/>
              </a:rPr>
              <a:t> </a:t>
            </a:r>
            <a:r>
              <a:rPr lang="en-US" b="0" dirty="0">
                <a:solidFill>
                  <a:srgbClr val="FF0000"/>
                </a:solidFill>
                <a:effectLst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</a:rPr>
              <a:t>=</a:t>
            </a:r>
            <a:r>
              <a:rPr lang="en-US" b="0" dirty="0">
                <a:solidFill>
                  <a:srgbClr val="0000FF"/>
                </a:solidFill>
                <a:effectLst/>
              </a:rPr>
              <a:t>"XML"</a:t>
            </a:r>
            <a:r>
              <a:rPr lang="en-US" b="0" dirty="0">
                <a:solidFill>
                  <a:srgbClr val="000000"/>
                </a:solidFill>
                <a:effectLst/>
              </a:rPr>
              <a:t> </a:t>
            </a:r>
            <a:r>
              <a:rPr lang="en-US" b="0" dirty="0">
                <a:solidFill>
                  <a:srgbClr val="800000"/>
                </a:solidFill>
                <a:effectLst/>
              </a:rPr>
              <a:t>/&gt;</a:t>
            </a:r>
            <a:endParaRPr lang="en-US" dirty="0"/>
          </a:p>
          <a:p>
            <a:pPr lvl="1" algn="just"/>
            <a:r>
              <a:rPr lang="en-US" b="0" i="0" dirty="0">
                <a:solidFill>
                  <a:srgbClr val="232629"/>
                </a:solidFill>
                <a:effectLst/>
              </a:rPr>
              <a:t>	</a:t>
            </a:r>
            <a:endParaRPr lang="en-US" dirty="0"/>
          </a:p>
          <a:p>
            <a:pPr algn="just"/>
            <a:r>
              <a:rPr lang="en-US" dirty="0"/>
              <a:t>Code Links:- </a:t>
            </a:r>
          </a:p>
          <a:p>
            <a:pPr marL="285750" indent="-285750" algn="just">
              <a:buFontTx/>
              <a:buChar char="-"/>
            </a:pPr>
            <a:r>
              <a:rPr lang="en-US" dirty="0"/>
              <a:t>View2.view.xml</a:t>
            </a:r>
          </a:p>
          <a:p>
            <a:pPr marL="285750" indent="-285750" algn="just">
              <a:buFontTx/>
              <a:buChar char="-"/>
            </a:pPr>
            <a:r>
              <a:rPr lang="en-US" dirty="0"/>
              <a:t>moreInfo.fragment.xml</a:t>
            </a:r>
          </a:p>
          <a:p>
            <a:pPr marL="285750" indent="-285750" algn="just">
              <a:buFontTx/>
              <a:buChar char="-"/>
            </a:pPr>
            <a:r>
              <a:rPr lang="en-US" dirty="0"/>
              <a:t>cities.fragment.xml</a:t>
            </a:r>
          </a:p>
          <a:p>
            <a:pPr marL="285750" indent="-285750" algn="just">
              <a:buFontTx/>
              <a:buChar char="-"/>
            </a:pPr>
            <a:r>
              <a:rPr lang="en-US" dirty="0"/>
              <a:t>supplierTab.fragment.xml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14945-0588-4E33-9195-FD28BFC49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654" y="3429000"/>
            <a:ext cx="7660024" cy="289800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36589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Hands – on: Fragment Use Case 2 (</a:t>
            </a:r>
            <a:r>
              <a:rPr lang="en-US" sz="2800" dirty="0">
                <a:latin typeface="Cooper Black" panose="0208090404030B020404" pitchFamily="18" charset="0"/>
              </a:rPr>
              <a:t>Using JS Code</a:t>
            </a:r>
            <a:r>
              <a:rPr lang="en-US" sz="3600" dirty="0">
                <a:latin typeface="Cooper Black" panose="0208090404030B020404" pitchFamily="18" charset="0"/>
              </a:rPr>
              <a:t>)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My manager asked me to develop following requirements</a:t>
            </a:r>
          </a:p>
          <a:p>
            <a:pPr marL="342900" indent="-342900">
              <a:buAutoNum type="arabicPeriod"/>
            </a:pPr>
            <a:r>
              <a:rPr lang="en-US" sz="1800" dirty="0"/>
              <a:t>Add a filter button in the toolbar of the table, and when we click filter icon, it should load </a:t>
            </a:r>
            <a:r>
              <a:rPr lang="en-US" sz="1800" b="1" i="1" u="sng" dirty="0"/>
              <a:t>a popup </a:t>
            </a:r>
            <a:r>
              <a:rPr lang="en-US" sz="1800" dirty="0"/>
              <a:t>with all the list of suppliers. When we select supplier inside filter it should filter data in the table.</a:t>
            </a:r>
          </a:p>
          <a:p>
            <a:pPr marL="342900" indent="-342900">
              <a:buAutoNum type="arabicPeriod"/>
            </a:pPr>
            <a:r>
              <a:rPr lang="en-US" sz="1800" dirty="0"/>
              <a:t>Inside the table we have a city field. We would like to enable a value help (F4 Help), when we click on same, it should open </a:t>
            </a:r>
            <a:r>
              <a:rPr lang="en-US" sz="1800" b="1" i="1" u="sng" dirty="0"/>
              <a:t>a popup </a:t>
            </a:r>
            <a:r>
              <a:rPr lang="en-US" sz="1800" dirty="0"/>
              <a:t>which shows all the list of cities on screen.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sz="1800" dirty="0"/>
          </a:p>
          <a:p>
            <a:r>
              <a:rPr lang="en-US" dirty="0">
                <a:solidFill>
                  <a:schemeClr val="accent6"/>
                </a:solidFill>
              </a:rPr>
              <a:t>Part 1: Opening filter popup using the Filter Button</a:t>
            </a:r>
            <a:r>
              <a:rPr lang="en-US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dirty="0"/>
              <a:t>popup.fragment.xml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supplierTab.fragment.xml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View2.controller.js</a:t>
            </a:r>
          </a:p>
          <a:p>
            <a:endParaRPr lang="en-US" sz="1800" dirty="0"/>
          </a:p>
          <a:p>
            <a:endParaRPr lang="en-US" dirty="0"/>
          </a:p>
          <a:p>
            <a:r>
              <a:rPr lang="en-US" sz="1800" dirty="0">
                <a:solidFill>
                  <a:schemeClr val="accent6"/>
                </a:solidFill>
              </a:rPr>
              <a:t>Part 2: Opening the Value help popup in the Supplier Table</a:t>
            </a:r>
          </a:p>
          <a:p>
            <a:pPr marL="285750" indent="-285750">
              <a:buFontTx/>
              <a:buChar char="-"/>
            </a:pPr>
            <a:r>
              <a:rPr lang="en-US" dirty="0"/>
              <a:t>popup.fragment.xml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supplierTab.fragment.xml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View2.controller.js</a:t>
            </a:r>
          </a:p>
          <a:p>
            <a:endParaRPr lang="en-US" sz="1800" dirty="0"/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A239DE-F0C3-4BFD-BCBC-E3F3D5F1B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447" y="4825321"/>
            <a:ext cx="4438630" cy="19614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177397-1585-4983-BF82-12ED69460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930" y="2431701"/>
            <a:ext cx="1842097" cy="273874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3956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F07FC580-E2AB-4C55-8C95-D5E077A1D127}"/>
              </a:ext>
            </a:extLst>
          </p:cNvPr>
          <p:cNvSpPr txBox="1">
            <a:spLocks/>
          </p:cNvSpPr>
          <p:nvPr/>
        </p:nvSpPr>
        <p:spPr>
          <a:xfrm>
            <a:off x="261764" y="188640"/>
            <a:ext cx="11292008" cy="7110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Footer Placeholder 45">
            <a:extLst>
              <a:ext uri="{FF2B5EF4-FFF2-40B4-BE49-F238E27FC236}">
                <a16:creationId xmlns:a16="http://schemas.microsoft.com/office/drawing/2014/main" id="{90E33047-DFF5-4690-8905-31E4C115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23055" y="6548582"/>
            <a:ext cx="2225295" cy="20362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Trainer: Anubhav Oberoy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2BC072-3193-7B45-9313-D2D8113896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822" b="782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FF912B5-CB91-984A-A326-06D0A1B895C3}"/>
              </a:ext>
            </a:extLst>
          </p:cNvPr>
          <p:cNvSpPr/>
          <p:nvPr/>
        </p:nvSpPr>
        <p:spPr>
          <a:xfrm>
            <a:off x="-2415" y="-2412"/>
            <a:ext cx="12192001" cy="6858000"/>
          </a:xfrm>
          <a:prstGeom prst="roundRect">
            <a:avLst>
              <a:gd name="adj" fmla="val 0"/>
            </a:avLst>
          </a:prstGeom>
          <a:solidFill>
            <a:schemeClr val="tx2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15253-65BB-C843-B5D8-DB41A0DCD078}"/>
              </a:ext>
            </a:extLst>
          </p:cNvPr>
          <p:cNvSpPr/>
          <p:nvPr/>
        </p:nvSpPr>
        <p:spPr>
          <a:xfrm>
            <a:off x="3879679" y="3011089"/>
            <a:ext cx="442781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48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End of </a:t>
            </a:r>
            <a:r>
              <a:rPr kumimoji="0" lang="en-IN" sz="4800" b="1" i="0" u="none" strike="noStrike" kern="1200" cap="none" spc="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Day 18</a:t>
            </a:r>
            <a:endParaRPr kumimoji="0" lang="en-IN" sz="48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243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Free Vector | Flat people with question marks background">
            <a:extLst>
              <a:ext uri="{FF2B5EF4-FFF2-40B4-BE49-F238E27FC236}">
                <a16:creationId xmlns:a16="http://schemas.microsoft.com/office/drawing/2014/main" id="{E158EC70-4769-4E41-A278-C90EC4E480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22246"/>
          <a:stretch/>
        </p:blipFill>
        <p:spPr bwMode="auto">
          <a:xfrm>
            <a:off x="1848418" y="648942"/>
            <a:ext cx="7599507" cy="5908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4C3DB2-D47E-4B94-804B-87AF1FDEF86E}"/>
              </a:ext>
            </a:extLst>
          </p:cNvPr>
          <p:cNvSpPr txBox="1"/>
          <p:nvPr/>
        </p:nvSpPr>
        <p:spPr>
          <a:xfrm>
            <a:off x="4535055" y="1052946"/>
            <a:ext cx="558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Questions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57951"/>
            <a:ext cx="716699" cy="707887"/>
          </a:xfrm>
          <a:prstGeom prst="rect">
            <a:avLst/>
          </a:prstGeom>
        </p:spPr>
      </p:pic>
      <p:sp>
        <p:nvSpPr>
          <p:cNvPr id="9" name="Footer Placeholder 45">
            <a:extLst>
              <a:ext uri="{FF2B5EF4-FFF2-40B4-BE49-F238E27FC236}">
                <a16:creationId xmlns:a16="http://schemas.microsoft.com/office/drawing/2014/main" id="{1E8E93DB-81E4-442B-B897-F70226371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308118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Ski Jumping Arena - Free Presentation Templates">
            <a:extLst>
              <a:ext uri="{FF2B5EF4-FFF2-40B4-BE49-F238E27FC236}">
                <a16:creationId xmlns:a16="http://schemas.microsoft.com/office/drawing/2014/main" id="{B0D7E6A1-F72A-4F69-B4FB-A4ED7A0C6C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6" b="224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910833" y="3561520"/>
            <a:ext cx="6629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spc="-150" dirty="0">
                <a:solidFill>
                  <a:prstClr val="white"/>
                </a:solidFill>
                <a:latin typeface="Calibri" panose="020F0502020204030204"/>
              </a:rPr>
              <a:t>Sakshi Gupta</a:t>
            </a:r>
            <a:endParaRPr kumimoji="0" 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32F133-AC7B-4BFC-9A60-F9C1BF83B8C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64" y="0"/>
            <a:ext cx="1977514" cy="19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08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30278" y="2339163"/>
            <a:ext cx="9161718" cy="4518837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487793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7" y="-1"/>
            <a:ext cx="12188826" cy="487793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6" y="-10291"/>
            <a:ext cx="12187238" cy="4888227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660" y="5992677"/>
            <a:ext cx="36361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Contact us today!</a:t>
            </a:r>
          </a:p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https://anubhavtrainings.com/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80349" y="2925900"/>
            <a:ext cx="323028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 build the workforce of the future.</a:t>
            </a:r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FFFFFF">
                  <a:lumMod val="95000"/>
                </a:srgb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995" y="311377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250+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880" y="311377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30,000+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6601" y="3111414"/>
            <a:ext cx="18019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25000+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592" y="2279542"/>
            <a:ext cx="640226" cy="6402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6417" y="2272463"/>
            <a:ext cx="672103" cy="67210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685" y="691519"/>
            <a:ext cx="657267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We’re committed to empower you to 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Most Desirable Resource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660" y="4998907"/>
            <a:ext cx="3901573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10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FREE WEBINARS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977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2741" y="2194371"/>
            <a:ext cx="852087" cy="852087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9296" y="3369105"/>
            <a:ext cx="5612646" cy="3381741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3739" y="5575313"/>
            <a:ext cx="2196807" cy="5474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hlinkClick r:id="rId9"/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400880" y="5490869"/>
            <a:ext cx="2196807" cy="5474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4221" y="5590861"/>
            <a:ext cx="1467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Enroll Now!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EE5CC4-6884-48A9-8EE9-C0C15B8FD14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916" y="501199"/>
            <a:ext cx="1956681" cy="193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607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8A4613-6F8A-40A2-B2DE-12F49D2C9098}"/>
              </a:ext>
            </a:extLst>
          </p:cNvPr>
          <p:cNvSpPr txBox="1"/>
          <p:nvPr/>
        </p:nvSpPr>
        <p:spPr>
          <a:xfrm>
            <a:off x="92365" y="180309"/>
            <a:ext cx="11462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ooper Black" panose="0208090404030B020404" pitchFamily="18" charset="0"/>
              </a:rPr>
              <a:t>More from AnubhavTrainings.com</a:t>
            </a:r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3C11E744-8456-4A37-9BA0-092AF3415D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878" y="826640"/>
            <a:ext cx="5727192" cy="3452752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8" name="Picture 7">
            <a:hlinkClick r:id="rId4"/>
            <a:extLst>
              <a:ext uri="{FF2B5EF4-FFF2-40B4-BE49-F238E27FC236}">
                <a16:creationId xmlns:a16="http://schemas.microsoft.com/office/drawing/2014/main" id="{D78BFE9E-91A1-40B2-B91E-34E16BAEAB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30" y="1061561"/>
            <a:ext cx="5956261" cy="3337560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10" name="Picture 9">
            <a:hlinkClick r:id="rId6"/>
            <a:extLst>
              <a:ext uri="{FF2B5EF4-FFF2-40B4-BE49-F238E27FC236}">
                <a16:creationId xmlns:a16="http://schemas.microsoft.com/office/drawing/2014/main" id="{4B4996AA-9A5C-4627-ABFF-5F312BFC76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877" y="3132709"/>
            <a:ext cx="5727193" cy="3539652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  <p:pic>
        <p:nvPicPr>
          <p:cNvPr id="11" name="Picture 10">
            <a:hlinkClick r:id="rId8"/>
            <a:extLst>
              <a:ext uri="{FF2B5EF4-FFF2-40B4-BE49-F238E27FC236}">
                <a16:creationId xmlns:a16="http://schemas.microsoft.com/office/drawing/2014/main" id="{82B165D0-C409-4669-9E36-D2FB63835D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258" y="3340131"/>
            <a:ext cx="5998933" cy="3304731"/>
          </a:xfrm>
          <a:prstGeom prst="rect">
            <a:avLst/>
          </a:prstGeom>
          <a:scene3d>
            <a:camera prst="perspectiveLeft"/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647541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3">
            <a:extLst>
              <a:ext uri="{FF2B5EF4-FFF2-40B4-BE49-F238E27FC236}">
                <a16:creationId xmlns:a16="http://schemas.microsoft.com/office/drawing/2014/main" id="{AF93BBAF-6EE1-4591-9B30-F5586142D4FB}"/>
              </a:ext>
            </a:extLst>
          </p:cNvPr>
          <p:cNvSpPr txBox="1">
            <a:spLocks/>
          </p:cNvSpPr>
          <p:nvPr/>
        </p:nvSpPr>
        <p:spPr>
          <a:xfrm>
            <a:off x="261764" y="188641"/>
            <a:ext cx="11161642" cy="59045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Cooper Black" panose="0208090404030B020404" pitchFamily="18" charset="0"/>
              </a:rPr>
              <a:t>Title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EC1A83-C55E-46CD-B906-A781D8F74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0678" y="71203"/>
            <a:ext cx="716699" cy="7078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85CD6-AB30-4AE8-A63C-5B98D31A98D7}"/>
              </a:ext>
            </a:extLst>
          </p:cNvPr>
          <p:cNvSpPr txBox="1"/>
          <p:nvPr/>
        </p:nvSpPr>
        <p:spPr>
          <a:xfrm>
            <a:off x="261764" y="779090"/>
            <a:ext cx="111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Content</a:t>
            </a:r>
          </a:p>
        </p:txBody>
      </p:sp>
      <p:sp>
        <p:nvSpPr>
          <p:cNvPr id="8" name="Footer Placeholder 45">
            <a:extLst>
              <a:ext uri="{FF2B5EF4-FFF2-40B4-BE49-F238E27FC236}">
                <a16:creationId xmlns:a16="http://schemas.microsoft.com/office/drawing/2014/main" id="{50716297-1661-465B-A972-8080F843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77670" y="6639339"/>
            <a:ext cx="2014330" cy="147458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3216820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2531</TotalTime>
  <Words>753</Words>
  <Application>Microsoft Office PowerPoint</Application>
  <PresentationFormat>Widescreen</PresentationFormat>
  <Paragraphs>118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(Body)</vt:lpstr>
      <vt:lpstr>Calibri Light</vt:lpstr>
      <vt:lpstr>Cooper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cvedi@soyuztechnologies.com</dc:creator>
  <cp:lastModifiedBy>Anubhav Oberoy</cp:lastModifiedBy>
  <cp:revision>28</cp:revision>
  <dcterms:created xsi:type="dcterms:W3CDTF">2023-08-10T16:09:42Z</dcterms:created>
  <dcterms:modified xsi:type="dcterms:W3CDTF">2026-05-07T04:22:49Z</dcterms:modified>
</cp:coreProperties>
</file>