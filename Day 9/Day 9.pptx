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463" r:id="rId3"/>
    <p:sldId id="591" r:id="rId4"/>
    <p:sldId id="592" r:id="rId5"/>
    <p:sldId id="557" r:id="rId6"/>
    <p:sldId id="550" r:id="rId7"/>
    <p:sldId id="551" r:id="rId8"/>
    <p:sldId id="552" r:id="rId9"/>
    <p:sldId id="546" r:id="rId10"/>
    <p:sldId id="593" r:id="rId11"/>
    <p:sldId id="555" r:id="rId12"/>
    <p:sldId id="560" r:id="rId13"/>
    <p:sldId id="556" r:id="rId14"/>
    <p:sldId id="595" r:id="rId15"/>
    <p:sldId id="594" r:id="rId16"/>
    <p:sldId id="477" r:id="rId17"/>
    <p:sldId id="399" r:id="rId18"/>
    <p:sldId id="409" r:id="rId19"/>
    <p:sldId id="481" r:id="rId20"/>
    <p:sldId id="482" r:id="rId21"/>
    <p:sldId id="50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4-24T03:04:44.628"/>
    </inkml:context>
    <inkml:brush xml:id="br0">
      <inkml:brushProperty name="width" value="0.05292" units="cm"/>
      <inkml:brushProperty name="height" value="0.05292" units="cm"/>
    </inkml:brush>
  </inkml:definitions>
  <inkml:trace contextRef="#ctx0" brushRef="#br0">3294 5530 0,'0'-13'32,"0"-1"46,-13 14-63,-40 27 1,26-1 0,-12 54-1,-1-27 1,14 13 0,26-13-1,0 0-15,0 13 31,0-13-15,0 13 0,0-13-1,0-14 1,0 1 0,13-27-1,0 27 1,0-40-16,14 26 15,-1-12 1,14 12 0,26-13-1,-39-13 1,25-13 15,-38-27-15,25-26-1,-25 40 1,-1-1-16,13-25 16,1 12-1,-14 27 1,-13-14 0,0 14-1,0-14 1,0-12-1,0 26 1,0-40 0,-40-27-1,27 27 1,-13-13 0,12 53-1,-25-27 1,-1 27-1,14 13 17,12-13-17,1 13 1,-13 0 15,12-13 63</inkml:trace>
  <inkml:trace contextRef="#ctx0" brushRef="#br0" timeOffset="2202.71">4035 6231 0,'26'0'62,"1"0"-46,65 0-1,54 0 1,-40 0-16,53 0 16,26 0-16,238 0 15,-211 0 1,105 0-1,-105-13 1,-159 13-16,-27-13 31,-52-1-15,13 14 0,-1 0 77</inkml:trace>
  <inkml:trace contextRef="#ctx0" brushRef="#br0" timeOffset="5036.85">6456 5331 0,'0'0'0,"-27"-992"47,14 1984-31,-13-992-1,12 0 1,-12 0 0,13 0-1,-27 14 1,0-14-1,1 13 1,-1-13 0,14 13-16,-54 40 15,27 0 1,40 0 0,0-13-1,13 26 1,-27-13-1,27-14-15,-13-25 16,0 52 15,13 13-15,0-52 0,0-1-1,0 14-15,0 26 31,0-13-15,0-40 0,0 27-1,0-27 1,13 53 0,0-66-1,14 66 1,-1-53-1,27 27 1,-26-40 0,52 13-1,-39-13 1,39 0 0,-39 0-16,-14 0 15,27-13 1,-40 0-16,14-14 15,-1-12 1,-26 12 0,27 14-1,-1-27 1,-13 14-16,1-67 31,-1 54-15,-13 25-16,40-78 15,-27 39 1,-13 0 0,0-13-1,0 13 1,0 13 0,0 27-1,0 0 1,0-27-1,-13 27 1,13 0-16,0-14 16,-27 1-1,14-27 1,-14 39 0,14-25 15,-13 26-16,13 13-15,-1-14 16,-39 1 0,40 0 31,-13 13 109</inkml:trace>
  <inkml:trace contextRef="#ctx0" brushRef="#br0" timeOffset="6827.55">6310 6482 0,'-26'0'15,"-40"0"16,26 0-15,14 0 0,-14 27-1,13-14-15,1 27 16,-1-1 0,-52 80 15,39 14-16,-12-27 1,25-67 0,-13 54-1,27 52 1,0-65 0,-27 52-1,40-53 1,0-39-16,0 92 31,0-92-15,0 26-1,27 0 1,-1-26 0,54 39-1,-67-65 1,53 52-1,-53-53-15,27 0 16,-1 1 0,-12 12-1,-14-26 1,-13-53 93</inkml:trace>
  <inkml:trace contextRef="#ctx0" brushRef="#br0" timeOffset="7329.53">6032 7964 0,'0'-979'15,"0"1984"1,27-978-16,-27-14 16,13 0 15,-13 1 0,0 12-15,0 14-1,0-27 1,-13 27-16,-40-1 31,53-12-15,0-14-16,-13 0 16,0 1-1</inkml:trace>
  <inkml:trace contextRef="#ctx0" brushRef="#br0" timeOffset="8471.29">7250 7752 0,'-93'-13'0,"186"26"0,-345-26 16,93 13-1,54 0 1,12 40 0,53 0-1,14-1 1,-14 1 0,27-27-16,-27 40 31,1 79-16,39-92 17,0 26-17,0 14 1,0-28 0,0-38-16,92 65 15,-26-52 1,67 25-1,39-25 1,-67-27-16,160 0 31,-106 0-15,-67 0-16,-12 0 16,-1 0-16,27 0 15,-93 0 1,40-40-1,-53 27 1,-13-66 0,13 26-1,0-133 1,-27 14 0,14 93-1,-53-53 1,-53 39-1,-13 40 1,26 40 0,93 13-16,-1 0 15,1 0 1,-13 0 15,12 0 0,-25 0-15,12 13 0,27 1 15,0 12-31</inkml:trace>
  <inkml:trace contextRef="#ctx0" brushRef="#br0" timeOffset="9890.54">7845 8057 0,'-13'0'31,"13"-14"-15,0-25-16,53-1 16,13-13-1,145 0 1,-131 0-1,118 53 1,27-26 0,-93 26-16,292 0 31,-186 0-15,-132 0-16,370 0 31,-344 0-16,27 0-15,145 0 16,67 92 0,-199-78-1,172 78 1,-172-79-16,145 54 16,-145-28-1,-40 1-15,120 13 16,-1-13-1,-119-40 1,199 39 0,-119-39-1,-40 0 1,53-66 0,-106 13-1,132-13 1,106-93-1,-53 27 1,-158 53-16,145-67 16,93-118 15,-305 197-15,14-52-1,-27 40 1,-53 66-1,40-93 1,40 40 0,12 13-1,1 26 1,27-26 0,-54 27-16,27 0 15,-14-1 1,-12 27-1,-1 0 1,-26 0 0,26 0-1,-52 0-15,26 0 16,0 0 0,-40-13 46,-53 13-46,14-13 15,-1 13-15,-26-14-16,-13-25 31,13 26-31</inkml:trace>
  <inkml:trace contextRef="#ctx0" brushRef="#br0" timeOffset="10486.96">16788 6429 0,'0'0'0,"13"14"15,27 12 1,39-13 0,-52 1-16,78 12 31,-78-26-16,-14 13 1,0 1 0,1-1-1,-1 0 1,0 0 0,0 14 15,-13 12 0,-13-25-15,-40 52-1,13-40 1,-13 14 0,40-14-1,0-26-15,0 14 31,0-14 48</inkml:trace>
  <inkml:trace contextRef="#ctx0" brushRef="#br0" timeOffset="17393.55">11642 4524 0,'13'0'62,"119"0"-46,-39 14-1,171-14 1,-118 0-16,198 0 16,-212 0-1,186 0 1,-199 0 0,13 0-1,-53 0 1,-39 0-1,-13 0 1,-14 0 0,13 0 62,-13 0-63,27 0 1,106 0 0,-67 0-1,239 0 1,-146 0 0,198 0-1,-106 0 1,-52 0-1,-66 0 1,-80 0 0,-26-14-1,39 14 1,27 0 0,52 0-1,81 0 1,-160 0-1,80 0 1,-53 0 0,-27 0-1,-39 0 1,-14 0 0,67 0-1,13 0 1,26 0-1,13 0 1,-26 0 0,0 0-1,-92 0 1,66 0 0,-14 0-1,-53 0 1,40 0-1,40 0 1,40 0 0,13 0 15,-14 0-15,-118 0-1,12 0 1,-12 0-16,12 0 15,-25 0 1,25 0 0,-12 0-1,12 0 1,81 0 0,-15 0-1,-38 0 1,25 0-1,40 0 1,-92 0 0,26 0-1,-53 0-15,54 0 16,38 0 0,15 0-1,-94 0 1,93 0-1,27 0 1,-120 0 0,14 0-1,-1 0 17,-25 0-17,12 0 1,1 0-1,-1 0 48,-13 14-47,0-14-16,1 0 15,-1 0 126,13 0-126</inkml:trace>
  <inkml:trace contextRef="#ctx0" brushRef="#br0" timeOffset="18000.89">20307 4617 0,'13'0'16,"-26"0"-16,105 0 15,-39 0-15,106 0 32,13 0-17,13 0 1,-39-40-1,-93 40-15,-27-13 16,-26 0 0,-26 13-1,-1 0 1,1 0 0,-1 0 15</inkml:trace>
  <inkml:trace contextRef="#ctx0" brushRef="#br0" timeOffset="20031.39">22410 4604 0,'0'-13'31,"40"13"-15,-27 0-1,27 0-15,-1 0 16,67 0 0,27 0-1,78 0 1,-92 0-16,305 0 31,52 0-15,0 0 15,-344 0-15,93 0-1,-92 0 1,12 0 0,-39 0-1,26 0 1,-52 0-1,26-14 1,-54 14-16,94-26 16,-67 26-1,67-13 1,-1 13 0,-12 0-1,12 0 1,14 0-1,-40 0 1,-13 0 0,13 0-1,-26-27 17,-27 27-17,-27 0-15,14 0 0,53 0 31,-79 0-15,78 0 0,-38 0-1,-15 0-15,134 0 32,-120 0-17,13-13 1,40 0-1,-92 13 1,-1 0 0,14 0-1,-27 0 1,27 0 0,26 0-1,-26 0-15,-14 0 16,40 0-1,0 0 1,14 0 0,-41 0-16,54 0 31,-53 0-15,-27 0-16,27 0 15,-14 0 79,1 0-32</inkml:trace>
  <inkml:trace contextRef="#ctx0" brushRef="#br0" timeOffset="20646.11">30586 4577 0,'0'0'0,"53"0"15,0 0-15,172-13 32,92-53-17,-79 66 17,40-26-17,-106-14 1,-132 13-1,-40 14 17</inkml:trace>
  <inkml:trace contextRef="#ctx0" brushRef="#br0" timeOffset="26739.91">3426 6350 0,'0'13'16,"14"1"31,38-14-16,81 13-16,92 26 1,13-39 0,-66 40-1,-119-40 1,-80 0 62,14 0 47</inkml:trace>
  <inkml:trace contextRef="#ctx0" brushRef="#br0" timeOffset="27413.71">4419 6297 0,'26'0'62,"133"0"-46,39 0-1,-13 0 1,-118 0-16,25 0 31,-65 0-15,-14-13 15</inkml:trace>
  <inkml:trace contextRef="#ctx0" brushRef="#br0" timeOffset="28116.19">6376 6231 0,'-13'-13'63,"13"0"-48,40-1 1,26 14 0,-26-13-1,-27 13 1,0 0 46,0 0-46,14 0 0,-14 0-1</inkml:trace>
  <inkml:trace contextRef="#ctx0" brushRef="#br0" timeOffset="30221.8">7263 7633 0,'79'0'32,"-66"0"-17,14 0-15,198 0 32,-119 0-17,26 0-15,159 0 16,-132 0-1,357 0 1,-225 0 0,0 0-1,-80 0 1,1 0 0,-106 0-1,66 0 1,-93 0-16,27 0 15,-66 0 1,26 0 0,0 0-1,40 0 1,53 0 0,-14 0-1,-26 0 1,-53-26-1,-39 13 1,-14 13 78,13 0-47,-12 0-32,39 0 1,39 0 0,-39 0-16,13-14 15,146 14 1,26 0-1,0 0 1,-79 0-16,-40 0 16,172 0-1,0 0 1,-26-13 0,-80 13-16,344 0 31,-158 0-16,-133 0-15,132 0 32,186 0-17,-265 0 1,-185 0 0,39 0-1,-79 0 1,-53 0-16,80 0 62,53 27-46,52-1 15,-105 1-15,-80-14-1,-13 0 1,0 53 0,-13-26-1,13 0 1,-14 26 0,14-40-16,0 1 31,0-1-16,0-13-15,0 0 16,0 1 15,14-1-15,-1 0-16,13 0 16,1-13-1,39 0 1,66 0-1,-52 0 1,-28 0 0,-25 0-1,13 0 1</inkml:trace>
  <inkml:trace contextRef="#ctx0" brushRef="#br0" timeOffset="30797.16">17026 7924 0,'0'14'16,"0"-28"-16,0 41 15,40-1 1,-27-13 0,40-13-1,-40 14 1,0-14-16,-13 13 31,0 0-15,0 0-1,0 1 1,0 12 0,0 1-1,0-1 1,0-13-1,0 14-15,0-1 16,0 1 0,-13-14-1,-27 0 1,14-13-16,-14 27 16</inkml:trace>
  <inkml:trace contextRef="#ctx0" brushRef="#br0" timeOffset="38641.32">11668 15915 0,'40'0'63,"13"0"-48,-66 0 110,-1 0-109,1 0-1</inkml:trace>
  <inkml:trace contextRef="#ctx0" brushRef="#br0" timeOffset="41003.72">3559 5464 0,'0'-27'16,"-14"27"0,-25 0 15,-1 0-15,-13 0-1,0 0 1,14 0-1,-1 13 17,27-13-17,-14 0 1,-26 53 0,40-39-1,-13 12 1,-1 1-16,14-27 15,-14 39 1,14 14 0,13-26-1,-26 65 1,26-39 0,0 27-1,0-54 1,0 67-1,26-27 1,1 0 0,-1-13-1,-13-27-15,14 14 16,12 13 0,-12-1032-1,-1 1984 1,1-1005-1,79 0 1,-27 0 0,40 0-1,-26-26 1,-14-27 0,-52 0-1,-27 13 1,0 27-16,0-53 15,0 0 1,-27-14 0,1-25 15,12 25-15,1 54-1,-13-27 1,12 26-1,-12-12 1,0 25 0,-1 1 15,-26 13-15,0 0-1,14 0 1,12 13-1,1-13 1,12 0 15,1 0 1</inkml:trace>
  <inkml:trace contextRef="#ctx0" brushRef="#br0" timeOffset="42522.45">3373 6363 0,'14'0'78,"12"0"-62,1 0-1,52 27 1,53 12 0,67 1-1,52 40 1,119 91 0,93-12-1,-13 53 16,-331-159-15,53 13-16,106 53 16,-132-53-1,118 93 1,199 132 0,-304-225-1,383 212 1,-184-66-1,78-40 1,-13 26 0,-184-92-1,290 106 1,0-27 0,-225-119-16,133 132 15,-159-79 1,211 53-1,-26-39 1,13-41 0,-317-92-1,26 0-15,-26 0 16,397 0 0,-318 0-1,26 0 1,-65-26-1,-54 26 1,-92-13 0,40-40-1,52 39 1,-39-38 0,-53 38-16,53-991 15,-27 1944 1,40-965-1,53 12 1,-79-25-16,132 26 16,-146-14-1,93 14 1,-26-27 0,-40 27-16,79 0 31,-106 13-16,-39 0-15,105 0 16,-12 0 0,-67 0-1,13 0 1,67 0 0,-40 13-1,-80-13 1,-39 0 234,0 0-250</inkml:trace>
  <inkml:trace contextRef="#ctx0" brushRef="#br0" timeOffset="43124.11">17052 9578 0,'0'0'16,"27"0"0,-1 0 15,-12 0-16,12 0 17,-13 0-17,14 0 32,-14 0-31,0 13-1,-13 14 1,0-14 0,0 27-1,-40-40 1,-52 53 0,52-14-1</inkml:trace>
  <inkml:trace contextRef="#ctx0" brushRef="#br0" timeOffset="44391.81">4339 10901 0,'0'-40'31,"13"27"-15,27 13-1,119 0 1,-40-13-16,198 13 16,-131 0-1,502-27 1,-503-12-1,172-14 1,-344 53 0,-79 0 15,40 0-15,-14 0-1,27 0 1</inkml:trace>
  <inkml:trace contextRef="#ctx0" brushRef="#br0" timeOffset="46015.47">6403 10742 0,'13'-13'47,"106"-40"-15,-26 27-17,-27-1 1,146 1-1,-40 12-15,-40 14 16,53 0-16,238 0 16,-211 0-1,198 0 1,-13 0 0,-185 0-16,211 0 15,-211 0 1,211 0-1,0 0 1,-211 0-16,132 0 16,53 0-1,-238 0 1,185 0 0,211 0-1,-184 0 1,26 0 15,-106 0-15,-159 0-16,132 0 15,-25 0 1,-28 0 0,-65 0-1,-93 0 1,26 0-1,-66 0-15,80 0 16,-53 0 0,52 0-1,1 0 1,-1 0 0,54 0-1,224 0 16,-277 0-15,39-26 0,-26-14-1,0 14 1,-27-27 0,-26 53-16,0-27 15,13 1 1,-53 13-1,67-40 1,12 26 0,-12 14-16,132-106 31,-133 79-15,53-39-1,-39 26 1,-67 40-16,1 0 15,12-14 1,-12 27-16,-14-13 16,27-13 15,-14-1-15,1 14 15,-1 13-16,-13 0-15,40-13 32,-106 13 155,40 0-171,0 0-16</inkml:trace>
  <inkml:trace contextRef="#ctx0" brushRef="#br0" timeOffset="46628.52">17264 9790 0,'13'0'63,"40"0"-48,-26 0 17,-14 0-17,0 13 32,-13 40 0,0-40-31,0 27-1,0-1 17,-13 28-17,0-41 16,13-13 32</inkml:trace>
  <inkml:trace contextRef="#ctx0" brushRef="#br0" timeOffset="49520.37">6919 10028 0,'-27'0'31,"1"0"32,-1 13-47,14 0-1,0 14 1,-13-1-16,12 1 31,1-1-15,13 1 15,0 25 0,0-38-15,0-1-16,0 13 15,0-12 1,0 25 0,0 1-1,0-27 1,27 40 0,-27-40-16,13 14 15,-13 26 1,0-40-1,13 27 1,-13 13 0,0-27-16,13 0 15,0-26 1,1 14-16,-14-1 16,0 0-1,13 14 1,0-14-1,0 0 1,1-13 47,-1-13-32,0 0-16,14-27 1,-27 27 0,13-40-1,-13 13 17,0 27-17,0 0 1,0-27-1,13 13 1,-13-12 0,0 26-16,0-27 31,0 27-15,0-27-1,0 27 16,0-14-15,0 14-16,0 0 16,0 0-1,0-14 1,0 1 0,0 12-1,0-12 1,0 13-16,0 0 31,0-40-15,0 39-1,0 1 1,0-13 0,-13 12-1,0 1 1,-27 13 78,13 0-79,1 0 1,-1-26 46,14 26-46,-13 0 0,13 0 77,-1 13-77,14 13 46</inkml:trace>
  <inkml:trace contextRef="#ctx0" brushRef="#br0" timeOffset="52702.11">5159 11113 0,'0'-14'47,"-26"14"-32,-1 27 1,27-1-1,0 40-15,0 40 16,0 27 0,106 25-1,-26-39 1,-41-53 0,80 120-1,-66-120-15,-13 26 16,13 213-1,-53-173 1,-159-26 0,67-40-1,-27-53 1,92-13 0,14 0-1,-14 0-15,14 0 31,26-13-15,27 13-16,-13 0 16,118 40-1,-26 39 1,-53-26 0,-39-27-1,12 146 1,-39-53-1,14-66 1,65 146 0,-26-133-1,0-13 1,-27-40 15,-26-26 16,0-14-31,0-25-1,0 38-15</inkml:trace>
  <inkml:trace contextRef="#ctx0" brushRef="#br0" timeOffset="53569.68">3903 12356 0,'-14'0'15,"-25"40"32,12 0-31,27 12 0,0 28-1,13-14 1,14-13-1,-1-27-15,1 1 16,79 12 0,-40-39-1,-53 0 1,27-52 0,-40-15-1,0 1 1,-13-13-1,-1 39-15,-12 14 32,13-1-17,-1 1 1,1 26 15,-13 0-15,-27 0-1,0 0 1,26 0 0,14 13-1,13 0 79</inkml:trace>
  <inkml:trace contextRef="#ctx0" brushRef="#br0" timeOffset="55129.57">5477 15055 0,'0'-13'32,"-27"13"-1,1 13 0,26 0-15,-13 27-16,13 26 15,0 13 1,26 27 0,40-13-1,-26-40 1,53 79 0,-54-79-16,-12 26 15,-27-39 1,0 26-16,0 13 15,0-26 1,-80 14 0,1-15-1,39-12 1,14-13 0,13-27-1,66 39 79,39-12-78,-26 26-16,67 26 15,-54 27 1,-79-66-1,0 171 1,-53-79 0,0-26-1,53-66 1,0-14 15,13 1 0,40-40 1,-26-14-1,-27 14-15,-27-13-1,-131-27 1</inkml:trace>
  <inkml:trace contextRef="#ctx0" brushRef="#br0" timeOffset="55799.65">4035 15888 0,'13'0'16,"14"0"-1,12 40 17,-25-14-17,12 41-15,0 52 16,1-53 0,-14 40-1,0-80-15,14 40 16,-27-53-1</inkml:trace>
  <inkml:trace contextRef="#ctx0" brushRef="#br0" timeOffset="57989.88">19553 10015 0,'0'-14'31,"13"1"0,13 0-15,14 0-16,145 13 15,27 0 17,-119-27-17,-67 27-15,-13-13 32</inkml:trace>
  <inkml:trace contextRef="#ctx0" brushRef="#br0" timeOffset="61891.6">6337 13930 0,'0'0'0,"0"-13"63,-13 13-47,-1 0-1,-39 0 1,40 0-1,0 0 1,-53 13 0,39 1-1,14-1-15,-13 13 16,-1-12 0,14-1-16,0 0 31,-27 13-16,40 14 1,-26 26 0,12-39-1,1 26 1,13-14 15,0 27-15,0 1-1,0-1 1,0-27 0,27 14-1,-1-39-15,14-1 16,39 13 0,-26 1-1,66-14 1,-26-13-1,-40 0 1,-40-13 0,-13-40-1,0-13 1,0-40 0,40 79-1,-27-65 1,-13 65-16,26-65 15,-26 39 1,27-13 15,-27 39-15,0 14 0,-14-13-1,-25 12-15,12-12 31,-26-40-15,14 52 31,12 14-31,1 0-1,-1 0 1,1 0-1,13 0 17,-1 0-17,14 14 95,0-1 265,0 0-297</inkml:trace>
  <inkml:trace contextRef="#ctx0" brushRef="#br0" timeOffset="63272.83">7025 16841 0,'26'0'62,"265"-13"-46,40-40-1,0 13 1,-120 14 0,-158-1-1,-92 27 32,25 0-31</inkml:trace>
  <inkml:trace contextRef="#ctx0" brushRef="#br0" timeOffset="64659.71">20532 9935 0,'-14'0'16,"94"0"62,-27 0-63,53 0-15,158 27 16,186-27 0,-199 0 15,-145 0-16,-66 0-15,-27 0 16,0 13 15,-13 0-15,0 0 46,-13 1-46</inkml:trace>
  <inkml:trace contextRef="#ctx0" brushRef="#br0" timeOffset="80426.02">17052 11893 0,'0'0'0,"0"-13"31,0-14-15,53 1-1,53 13 1,-26 13-1,131-27 1,120-12 0,39 39-1,-105-14-15,-27 14 16,595 0 0,-594 0-1,237 0 1,-264 0-16,-1 0 15,160 0 1,-213 0 0,-65 0-1,-40-13 17,26 13-17,1 0-15,145 0 31,-173 0-15,-25-13-16,13 13 16,-27 0-1</inkml:trace>
  <inkml:trace contextRef="#ctx0" brushRef="#br0" timeOffset="83992.17">17119 15571 0,'13'-13'16,"0"13"46,0 0-46,27 0-1,-14 0 1,41 0 0,-15-14-1,41-25 1,-53 39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2D637-C006-42E6-A174-C6026AE378E9}"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01250-761B-44F6-8368-AF30FD50D892}" type="slidenum">
              <a:rPr lang="en-US" smtClean="0"/>
              <a:t>‹#›</a:t>
            </a:fld>
            <a:endParaRPr lang="en-US"/>
          </a:p>
        </p:txBody>
      </p:sp>
    </p:spTree>
    <p:extLst>
      <p:ext uri="{BB962C8B-B14F-4D97-AF65-F5344CB8AC3E}">
        <p14:creationId xmlns:p14="http://schemas.microsoft.com/office/powerpoint/2010/main" val="2515092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01775E-EDE2-4DE5-A02D-A8BD8C6F6AC0}" type="slidenum">
              <a:rPr lang="en-US" smtClean="0"/>
              <a:t>1</a:t>
            </a:fld>
            <a:endParaRPr lang="en-US"/>
          </a:p>
        </p:txBody>
      </p:sp>
    </p:spTree>
    <p:extLst>
      <p:ext uri="{BB962C8B-B14F-4D97-AF65-F5344CB8AC3E}">
        <p14:creationId xmlns:p14="http://schemas.microsoft.com/office/powerpoint/2010/main" val="1318605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01775E-EDE2-4DE5-A02D-A8BD8C6F6AC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3034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963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395E-E079-DACB-6D25-57F51D4C98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11E57C-29F5-F905-5B42-98C60F0F8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1F71E9-5DA9-7716-49A2-F07114C2248C}"/>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5" name="Footer Placeholder 4">
            <a:extLst>
              <a:ext uri="{FF2B5EF4-FFF2-40B4-BE49-F238E27FC236}">
                <a16:creationId xmlns:a16="http://schemas.microsoft.com/office/drawing/2014/main" id="{0E18502B-4907-75FF-A9BB-80D9AAFE7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71CF6-B4C0-BF2D-11DE-E0BEA28BC5A0}"/>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410285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889E8-FCB4-9DA9-0A7D-8655E39CB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D7BFB0-8F07-3C1B-C37E-6D7CB0A18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12626-62C0-F477-6CCC-65005110E278}"/>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5" name="Footer Placeholder 4">
            <a:extLst>
              <a:ext uri="{FF2B5EF4-FFF2-40B4-BE49-F238E27FC236}">
                <a16:creationId xmlns:a16="http://schemas.microsoft.com/office/drawing/2014/main" id="{73E81A14-A92C-660C-BFF1-2256458CE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FDDE6-514B-C120-9491-856D93CD7E4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249925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DE49-66CB-31F1-9FB1-26059AA7D3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883F89-DD41-2E22-51DF-3F664083C9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A42583-9B81-8E22-40D8-D858C6B2C5C6}"/>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5" name="Footer Placeholder 4">
            <a:extLst>
              <a:ext uri="{FF2B5EF4-FFF2-40B4-BE49-F238E27FC236}">
                <a16:creationId xmlns:a16="http://schemas.microsoft.com/office/drawing/2014/main" id="{6A9E60ED-6415-E3A1-C265-30E2362C3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46095-DBBF-DE47-6DE3-AC6B04F450F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426469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F89F-1659-6ADC-5C23-CA6D6DC1D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97093D-9C34-89BA-4CAE-C09D987F0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E4605B-DED1-0FE9-A171-7732D075D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056C3D-7BEB-7411-21D9-DA641225474C}"/>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6" name="Footer Placeholder 5">
            <a:extLst>
              <a:ext uri="{FF2B5EF4-FFF2-40B4-BE49-F238E27FC236}">
                <a16:creationId xmlns:a16="http://schemas.microsoft.com/office/drawing/2014/main" id="{E2E14848-119F-0F22-5E3E-EF27FC13B6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3F5BDF-DA69-6CA4-0E68-1D9BD9F2159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33367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D7A2-D118-7739-D659-DFF55A9486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897781-3927-4358-341E-FBC58DA9B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66BBA0-9B8D-A118-6CB6-3A58186FF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D9F280-F299-00B9-8708-87B5B5566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469B73-0A37-32C7-7EFE-CA944A25F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722BFB-5D16-D151-CDC9-0503AD186C75}"/>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8" name="Footer Placeholder 7">
            <a:extLst>
              <a:ext uri="{FF2B5EF4-FFF2-40B4-BE49-F238E27FC236}">
                <a16:creationId xmlns:a16="http://schemas.microsoft.com/office/drawing/2014/main" id="{D787A83C-873D-2132-A807-823449AC61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039121-25AA-5210-271C-D81FADD017C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06212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B2B7-ADD3-F38E-0BC4-21ED3359EB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3E4067-9BC8-6E83-5B87-013F4232E9F3}"/>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4" name="Footer Placeholder 3">
            <a:extLst>
              <a:ext uri="{FF2B5EF4-FFF2-40B4-BE49-F238E27FC236}">
                <a16:creationId xmlns:a16="http://schemas.microsoft.com/office/drawing/2014/main" id="{FDD0997B-C324-3856-6EA1-C25D9F703E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1111C-142F-7C72-5849-8AA401A2FD5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90340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1EDFE2-60CD-B3B1-B4B2-42D1FDA3C74E}"/>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3" name="Footer Placeholder 2">
            <a:extLst>
              <a:ext uri="{FF2B5EF4-FFF2-40B4-BE49-F238E27FC236}">
                <a16:creationId xmlns:a16="http://schemas.microsoft.com/office/drawing/2014/main" id="{D2B317B3-B0F4-473A-0AF2-297BAD47F4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8378CF-1FF8-0175-AB59-DDDB669A221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41597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E2DA-CD90-4D21-CECB-9C6D5B8F3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BE4B0E-7D6B-BC5C-4F21-A013E8D541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E58BE8-98A4-EBA6-E87B-9A490FF09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7C946-03D1-3B40-1975-BBBCCB6D7E10}"/>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6" name="Footer Placeholder 5">
            <a:extLst>
              <a:ext uri="{FF2B5EF4-FFF2-40B4-BE49-F238E27FC236}">
                <a16:creationId xmlns:a16="http://schemas.microsoft.com/office/drawing/2014/main" id="{E5377332-801A-85BB-0C55-AA0F32C50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5D4EAC-E46E-EE20-FB5B-CA709ED0F4F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77985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D2EC4-5BAC-99BD-A525-A130C8B42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F67D5-1C5D-9DCF-4AE1-082A7C519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DD2C99-36B1-C8B8-21D0-3540E714E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5886B7-56B2-05F6-417C-4429B1615BC7}"/>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6" name="Footer Placeholder 5">
            <a:extLst>
              <a:ext uri="{FF2B5EF4-FFF2-40B4-BE49-F238E27FC236}">
                <a16:creationId xmlns:a16="http://schemas.microsoft.com/office/drawing/2014/main" id="{BE26761A-6FDB-FF76-70E2-C4AE1D0B77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53415-C75E-0F45-3E41-EDDDC147856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32502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6F19-9775-741C-EC49-DCCF3BD2C4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8F0242-646E-6F4E-4E1B-AC31A2A15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5D07D-9B81-ABE3-7185-B4C08B8F46C9}"/>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5" name="Footer Placeholder 4">
            <a:extLst>
              <a:ext uri="{FF2B5EF4-FFF2-40B4-BE49-F238E27FC236}">
                <a16:creationId xmlns:a16="http://schemas.microsoft.com/office/drawing/2014/main" id="{066A1A36-FE5F-FA2B-E9EB-26D3D7CB15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02252-D52F-CD5B-E286-2EBB19BBECD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76356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644E3-D095-45E8-8EA0-E2AFF3A4DA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36AE5F-5955-AAB2-4652-F50EBBA57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DC67C-13F0-0123-EE54-C39B5162E443}"/>
              </a:ext>
            </a:extLst>
          </p:cNvPr>
          <p:cNvSpPr>
            <a:spLocks noGrp="1"/>
          </p:cNvSpPr>
          <p:nvPr>
            <p:ph type="dt" sz="half" idx="10"/>
          </p:nvPr>
        </p:nvSpPr>
        <p:spPr/>
        <p:txBody>
          <a:bodyPr/>
          <a:lstStyle/>
          <a:p>
            <a:fld id="{A07C0A8A-41AC-4DAE-9E4E-FDD64E7E0D14}" type="datetimeFigureOut">
              <a:rPr lang="en-US" smtClean="0"/>
              <a:t>4/24/2026</a:t>
            </a:fld>
            <a:endParaRPr lang="en-US"/>
          </a:p>
        </p:txBody>
      </p:sp>
      <p:sp>
        <p:nvSpPr>
          <p:cNvPr id="5" name="Footer Placeholder 4">
            <a:extLst>
              <a:ext uri="{FF2B5EF4-FFF2-40B4-BE49-F238E27FC236}">
                <a16:creationId xmlns:a16="http://schemas.microsoft.com/office/drawing/2014/main" id="{27D9E99A-F71D-6B91-D588-F6996A617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3557B-A0F3-3845-E09A-48858AAB998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9451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92000"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230258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E32D0-F8E7-6CFB-FABB-8CC60C479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799FAE-B5CA-E0E4-F007-632D8D52C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84C42-F4BB-671F-8EC9-FE1A75D3E2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7C0A8A-41AC-4DAE-9E4E-FDD64E7E0D14}" type="datetimeFigureOut">
              <a:rPr lang="en-US" smtClean="0"/>
              <a:t>4/24/2026</a:t>
            </a:fld>
            <a:endParaRPr lang="en-US"/>
          </a:p>
        </p:txBody>
      </p:sp>
      <p:sp>
        <p:nvSpPr>
          <p:cNvPr id="5" name="Footer Placeholder 4">
            <a:extLst>
              <a:ext uri="{FF2B5EF4-FFF2-40B4-BE49-F238E27FC236}">
                <a16:creationId xmlns:a16="http://schemas.microsoft.com/office/drawing/2014/main" id="{7A4E3665-1FF2-646B-F7DC-DBF5D5822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627846-5AAA-0208-57FF-05A7D36F6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859B9F-1392-4886-95E1-6327877061A5}" type="slidenum">
              <a:rPr lang="en-US" smtClean="0"/>
              <a:t>‹#›</a:t>
            </a:fld>
            <a:endParaRPr lang="en-US"/>
          </a:p>
        </p:txBody>
      </p:sp>
    </p:spTree>
    <p:extLst>
      <p:ext uri="{BB962C8B-B14F-4D97-AF65-F5344CB8AC3E}">
        <p14:creationId xmlns:p14="http://schemas.microsoft.com/office/powerpoint/2010/main" val="862183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soyuztechnologies/UI5_Fresher_60H/blob/master/Day%204/04%20Adding%20first%20xml%20view/index.html"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s://github.com/soyuztechnologies/UI5_Fresher_60H/blob/master/Day%204/04%20Adding%20first%20xml%20view/Main.controller.js" TargetMode="External"/><Relationship Id="rId4" Type="http://schemas.openxmlformats.org/officeDocument/2006/relationships/hyperlink" Target="https://github.com/soyuztechnologies/UI5_Fresher_60H/blob/master/Day%204/04%20Adding%20first%20xml%20view/MyXML.view.xml"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soyuztechnologies/UI5_Fresher_60H/blob/master/Day%204/05%20Simple%20Form/MyXML.view.xml" TargetMode="Externa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hyperlink" Target="https://github.com/soyuztechnologies/UI5_Fresher_60H/blob/master/Day%204/05%20Simple%20Form/Main.controller.js"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oyuztechnologies/UI5_Fresher_60H/blob/master/Day%204/06%20Create%20First%20Model/MyXML.view.xml" TargetMode="Externa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hyperlink" Target="https://github.com/soyuztechnologies/UI5_Fresher_60H/blob/master/Day%204/06%20Create%20First%20Model/Main.controller.js"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oyuztechnologies/UI5_Fresher_60H/blob/master/Day%205/01%20Binding%20Syntax/MyXML.view.xml" TargetMode="External"/><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hyperlink" Target="https://github.com/soyuztechnologies/UI5_Fresher_60H/blob/master/Day%205/01%20Binding%20Syntax/index.html" TargetMode="External"/><Relationship Id="rId4" Type="http://schemas.openxmlformats.org/officeDocument/2006/relationships/hyperlink" Target="https://github.com/soyuztechnologies/UI5_Fresher_60H/blob/master/Day%205/01%20Binding%20Syntax/Main.controller.j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tiff"/><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2.tiff"/><Relationship Id="rId5" Type="http://schemas.openxmlformats.org/officeDocument/2006/relationships/image" Target="../media/image21.tiff"/><Relationship Id="rId10" Type="http://schemas.openxmlformats.org/officeDocument/2006/relationships/image" Target="../media/image2.png"/><Relationship Id="rId4" Type="http://schemas.openxmlformats.org/officeDocument/2006/relationships/image" Target="../media/image20.tiff"/><Relationship Id="rId9" Type="http://schemas.openxmlformats.org/officeDocument/2006/relationships/hyperlink" Target="https://anubhavtrainings.com/"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www.youtube.com/watch?v=NV8UD9QnJ4A&amp;list=PLcxqFaocb9WLaza2kOjkUCDIQGbzNos6p" TargetMode="External"/><Relationship Id="rId3" Type="http://schemas.openxmlformats.org/officeDocument/2006/relationships/image" Target="../media/image25.jpg"/><Relationship Id="rId7" Type="http://schemas.openxmlformats.org/officeDocument/2006/relationships/image" Target="../media/image27.jpg"/><Relationship Id="rId2" Type="http://schemas.openxmlformats.org/officeDocument/2006/relationships/hyperlink" Target="https://www.youtube.com/watch?v=vlKBQ3g0w_E&amp;list=PLcxqFaocb9WIQJ-kptyPuiMSVWZVd2ff_&amp;index=1" TargetMode="External"/><Relationship Id="rId1" Type="http://schemas.openxmlformats.org/officeDocument/2006/relationships/slideLayout" Target="../slideLayouts/slideLayout7.xml"/><Relationship Id="rId6" Type="http://schemas.openxmlformats.org/officeDocument/2006/relationships/hyperlink" Target="https://www.youtube.com/watch?v=xQzhXhq1ZyI&amp;list=PLcxqFaocb9WLtnq-rpXbRy5hnKECxr95G" TargetMode="External"/><Relationship Id="rId5" Type="http://schemas.openxmlformats.org/officeDocument/2006/relationships/image" Target="../media/image26.jpg"/><Relationship Id="rId4" Type="http://schemas.openxmlformats.org/officeDocument/2006/relationships/hyperlink" Target="https://www.youtube.com/watch?v=aVPk_FE9O3s&amp;list=PLcxqFaocb9WJ8g8TZPsHQIEcSjKW9F0IE&amp;index=2" TargetMode="External"/><Relationship Id="rId9"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8915400 w 12192000"/>
              <a:gd name="connsiteY2" fmla="*/ 4593771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8915400" y="4593771"/>
                </a:lnTo>
                <a:lnTo>
                  <a:pt x="0" y="6858000"/>
                </a:lnTo>
                <a:lnTo>
                  <a:pt x="0" y="0"/>
                </a:lnTo>
                <a:close/>
              </a:path>
            </a:pathLst>
          </a:custGeom>
          <a:blipFill dpi="0" rotWithShape="1">
            <a:blip r:embed="rId3">
              <a:extLst>
                <a:ext uri="{BEBA8EAE-BF5A-486C-A8C5-ECC9F3942E4B}">
                  <a14:imgProps xmlns:a14="http://schemas.microsoft.com/office/drawing/2010/main">
                    <a14:imgLayer r:embed="rId4">
                      <a14:imgEffect>
                        <a14:brightnessContrast bright="-7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122712" y="2918300"/>
            <a:ext cx="6629399" cy="646331"/>
          </a:xfrm>
          <a:prstGeom prst="rect">
            <a:avLst/>
          </a:prstGeom>
          <a:noFill/>
        </p:spPr>
        <p:txBody>
          <a:bodyPr wrap="square" rtlCol="0">
            <a:spAutoFit/>
          </a:bodyPr>
          <a:lstStyle/>
          <a:p>
            <a:r>
              <a:rPr lang="en-US" sz="3600" spc="-150">
                <a:solidFill>
                  <a:schemeClr val="bg1"/>
                </a:solidFill>
              </a:rPr>
              <a:t>Anubhav Oberoy</a:t>
            </a:r>
            <a:endParaRPr lang="en-US" sz="3600" spc="-150" dirty="0">
              <a:solidFill>
                <a:schemeClr val="bg1"/>
              </a:solidFill>
            </a:endParaRP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28355" y="5017269"/>
            <a:ext cx="1863645" cy="1840731"/>
          </a:xfrm>
          <a:prstGeom prst="rect">
            <a:avLst/>
          </a:prstGeom>
        </p:spPr>
      </p:pic>
      <p:sp>
        <p:nvSpPr>
          <p:cNvPr id="8" name="TextBox 7"/>
          <p:cNvSpPr txBox="1"/>
          <p:nvPr/>
        </p:nvSpPr>
        <p:spPr>
          <a:xfrm>
            <a:off x="167491" y="3579798"/>
            <a:ext cx="6629399" cy="830997"/>
          </a:xfrm>
          <a:prstGeom prst="rect">
            <a:avLst/>
          </a:prstGeom>
          <a:noFill/>
        </p:spPr>
        <p:txBody>
          <a:bodyPr wrap="square" rtlCol="0">
            <a:spAutoFit/>
          </a:bodyPr>
          <a:lstStyle/>
          <a:p>
            <a:r>
              <a:rPr lang="en-US" sz="4800" spc="-150" dirty="0">
                <a:solidFill>
                  <a:schemeClr val="bg1"/>
                </a:solidFill>
                <a:latin typeface="Cooper Black" panose="0208090404030B020404" pitchFamily="18" charset="0"/>
              </a:rPr>
              <a:t>Day – 9 </a:t>
            </a:r>
          </a:p>
        </p:txBody>
      </p:sp>
      <p:sp>
        <p:nvSpPr>
          <p:cNvPr id="9" name="TextBox 8">
            <a:extLst>
              <a:ext uri="{FF2B5EF4-FFF2-40B4-BE49-F238E27FC236}">
                <a16:creationId xmlns:a16="http://schemas.microsoft.com/office/drawing/2014/main" id="{029AD5CA-C2E2-40A6-8CE6-90DA460ACF0D}"/>
              </a:ext>
            </a:extLst>
          </p:cNvPr>
          <p:cNvSpPr txBox="1"/>
          <p:nvPr/>
        </p:nvSpPr>
        <p:spPr>
          <a:xfrm>
            <a:off x="122712" y="154049"/>
            <a:ext cx="11664004" cy="1754326"/>
          </a:xfrm>
          <a:prstGeom prst="rect">
            <a:avLst/>
          </a:prstGeom>
          <a:noFill/>
        </p:spPr>
        <p:txBody>
          <a:bodyPr wrap="square" rtlCol="0">
            <a:spAutoFit/>
          </a:bodyPr>
          <a:lstStyle/>
          <a:p>
            <a:r>
              <a:rPr lang="en-US" sz="5400" b="1" cap="all" spc="-150" dirty="0">
                <a:solidFill>
                  <a:srgbClr val="92D050"/>
                </a:solidFill>
              </a:rPr>
              <a:t>SAP </a:t>
            </a:r>
            <a:r>
              <a:rPr lang="en-US" sz="5400" b="1" dirty="0">
                <a:solidFill>
                  <a:srgbClr val="92D050"/>
                </a:solidFill>
              </a:rPr>
              <a:t>UI5 &amp; FIORI with OData TRAINING using BAS</a:t>
            </a:r>
          </a:p>
        </p:txBody>
      </p:sp>
    </p:spTree>
    <p:extLst>
      <p:ext uri="{BB962C8B-B14F-4D97-AF65-F5344CB8AC3E}">
        <p14:creationId xmlns:p14="http://schemas.microsoft.com/office/powerpoint/2010/main" val="69812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20B393-B059-4008-BE9A-31AEBF787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0042" y="779090"/>
            <a:ext cx="5353730" cy="53537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i="0" u="none" strike="noStrike" kern="1200" cap="none" spc="0" normalizeH="0" baseline="0" noProof="0" dirty="0">
                <a:ln>
                  <a:noFill/>
                </a:ln>
                <a:solidFill>
                  <a:prstClr val="black"/>
                </a:solidFill>
                <a:effectLst/>
                <a:uLnTx/>
                <a:uFillTx/>
                <a:latin typeface="Cooper Black" panose="0208090404030B020404" pitchFamily="18" charset="0"/>
              </a:rPr>
              <a:t>Agenda – Day 9</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3" name="TextBox 2">
            <a:extLst>
              <a:ext uri="{FF2B5EF4-FFF2-40B4-BE49-F238E27FC236}">
                <a16:creationId xmlns:a16="http://schemas.microsoft.com/office/drawing/2014/main" id="{73A79EAA-1647-4107-B296-669CE3D2F38F}"/>
              </a:ext>
            </a:extLst>
          </p:cNvPr>
          <p:cNvSpPr txBox="1"/>
          <p:nvPr/>
        </p:nvSpPr>
        <p:spPr>
          <a:xfrm>
            <a:off x="638228" y="899721"/>
            <a:ext cx="5353730" cy="203132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dirty="0"/>
              <a:t>Working with Aggregation</a:t>
            </a:r>
          </a:p>
          <a:p>
            <a:pPr marL="285750" indent="-285750">
              <a:buClr>
                <a:schemeClr val="tx1"/>
              </a:buClr>
              <a:buFont typeface="Arial" panose="020B0604020202020204" pitchFamily="34" charset="0"/>
              <a:buChar char="•"/>
            </a:pPr>
            <a:r>
              <a:rPr lang="en-US" dirty="0"/>
              <a:t>Models in SAP UI5</a:t>
            </a:r>
          </a:p>
          <a:p>
            <a:pPr marL="285750" indent="-285750">
              <a:buClr>
                <a:schemeClr val="tx1"/>
              </a:buClr>
              <a:buFont typeface="Arial" panose="020B0604020202020204" pitchFamily="34" charset="0"/>
              <a:buChar char="•"/>
            </a:pPr>
            <a:r>
              <a:rPr lang="en-US" dirty="0"/>
              <a:t>Model Basics</a:t>
            </a:r>
          </a:p>
          <a:p>
            <a:pPr marL="285750" indent="-285750">
              <a:buClr>
                <a:schemeClr val="tx1"/>
              </a:buClr>
              <a:buFont typeface="Arial" panose="020B0604020202020204" pitchFamily="34" charset="0"/>
              <a:buChar char="•"/>
            </a:pPr>
            <a:r>
              <a:rPr lang="en-US" dirty="0"/>
              <a:t>Steps to Create a Model</a:t>
            </a:r>
          </a:p>
          <a:p>
            <a:pPr marL="285750" indent="-285750">
              <a:buClr>
                <a:schemeClr val="tx1"/>
              </a:buClr>
              <a:buFont typeface="Arial" panose="020B0604020202020204" pitchFamily="34" charset="0"/>
              <a:buChar char="•"/>
            </a:pPr>
            <a:r>
              <a:rPr lang="en-US" dirty="0"/>
              <a:t>Data Binding Types of Data Binding Syntax</a:t>
            </a:r>
          </a:p>
          <a:p>
            <a:pPr marL="285750" indent="-285750">
              <a:buClr>
                <a:schemeClr val="tx1"/>
              </a:buClr>
              <a:buFont typeface="Arial" panose="020B0604020202020204" pitchFamily="34" charset="0"/>
              <a:buChar char="•"/>
            </a:pPr>
            <a:r>
              <a:rPr lang="en-US" dirty="0"/>
              <a:t>Types of Binding</a:t>
            </a:r>
          </a:p>
          <a:p>
            <a:pPr marL="285750" indent="-285750">
              <a:buClr>
                <a:schemeClr val="tx1"/>
              </a:buClr>
              <a:buFont typeface="Arial" panose="020B0604020202020204" pitchFamily="34" charset="0"/>
              <a:buChar char="•"/>
            </a:pPr>
            <a:endParaRPr lang="en-US" dirty="0"/>
          </a:p>
        </p:txBody>
      </p:sp>
      <p:sp>
        <p:nvSpPr>
          <p:cNvPr id="9" name="Footer Placeholder 45">
            <a:extLst>
              <a:ext uri="{FF2B5EF4-FFF2-40B4-BE49-F238E27FC236}">
                <a16:creationId xmlns:a16="http://schemas.microsoft.com/office/drawing/2014/main" id="{51D77C38-BB47-4E3F-84A5-C28B2149205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21857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Basics of control hierarchy</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8912381" cy="3416320"/>
          </a:xfrm>
          <a:prstGeom prst="rect">
            <a:avLst/>
          </a:prstGeom>
          <a:noFill/>
        </p:spPr>
        <p:txBody>
          <a:bodyPr wrap="square" rtlCol="0">
            <a:spAutoFit/>
          </a:bodyPr>
          <a:lstStyle/>
          <a:p>
            <a:pPr marL="285750" indent="-285750" algn="just">
              <a:buFont typeface="Arial" panose="020B0604020202020204" pitchFamily="34" charset="0"/>
              <a:buChar char="•"/>
            </a:pPr>
            <a:r>
              <a:rPr lang="en-US" dirty="0"/>
              <a:t>To use any control , first we have to </a:t>
            </a:r>
            <a:r>
              <a:rPr lang="en-US" b="1" dirty="0"/>
              <a:t>include controls’ parent class </a:t>
            </a:r>
            <a:r>
              <a:rPr lang="en-US" dirty="0"/>
              <a:t>into the view</a:t>
            </a:r>
          </a:p>
          <a:p>
            <a:pPr lvl="1" algn="just"/>
            <a:r>
              <a:rPr lang="en-US" dirty="0">
                <a:solidFill>
                  <a:srgbClr val="FF0000"/>
                </a:solidFill>
              </a:rPr>
              <a:t>For example</a:t>
            </a:r>
            <a:r>
              <a:rPr lang="en-US" dirty="0"/>
              <a:t>: To use the SimpleForm we have to include its parent class which is </a:t>
            </a:r>
            <a:r>
              <a:rPr lang="en-US" b="1" dirty="0"/>
              <a:t>sap.ui.layout.form</a:t>
            </a:r>
          </a:p>
          <a:p>
            <a:pPr marL="285750" indent="-285750" algn="just">
              <a:buFont typeface="Arial" panose="020B0604020202020204" pitchFamily="34" charset="0"/>
              <a:buChar char="•"/>
            </a:pPr>
            <a:r>
              <a:rPr lang="en-US" dirty="0"/>
              <a:t>The </a:t>
            </a:r>
            <a:r>
              <a:rPr lang="en-US" b="1" dirty="0"/>
              <a:t>namespace</a:t>
            </a:r>
            <a:r>
              <a:rPr lang="en-US" dirty="0"/>
              <a:t> have to given to the parent class </a:t>
            </a:r>
          </a:p>
          <a:p>
            <a:pPr algn="just"/>
            <a:r>
              <a:rPr lang="en-US" dirty="0"/>
              <a:t>         xmlns:</a:t>
            </a:r>
            <a:r>
              <a:rPr lang="en-US" dirty="0">
                <a:highlight>
                  <a:srgbClr val="FFFF00"/>
                </a:highlight>
              </a:rPr>
              <a:t>f</a:t>
            </a:r>
            <a:r>
              <a:rPr lang="en-US" dirty="0"/>
              <a:t>=“sap.ui.layout.form”</a:t>
            </a:r>
          </a:p>
          <a:p>
            <a:pPr marL="285750" indent="-285750" algn="just">
              <a:buFont typeface="Arial" panose="020B0604020202020204" pitchFamily="34" charset="0"/>
              <a:buChar char="•"/>
            </a:pPr>
            <a:r>
              <a:rPr lang="en-US" dirty="0"/>
              <a:t>When we use the aggregation of any control </a:t>
            </a:r>
            <a:r>
              <a:rPr lang="en-US" b="1" dirty="0"/>
              <a:t>same namespace will follow by the aggregation as parent.</a:t>
            </a:r>
          </a:p>
          <a:p>
            <a:pPr marL="285750" indent="-285750" algn="just">
              <a:buFont typeface="Arial" panose="020B0604020202020204" pitchFamily="34" charset="0"/>
              <a:buChar char="•"/>
            </a:pPr>
            <a:r>
              <a:rPr lang="en-US" dirty="0"/>
              <a:t>The </a:t>
            </a:r>
            <a:r>
              <a:rPr lang="en-US" b="1" dirty="0"/>
              <a:t>control name </a:t>
            </a:r>
            <a:r>
              <a:rPr lang="en-US" dirty="0"/>
              <a:t>must start with </a:t>
            </a:r>
            <a:r>
              <a:rPr lang="en-US" b="1" dirty="0"/>
              <a:t>capital letter </a:t>
            </a:r>
            <a:r>
              <a:rPr lang="en-US" dirty="0"/>
              <a:t>and the </a:t>
            </a:r>
            <a:r>
              <a:rPr lang="en-US" b="1" dirty="0"/>
              <a:t>aggregation name </a:t>
            </a:r>
            <a:r>
              <a:rPr lang="en-US" dirty="0"/>
              <a:t>starts with </a:t>
            </a:r>
            <a:r>
              <a:rPr lang="en-US" b="1" dirty="0"/>
              <a:t>small letter.</a:t>
            </a:r>
          </a:p>
          <a:p>
            <a:pPr marL="285750" indent="-285750" algn="just">
              <a:buFont typeface="Arial" panose="020B0604020202020204" pitchFamily="34" charset="0"/>
              <a:buChar char="•"/>
            </a:pPr>
            <a:r>
              <a:rPr lang="en-US" dirty="0"/>
              <a:t>We have to check which control will aggregate to the control itself, if the aggregate control is the Control class or element class we can pass any of their child class to the aggregation.</a:t>
            </a:r>
            <a:r>
              <a:rPr lang="en-US" b="1" dirty="0"/>
              <a:t> </a:t>
            </a:r>
          </a:p>
          <a:p>
            <a:pPr algn="just"/>
            <a:r>
              <a:rPr lang="en-US" b="1" dirty="0"/>
              <a:t>             </a:t>
            </a:r>
            <a:r>
              <a:rPr lang="en-US" dirty="0"/>
              <a:t>for example:</a:t>
            </a:r>
            <a:endParaRPr lang="en-US" b="1"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B2F31862-F391-47E5-8943-B9CFB0DBFEFC}"/>
              </a:ext>
            </a:extLst>
          </p:cNvPr>
          <p:cNvPicPr>
            <a:picLocks noChangeAspect="1"/>
          </p:cNvPicPr>
          <p:nvPr/>
        </p:nvPicPr>
        <p:blipFill>
          <a:blip r:embed="rId3"/>
          <a:stretch>
            <a:fillRect/>
          </a:stretch>
        </p:blipFill>
        <p:spPr>
          <a:xfrm>
            <a:off x="9310152" y="896528"/>
            <a:ext cx="2428875" cy="12834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43429F6E-CEC1-4B3E-968E-CF0DE946B239}"/>
              </a:ext>
            </a:extLst>
          </p:cNvPr>
          <p:cNvPicPr>
            <a:picLocks noChangeAspect="1"/>
          </p:cNvPicPr>
          <p:nvPr/>
        </p:nvPicPr>
        <p:blipFill>
          <a:blip r:embed="rId4"/>
          <a:stretch>
            <a:fillRect/>
          </a:stretch>
        </p:blipFill>
        <p:spPr>
          <a:xfrm>
            <a:off x="948167" y="4356378"/>
            <a:ext cx="3192905" cy="1137327"/>
          </a:xfrm>
          <a:prstGeom prst="rect">
            <a:avLst/>
          </a:prstGeom>
        </p:spPr>
      </p:pic>
      <p:cxnSp>
        <p:nvCxnSpPr>
          <p:cNvPr id="12" name="Straight Arrow Connector 11">
            <a:extLst>
              <a:ext uri="{FF2B5EF4-FFF2-40B4-BE49-F238E27FC236}">
                <a16:creationId xmlns:a16="http://schemas.microsoft.com/office/drawing/2014/main" id="{A4FFD411-8929-4F9A-A6D0-EFEE2BC9EE4B}"/>
              </a:ext>
            </a:extLst>
          </p:cNvPr>
          <p:cNvCxnSpPr>
            <a:cxnSpLocks/>
            <a:stCxn id="15" idx="1"/>
          </p:cNvCxnSpPr>
          <p:nvPr/>
        </p:nvCxnSpPr>
        <p:spPr>
          <a:xfrm flipH="1">
            <a:off x="3483533" y="4941154"/>
            <a:ext cx="1790700" cy="952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5" name="TextBox 14">
            <a:extLst>
              <a:ext uri="{FF2B5EF4-FFF2-40B4-BE49-F238E27FC236}">
                <a16:creationId xmlns:a16="http://schemas.microsoft.com/office/drawing/2014/main" id="{C5D4A791-E88C-4450-9768-1BEC661143C4}"/>
              </a:ext>
            </a:extLst>
          </p:cNvPr>
          <p:cNvSpPr txBox="1"/>
          <p:nvPr/>
        </p:nvSpPr>
        <p:spPr>
          <a:xfrm>
            <a:off x="5274233" y="4356378"/>
            <a:ext cx="2563481" cy="1169551"/>
          </a:xfrm>
          <a:prstGeom prst="rect">
            <a:avLst/>
          </a:prstGeom>
          <a:noFill/>
        </p:spPr>
        <p:txBody>
          <a:bodyPr wrap="square" rtlCol="0">
            <a:spAutoFit/>
          </a:bodyPr>
          <a:lstStyle/>
          <a:p>
            <a:pPr algn="just"/>
            <a:r>
              <a:rPr lang="en-US" sz="1400" dirty="0"/>
              <a:t>As the &lt;f:content&gt; extend the element class we can use the &lt;Label&gt; which is also child of element class inside the &lt;f:content&gt; </a:t>
            </a:r>
          </a:p>
        </p:txBody>
      </p:sp>
      <p:pic>
        <p:nvPicPr>
          <p:cNvPr id="10" name="Picture 9">
            <a:extLst>
              <a:ext uri="{FF2B5EF4-FFF2-40B4-BE49-F238E27FC236}">
                <a16:creationId xmlns:a16="http://schemas.microsoft.com/office/drawing/2014/main" id="{F3E3D841-FC28-4965-B948-0B21EFAF80E2}"/>
              </a:ext>
            </a:extLst>
          </p:cNvPr>
          <p:cNvPicPr>
            <a:picLocks noChangeAspect="1"/>
          </p:cNvPicPr>
          <p:nvPr/>
        </p:nvPicPr>
        <p:blipFill>
          <a:blip r:embed="rId5"/>
          <a:stretch>
            <a:fillRect/>
          </a:stretch>
        </p:blipFill>
        <p:spPr>
          <a:xfrm>
            <a:off x="9310152" y="2612571"/>
            <a:ext cx="2428875" cy="19833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38818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Create First XML View</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285750" indent="-285750">
              <a:buFont typeface="Wingdings" panose="05000000000000000000" pitchFamily="2" charset="2"/>
              <a:buChar char="§"/>
            </a:pPr>
            <a:r>
              <a:rPr lang="en-US" dirty="0"/>
              <a:t>Now we will create our first XML view.</a:t>
            </a:r>
          </a:p>
          <a:p>
            <a:pPr marL="285750" indent="-285750">
              <a:buFont typeface="Wingdings" panose="05000000000000000000" pitchFamily="2" charset="2"/>
              <a:buChar char="§"/>
            </a:pPr>
            <a:r>
              <a:rPr lang="en-US" dirty="0"/>
              <a:t>For that create a new file ‘MyXML.view.xml’ in the view folder of the webapp directory</a:t>
            </a:r>
          </a:p>
          <a:p>
            <a:pPr marL="285750" indent="-285750">
              <a:buFont typeface="Wingdings" panose="05000000000000000000" pitchFamily="2" charset="2"/>
              <a:buChar char="§"/>
            </a:pPr>
            <a:r>
              <a:rPr lang="en-US" dirty="0"/>
              <a:t>Then add the View code to this file and save. It will show a button on the screen.</a:t>
            </a:r>
          </a:p>
          <a:p>
            <a:endParaRPr lang="en-US" dirty="0"/>
          </a:p>
          <a:p>
            <a:r>
              <a:rPr lang="en-US" dirty="0"/>
              <a:t>Code Link:- </a:t>
            </a:r>
          </a:p>
          <a:p>
            <a:pPr marL="285750" indent="-285750">
              <a:buFontTx/>
              <a:buChar char="-"/>
            </a:pPr>
            <a:r>
              <a:rPr lang="en-US" dirty="0">
                <a:hlinkClick r:id="rId3"/>
              </a:rPr>
              <a:t>index.html</a:t>
            </a:r>
            <a:endParaRPr lang="en-US" dirty="0"/>
          </a:p>
          <a:p>
            <a:pPr marL="285750" indent="-285750">
              <a:buFontTx/>
              <a:buChar char="-"/>
            </a:pPr>
            <a:r>
              <a:rPr lang="en-US" dirty="0">
                <a:hlinkClick r:id="rId4"/>
              </a:rPr>
              <a:t>MyXML.view.xml</a:t>
            </a:r>
            <a:endParaRPr lang="en-US" dirty="0"/>
          </a:p>
          <a:p>
            <a:pPr marL="285750" indent="-285750">
              <a:buFontTx/>
              <a:buChar char="-"/>
            </a:pPr>
            <a:r>
              <a:rPr lang="en-US" dirty="0">
                <a:hlinkClick r:id="rId5"/>
              </a:rPr>
              <a:t>Main.controller.js</a:t>
            </a:r>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B712BEE7-7881-FD40-BE05-808F6F0C971E}"/>
              </a:ext>
            </a:extLst>
          </p:cNvPr>
          <p:cNvPicPr>
            <a:picLocks noChangeAspect="1"/>
          </p:cNvPicPr>
          <p:nvPr/>
        </p:nvPicPr>
        <p:blipFill>
          <a:blip r:embed="rId6"/>
          <a:stretch>
            <a:fillRect/>
          </a:stretch>
        </p:blipFill>
        <p:spPr>
          <a:xfrm>
            <a:off x="5001736" y="2818146"/>
            <a:ext cx="6737291" cy="329460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88669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Simple Form Control</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031325"/>
          </a:xfrm>
          <a:prstGeom prst="rect">
            <a:avLst/>
          </a:prstGeom>
          <a:noFill/>
        </p:spPr>
        <p:txBody>
          <a:bodyPr wrap="square" rtlCol="0">
            <a:spAutoFit/>
          </a:bodyPr>
          <a:lstStyle/>
          <a:p>
            <a:pPr marL="285750" indent="-285750">
              <a:buFont typeface="Wingdings" panose="05000000000000000000" pitchFamily="2" charset="2"/>
              <a:buChar char="§"/>
            </a:pPr>
            <a:r>
              <a:rPr lang="en-US" dirty="0"/>
              <a:t>Now create a Simple form control in the View.</a:t>
            </a:r>
          </a:p>
          <a:p>
            <a:pPr marL="285750" indent="-285750">
              <a:buFont typeface="Wingdings" panose="05000000000000000000" pitchFamily="2" charset="2"/>
              <a:buChar char="§"/>
            </a:pPr>
            <a:r>
              <a:rPr lang="en-US" dirty="0"/>
              <a:t>Along with that we will add a button below the Simple form and on press of that button change the value of one field in the Simple form.</a:t>
            </a:r>
          </a:p>
          <a:p>
            <a:pPr marL="285750" indent="-285750">
              <a:buFont typeface="Wingdings" panose="05000000000000000000" pitchFamily="2" charset="2"/>
              <a:buChar char="§"/>
            </a:pPr>
            <a:endParaRPr lang="en-US" dirty="0"/>
          </a:p>
          <a:p>
            <a:r>
              <a:rPr lang="en-US" dirty="0"/>
              <a:t>Code Links:- </a:t>
            </a:r>
          </a:p>
          <a:p>
            <a:pPr marL="285750" indent="-285750">
              <a:buFontTx/>
              <a:buChar char="-"/>
            </a:pPr>
            <a:r>
              <a:rPr lang="en-US" dirty="0">
                <a:hlinkClick r:id="rId3"/>
              </a:rPr>
              <a:t>Main.view.xml</a:t>
            </a:r>
            <a:endParaRPr lang="en-US" dirty="0"/>
          </a:p>
          <a:p>
            <a:pPr marL="285750" indent="-285750">
              <a:buFontTx/>
              <a:buChar char="-"/>
            </a:pPr>
            <a:r>
              <a:rPr lang="en-US" dirty="0">
                <a:hlinkClick r:id="rId4"/>
              </a:rPr>
              <a:t>Main.controller.js</a:t>
            </a:r>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554951E5-CDC2-4748-AADC-582AA1E872C2}"/>
              </a:ext>
            </a:extLst>
          </p:cNvPr>
          <p:cNvPicPr>
            <a:picLocks noChangeAspect="1"/>
          </p:cNvPicPr>
          <p:nvPr/>
        </p:nvPicPr>
        <p:blipFill>
          <a:blip r:embed="rId5"/>
          <a:stretch>
            <a:fillRect/>
          </a:stretch>
        </p:blipFill>
        <p:spPr>
          <a:xfrm>
            <a:off x="5674480" y="2577490"/>
            <a:ext cx="5748926" cy="39203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09862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Models in SAP UI5</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862322"/>
          </a:xfrm>
          <a:prstGeom prst="rect">
            <a:avLst/>
          </a:prstGeom>
          <a:noFill/>
        </p:spPr>
        <p:txBody>
          <a:bodyPr wrap="square" rtlCol="0">
            <a:spAutoFit/>
          </a:bodyPr>
          <a:lstStyle/>
          <a:p>
            <a:pPr algn="l" fontAlgn="base"/>
            <a:r>
              <a:rPr lang="en-US" dirty="0">
                <a:solidFill>
                  <a:srgbClr val="202124"/>
                </a:solidFill>
              </a:rPr>
              <a:t>Models are the Object of the data. It contains all the data related to the application .</a:t>
            </a:r>
            <a:endParaRPr lang="en-US" b="0" i="0" dirty="0">
              <a:solidFill>
                <a:srgbClr val="202124"/>
              </a:solidFill>
              <a:effectLst/>
            </a:endParaRPr>
          </a:p>
          <a:p>
            <a:pPr algn="l" fontAlgn="base"/>
            <a:r>
              <a:rPr lang="en-US" b="0" i="0" dirty="0">
                <a:solidFill>
                  <a:srgbClr val="202124"/>
                </a:solidFill>
                <a:effectLst/>
              </a:rPr>
              <a:t>The various model types supported by SAPUI5 are:</a:t>
            </a:r>
          </a:p>
          <a:p>
            <a:pPr marL="342900" indent="-342900" algn="l" fontAlgn="base">
              <a:buFont typeface="+mj-lt"/>
              <a:buAutoNum type="arabicPeriod"/>
            </a:pPr>
            <a:r>
              <a:rPr lang="en-US" b="0" i="0" dirty="0">
                <a:solidFill>
                  <a:srgbClr val="202124"/>
                </a:solidFill>
                <a:effectLst/>
              </a:rPr>
              <a:t>OData model</a:t>
            </a:r>
          </a:p>
          <a:p>
            <a:pPr algn="l" fontAlgn="base"/>
            <a:endParaRPr lang="en-US" b="0" i="0" dirty="0">
              <a:solidFill>
                <a:srgbClr val="202124"/>
              </a:solidFill>
              <a:effectLst/>
            </a:endParaRPr>
          </a:p>
          <a:p>
            <a:pPr marL="342900" indent="-342900" algn="l" fontAlgn="base">
              <a:buFont typeface="+mj-lt"/>
              <a:buAutoNum type="arabicPeriod"/>
            </a:pPr>
            <a:r>
              <a:rPr lang="en-US" i="0" dirty="0">
                <a:solidFill>
                  <a:srgbClr val="202124"/>
                </a:solidFill>
                <a:effectLst/>
              </a:rPr>
              <a:t>JSON model</a:t>
            </a:r>
          </a:p>
          <a:p>
            <a:pPr marL="342900" indent="-342900" algn="l" fontAlgn="base">
              <a:buFont typeface="+mj-lt"/>
              <a:buAutoNum type="arabicPeriod"/>
            </a:pPr>
            <a:r>
              <a:rPr lang="en-US" b="0" i="0" dirty="0">
                <a:solidFill>
                  <a:srgbClr val="202124"/>
                </a:solidFill>
                <a:effectLst/>
              </a:rPr>
              <a:t>XML model</a:t>
            </a:r>
          </a:p>
          <a:p>
            <a:pPr marL="342900" indent="-342900" algn="l" fontAlgn="base">
              <a:buFont typeface="+mj-lt"/>
              <a:buAutoNum type="arabicPeriod"/>
            </a:pPr>
            <a:r>
              <a:rPr lang="en-US" b="0" i="0" dirty="0">
                <a:solidFill>
                  <a:srgbClr val="202124"/>
                </a:solidFill>
                <a:effectLst/>
              </a:rPr>
              <a:t>Resource model</a:t>
            </a:r>
          </a:p>
          <a:p>
            <a:pPr marL="342900" indent="-342900" algn="l" fontAlgn="base">
              <a:buFont typeface="+mj-lt"/>
              <a:buAutoNum type="arabicPeriod"/>
            </a:pPr>
            <a:endParaRPr lang="en-US" dirty="0">
              <a:solidFill>
                <a:srgbClr val="202124"/>
              </a:solidFill>
            </a:endParaRPr>
          </a:p>
          <a:p>
            <a:pPr algn="l" fontAlgn="base"/>
            <a:r>
              <a:rPr lang="en-US" b="0" i="0" dirty="0">
                <a:solidFill>
                  <a:srgbClr val="202124"/>
                </a:solidFill>
                <a:effectLst/>
              </a:rPr>
              <a:t>Each model in SAPUI5 is mainly used to bind controls to the data brought in. The JSON model is a client-side model which is recommended for datasets with small amounts of data.</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36A45DDC-383E-44A8-8143-6B3E313A7F45}"/>
              </a:ext>
            </a:extLst>
          </p:cNvPr>
          <p:cNvSpPr txBox="1"/>
          <p:nvPr/>
        </p:nvSpPr>
        <p:spPr>
          <a:xfrm>
            <a:off x="261764" y="3636826"/>
            <a:ext cx="3600450" cy="369332"/>
          </a:xfrm>
          <a:prstGeom prst="rect">
            <a:avLst/>
          </a:prstGeom>
          <a:noFill/>
        </p:spPr>
        <p:txBody>
          <a:bodyPr wrap="square" rtlCol="0">
            <a:spAutoFit/>
          </a:bodyPr>
          <a:lstStyle/>
          <a:p>
            <a:r>
              <a:rPr lang="en-US" dirty="0"/>
              <a:t>Usage of Models:</a:t>
            </a:r>
          </a:p>
        </p:txBody>
      </p:sp>
      <p:grpSp>
        <p:nvGrpSpPr>
          <p:cNvPr id="7" name="Group 6">
            <a:extLst>
              <a:ext uri="{FF2B5EF4-FFF2-40B4-BE49-F238E27FC236}">
                <a16:creationId xmlns:a16="http://schemas.microsoft.com/office/drawing/2014/main" id="{116B4978-89A7-4D45-82BC-C7E7F2F109D4}"/>
              </a:ext>
            </a:extLst>
          </p:cNvPr>
          <p:cNvGrpSpPr/>
          <p:nvPr/>
        </p:nvGrpSpPr>
        <p:grpSpPr>
          <a:xfrm>
            <a:off x="2409654" y="3792656"/>
            <a:ext cx="6096342" cy="2730590"/>
            <a:chOff x="2894012" y="1274763"/>
            <a:chExt cx="6216163" cy="4253562"/>
          </a:xfrm>
        </p:grpSpPr>
        <p:grpSp>
          <p:nvGrpSpPr>
            <p:cNvPr id="9" name="Group 8">
              <a:extLst>
                <a:ext uri="{FF2B5EF4-FFF2-40B4-BE49-F238E27FC236}">
                  <a16:creationId xmlns:a16="http://schemas.microsoft.com/office/drawing/2014/main" id="{F524FB1A-E2DE-40BE-A735-3361EA205EC4}"/>
                </a:ext>
              </a:extLst>
            </p:cNvPr>
            <p:cNvGrpSpPr/>
            <p:nvPr/>
          </p:nvGrpSpPr>
          <p:grpSpPr>
            <a:xfrm>
              <a:off x="3359637" y="1274763"/>
              <a:ext cx="5750538" cy="3773488"/>
              <a:chOff x="2038350" y="1889126"/>
              <a:chExt cx="4700588" cy="3084513"/>
            </a:xfrm>
          </p:grpSpPr>
          <p:sp>
            <p:nvSpPr>
              <p:cNvPr id="19" name="Freeform 126">
                <a:extLst>
                  <a:ext uri="{FF2B5EF4-FFF2-40B4-BE49-F238E27FC236}">
                    <a16:creationId xmlns:a16="http://schemas.microsoft.com/office/drawing/2014/main" id="{ACBC2DA9-7BD9-48A7-90B8-3E5864FADE9F}"/>
                  </a:ext>
                </a:extLst>
              </p:cNvPr>
              <p:cNvSpPr>
                <a:spLocks noEditPoints="1"/>
              </p:cNvSpPr>
              <p:nvPr/>
            </p:nvSpPr>
            <p:spPr bwMode="auto">
              <a:xfrm>
                <a:off x="2441575" y="2547042"/>
                <a:ext cx="550863" cy="2283720"/>
              </a:xfrm>
              <a:custGeom>
                <a:avLst/>
                <a:gdLst/>
                <a:ahLst/>
                <a:cxnLst>
                  <a:cxn ang="0">
                    <a:pos x="321" y="515"/>
                  </a:cxn>
                  <a:cxn ang="0">
                    <a:pos x="212" y="37"/>
                  </a:cxn>
                  <a:cxn ang="0">
                    <a:pos x="136" y="4"/>
                  </a:cxn>
                  <a:cxn ang="0">
                    <a:pos x="209" y="3"/>
                  </a:cxn>
                  <a:cxn ang="0">
                    <a:pos x="344" y="34"/>
                  </a:cxn>
                  <a:cxn ang="0">
                    <a:pos x="345" y="99"/>
                  </a:cxn>
                  <a:cxn ang="0">
                    <a:pos x="345" y="195"/>
                  </a:cxn>
                  <a:cxn ang="0">
                    <a:pos x="342" y="273"/>
                  </a:cxn>
                  <a:cxn ang="0">
                    <a:pos x="339" y="335"/>
                  </a:cxn>
                  <a:cxn ang="0">
                    <a:pos x="339" y="379"/>
                  </a:cxn>
                  <a:cxn ang="0">
                    <a:pos x="339" y="425"/>
                  </a:cxn>
                  <a:cxn ang="0">
                    <a:pos x="338" y="470"/>
                  </a:cxn>
                  <a:cxn ang="0">
                    <a:pos x="334" y="540"/>
                  </a:cxn>
                  <a:cxn ang="0">
                    <a:pos x="336" y="563"/>
                  </a:cxn>
                  <a:cxn ang="0">
                    <a:pos x="333" y="604"/>
                  </a:cxn>
                  <a:cxn ang="0">
                    <a:pos x="333" y="642"/>
                  </a:cxn>
                  <a:cxn ang="0">
                    <a:pos x="330" y="666"/>
                  </a:cxn>
                  <a:cxn ang="0">
                    <a:pos x="325" y="683"/>
                  </a:cxn>
                  <a:cxn ang="0">
                    <a:pos x="324" y="698"/>
                  </a:cxn>
                  <a:cxn ang="0">
                    <a:pos x="322" y="675"/>
                  </a:cxn>
                  <a:cxn ang="0">
                    <a:pos x="322" y="653"/>
                  </a:cxn>
                  <a:cxn ang="0">
                    <a:pos x="322" y="576"/>
                  </a:cxn>
                  <a:cxn ang="0">
                    <a:pos x="322" y="555"/>
                  </a:cxn>
                  <a:cxn ang="0">
                    <a:pos x="321" y="523"/>
                  </a:cxn>
                  <a:cxn ang="0">
                    <a:pos x="327" y="512"/>
                  </a:cxn>
                  <a:cxn ang="0">
                    <a:pos x="324" y="490"/>
                  </a:cxn>
                  <a:cxn ang="0">
                    <a:pos x="322" y="437"/>
                  </a:cxn>
                  <a:cxn ang="0">
                    <a:pos x="321" y="363"/>
                  </a:cxn>
                  <a:cxn ang="0">
                    <a:pos x="324" y="323"/>
                  </a:cxn>
                  <a:cxn ang="0">
                    <a:pos x="319" y="276"/>
                  </a:cxn>
                  <a:cxn ang="0">
                    <a:pos x="321" y="239"/>
                  </a:cxn>
                  <a:cxn ang="0">
                    <a:pos x="317" y="198"/>
                  </a:cxn>
                  <a:cxn ang="0">
                    <a:pos x="317" y="174"/>
                  </a:cxn>
                  <a:cxn ang="0">
                    <a:pos x="317" y="101"/>
                  </a:cxn>
                  <a:cxn ang="0">
                    <a:pos x="319" y="62"/>
                  </a:cxn>
                  <a:cxn ang="0">
                    <a:pos x="319" y="36"/>
                  </a:cxn>
                  <a:cxn ang="0">
                    <a:pos x="296" y="34"/>
                  </a:cxn>
                  <a:cxn ang="0">
                    <a:pos x="255" y="34"/>
                  </a:cxn>
                  <a:cxn ang="0">
                    <a:pos x="209" y="36"/>
                  </a:cxn>
                  <a:cxn ang="0">
                    <a:pos x="131" y="40"/>
                  </a:cxn>
                  <a:cxn ang="0">
                    <a:pos x="40" y="42"/>
                  </a:cxn>
                  <a:cxn ang="0">
                    <a:pos x="38" y="82"/>
                  </a:cxn>
                  <a:cxn ang="0">
                    <a:pos x="40" y="158"/>
                  </a:cxn>
                  <a:cxn ang="0">
                    <a:pos x="38" y="231"/>
                  </a:cxn>
                  <a:cxn ang="0">
                    <a:pos x="40" y="375"/>
                  </a:cxn>
                  <a:cxn ang="0">
                    <a:pos x="38" y="527"/>
                  </a:cxn>
                  <a:cxn ang="0">
                    <a:pos x="69" y="698"/>
                  </a:cxn>
                  <a:cxn ang="0">
                    <a:pos x="226" y="709"/>
                  </a:cxn>
                  <a:cxn ang="0">
                    <a:pos x="279" y="715"/>
                  </a:cxn>
                  <a:cxn ang="0">
                    <a:pos x="316" y="718"/>
                  </a:cxn>
                  <a:cxn ang="0">
                    <a:pos x="319" y="725"/>
                  </a:cxn>
                  <a:cxn ang="0">
                    <a:pos x="3" y="630"/>
                  </a:cxn>
                  <a:cxn ang="0">
                    <a:pos x="0" y="503"/>
                  </a:cxn>
                  <a:cxn ang="0">
                    <a:pos x="1" y="417"/>
                  </a:cxn>
                  <a:cxn ang="0">
                    <a:pos x="3" y="248"/>
                  </a:cxn>
                  <a:cxn ang="0">
                    <a:pos x="3" y="181"/>
                  </a:cxn>
                  <a:cxn ang="0">
                    <a:pos x="3" y="136"/>
                  </a:cxn>
                  <a:cxn ang="0">
                    <a:pos x="1" y="95"/>
                  </a:cxn>
                  <a:cxn ang="0">
                    <a:pos x="26" y="0"/>
                  </a:cxn>
                </a:cxnLst>
                <a:rect l="0" t="0" r="r" b="b"/>
                <a:pathLst>
                  <a:path w="347" h="735">
                    <a:moveTo>
                      <a:pt x="333" y="631"/>
                    </a:moveTo>
                    <a:lnTo>
                      <a:pt x="333" y="633"/>
                    </a:lnTo>
                    <a:lnTo>
                      <a:pt x="333" y="631"/>
                    </a:lnTo>
                    <a:close/>
                    <a:moveTo>
                      <a:pt x="322" y="549"/>
                    </a:moveTo>
                    <a:lnTo>
                      <a:pt x="322" y="551"/>
                    </a:lnTo>
                    <a:lnTo>
                      <a:pt x="321" y="551"/>
                    </a:lnTo>
                    <a:lnTo>
                      <a:pt x="322" y="549"/>
                    </a:lnTo>
                    <a:close/>
                    <a:moveTo>
                      <a:pt x="40" y="524"/>
                    </a:moveTo>
                    <a:lnTo>
                      <a:pt x="40" y="527"/>
                    </a:lnTo>
                    <a:lnTo>
                      <a:pt x="40" y="524"/>
                    </a:lnTo>
                    <a:close/>
                    <a:moveTo>
                      <a:pt x="319" y="512"/>
                    </a:moveTo>
                    <a:lnTo>
                      <a:pt x="321" y="515"/>
                    </a:lnTo>
                    <a:lnTo>
                      <a:pt x="321" y="518"/>
                    </a:lnTo>
                    <a:lnTo>
                      <a:pt x="319" y="518"/>
                    </a:lnTo>
                    <a:lnTo>
                      <a:pt x="319" y="512"/>
                    </a:lnTo>
                    <a:close/>
                    <a:moveTo>
                      <a:pt x="345" y="188"/>
                    </a:moveTo>
                    <a:lnTo>
                      <a:pt x="345" y="189"/>
                    </a:lnTo>
                    <a:lnTo>
                      <a:pt x="345" y="188"/>
                    </a:lnTo>
                    <a:close/>
                    <a:moveTo>
                      <a:pt x="314" y="105"/>
                    </a:moveTo>
                    <a:lnTo>
                      <a:pt x="316" y="105"/>
                    </a:lnTo>
                    <a:lnTo>
                      <a:pt x="314" y="108"/>
                    </a:lnTo>
                    <a:lnTo>
                      <a:pt x="314" y="105"/>
                    </a:lnTo>
                    <a:close/>
                    <a:moveTo>
                      <a:pt x="210" y="36"/>
                    </a:moveTo>
                    <a:lnTo>
                      <a:pt x="212" y="37"/>
                    </a:lnTo>
                    <a:lnTo>
                      <a:pt x="209" y="37"/>
                    </a:lnTo>
                    <a:lnTo>
                      <a:pt x="210" y="36"/>
                    </a:lnTo>
                    <a:close/>
                    <a:moveTo>
                      <a:pt x="319" y="1"/>
                    </a:moveTo>
                    <a:lnTo>
                      <a:pt x="321" y="1"/>
                    </a:lnTo>
                    <a:lnTo>
                      <a:pt x="317" y="3"/>
                    </a:lnTo>
                    <a:lnTo>
                      <a:pt x="319" y="1"/>
                    </a:lnTo>
                    <a:close/>
                    <a:moveTo>
                      <a:pt x="26" y="0"/>
                    </a:moveTo>
                    <a:lnTo>
                      <a:pt x="59" y="0"/>
                    </a:lnTo>
                    <a:lnTo>
                      <a:pt x="87" y="1"/>
                    </a:lnTo>
                    <a:lnTo>
                      <a:pt x="90" y="0"/>
                    </a:lnTo>
                    <a:lnTo>
                      <a:pt x="90" y="1"/>
                    </a:lnTo>
                    <a:lnTo>
                      <a:pt x="136" y="4"/>
                    </a:lnTo>
                    <a:lnTo>
                      <a:pt x="136" y="3"/>
                    </a:lnTo>
                    <a:lnTo>
                      <a:pt x="159" y="3"/>
                    </a:lnTo>
                    <a:lnTo>
                      <a:pt x="173" y="1"/>
                    </a:lnTo>
                    <a:lnTo>
                      <a:pt x="175" y="3"/>
                    </a:lnTo>
                    <a:lnTo>
                      <a:pt x="183" y="3"/>
                    </a:lnTo>
                    <a:lnTo>
                      <a:pt x="186" y="1"/>
                    </a:lnTo>
                    <a:lnTo>
                      <a:pt x="189" y="1"/>
                    </a:lnTo>
                    <a:lnTo>
                      <a:pt x="192" y="3"/>
                    </a:lnTo>
                    <a:lnTo>
                      <a:pt x="203" y="3"/>
                    </a:lnTo>
                    <a:lnTo>
                      <a:pt x="206" y="1"/>
                    </a:lnTo>
                    <a:lnTo>
                      <a:pt x="209" y="1"/>
                    </a:lnTo>
                    <a:lnTo>
                      <a:pt x="209" y="3"/>
                    </a:lnTo>
                    <a:lnTo>
                      <a:pt x="217" y="3"/>
                    </a:lnTo>
                    <a:lnTo>
                      <a:pt x="220" y="1"/>
                    </a:lnTo>
                    <a:lnTo>
                      <a:pt x="224" y="1"/>
                    </a:lnTo>
                    <a:lnTo>
                      <a:pt x="226" y="3"/>
                    </a:lnTo>
                    <a:lnTo>
                      <a:pt x="234" y="3"/>
                    </a:lnTo>
                    <a:lnTo>
                      <a:pt x="237" y="1"/>
                    </a:lnTo>
                    <a:lnTo>
                      <a:pt x="252" y="1"/>
                    </a:lnTo>
                    <a:lnTo>
                      <a:pt x="249" y="3"/>
                    </a:lnTo>
                    <a:lnTo>
                      <a:pt x="347" y="3"/>
                    </a:lnTo>
                    <a:lnTo>
                      <a:pt x="345" y="18"/>
                    </a:lnTo>
                    <a:lnTo>
                      <a:pt x="345" y="32"/>
                    </a:lnTo>
                    <a:lnTo>
                      <a:pt x="344" y="34"/>
                    </a:lnTo>
                    <a:lnTo>
                      <a:pt x="344" y="48"/>
                    </a:lnTo>
                    <a:lnTo>
                      <a:pt x="345" y="48"/>
                    </a:lnTo>
                    <a:lnTo>
                      <a:pt x="345" y="57"/>
                    </a:lnTo>
                    <a:lnTo>
                      <a:pt x="344" y="60"/>
                    </a:lnTo>
                    <a:lnTo>
                      <a:pt x="344" y="67"/>
                    </a:lnTo>
                    <a:lnTo>
                      <a:pt x="345" y="65"/>
                    </a:lnTo>
                    <a:lnTo>
                      <a:pt x="345" y="68"/>
                    </a:lnTo>
                    <a:lnTo>
                      <a:pt x="344" y="71"/>
                    </a:lnTo>
                    <a:lnTo>
                      <a:pt x="344" y="81"/>
                    </a:lnTo>
                    <a:lnTo>
                      <a:pt x="345" y="96"/>
                    </a:lnTo>
                    <a:lnTo>
                      <a:pt x="344" y="95"/>
                    </a:lnTo>
                    <a:lnTo>
                      <a:pt x="345" y="99"/>
                    </a:lnTo>
                    <a:lnTo>
                      <a:pt x="345" y="116"/>
                    </a:lnTo>
                    <a:lnTo>
                      <a:pt x="344" y="119"/>
                    </a:lnTo>
                    <a:lnTo>
                      <a:pt x="344" y="124"/>
                    </a:lnTo>
                    <a:lnTo>
                      <a:pt x="345" y="124"/>
                    </a:lnTo>
                    <a:lnTo>
                      <a:pt x="345" y="138"/>
                    </a:lnTo>
                    <a:lnTo>
                      <a:pt x="344" y="136"/>
                    </a:lnTo>
                    <a:lnTo>
                      <a:pt x="344" y="174"/>
                    </a:lnTo>
                    <a:lnTo>
                      <a:pt x="345" y="188"/>
                    </a:lnTo>
                    <a:lnTo>
                      <a:pt x="344" y="185"/>
                    </a:lnTo>
                    <a:lnTo>
                      <a:pt x="344" y="192"/>
                    </a:lnTo>
                    <a:lnTo>
                      <a:pt x="345" y="192"/>
                    </a:lnTo>
                    <a:lnTo>
                      <a:pt x="345" y="195"/>
                    </a:lnTo>
                    <a:lnTo>
                      <a:pt x="344" y="195"/>
                    </a:lnTo>
                    <a:lnTo>
                      <a:pt x="344" y="197"/>
                    </a:lnTo>
                    <a:lnTo>
                      <a:pt x="345" y="205"/>
                    </a:lnTo>
                    <a:lnTo>
                      <a:pt x="344" y="203"/>
                    </a:lnTo>
                    <a:lnTo>
                      <a:pt x="344" y="222"/>
                    </a:lnTo>
                    <a:lnTo>
                      <a:pt x="342" y="240"/>
                    </a:lnTo>
                    <a:lnTo>
                      <a:pt x="344" y="257"/>
                    </a:lnTo>
                    <a:lnTo>
                      <a:pt x="345" y="256"/>
                    </a:lnTo>
                    <a:lnTo>
                      <a:pt x="345" y="261"/>
                    </a:lnTo>
                    <a:lnTo>
                      <a:pt x="344" y="265"/>
                    </a:lnTo>
                    <a:lnTo>
                      <a:pt x="344" y="270"/>
                    </a:lnTo>
                    <a:lnTo>
                      <a:pt x="342" y="273"/>
                    </a:lnTo>
                    <a:lnTo>
                      <a:pt x="344" y="275"/>
                    </a:lnTo>
                    <a:lnTo>
                      <a:pt x="342" y="276"/>
                    </a:lnTo>
                    <a:lnTo>
                      <a:pt x="344" y="281"/>
                    </a:lnTo>
                    <a:lnTo>
                      <a:pt x="342" y="279"/>
                    </a:lnTo>
                    <a:lnTo>
                      <a:pt x="344" y="284"/>
                    </a:lnTo>
                    <a:lnTo>
                      <a:pt x="342" y="284"/>
                    </a:lnTo>
                    <a:lnTo>
                      <a:pt x="342" y="298"/>
                    </a:lnTo>
                    <a:lnTo>
                      <a:pt x="341" y="298"/>
                    </a:lnTo>
                    <a:lnTo>
                      <a:pt x="341" y="326"/>
                    </a:lnTo>
                    <a:lnTo>
                      <a:pt x="339" y="332"/>
                    </a:lnTo>
                    <a:lnTo>
                      <a:pt x="341" y="335"/>
                    </a:lnTo>
                    <a:lnTo>
                      <a:pt x="339" y="335"/>
                    </a:lnTo>
                    <a:lnTo>
                      <a:pt x="339" y="343"/>
                    </a:lnTo>
                    <a:lnTo>
                      <a:pt x="341" y="344"/>
                    </a:lnTo>
                    <a:lnTo>
                      <a:pt x="341" y="351"/>
                    </a:lnTo>
                    <a:lnTo>
                      <a:pt x="339" y="351"/>
                    </a:lnTo>
                    <a:lnTo>
                      <a:pt x="339" y="368"/>
                    </a:lnTo>
                    <a:lnTo>
                      <a:pt x="338" y="368"/>
                    </a:lnTo>
                    <a:lnTo>
                      <a:pt x="338" y="369"/>
                    </a:lnTo>
                    <a:lnTo>
                      <a:pt x="339" y="372"/>
                    </a:lnTo>
                    <a:lnTo>
                      <a:pt x="341" y="372"/>
                    </a:lnTo>
                    <a:lnTo>
                      <a:pt x="341" y="374"/>
                    </a:lnTo>
                    <a:lnTo>
                      <a:pt x="339" y="375"/>
                    </a:lnTo>
                    <a:lnTo>
                      <a:pt x="339" y="379"/>
                    </a:lnTo>
                    <a:lnTo>
                      <a:pt x="341" y="379"/>
                    </a:lnTo>
                    <a:lnTo>
                      <a:pt x="341" y="385"/>
                    </a:lnTo>
                    <a:lnTo>
                      <a:pt x="339" y="386"/>
                    </a:lnTo>
                    <a:lnTo>
                      <a:pt x="339" y="397"/>
                    </a:lnTo>
                    <a:lnTo>
                      <a:pt x="341" y="392"/>
                    </a:lnTo>
                    <a:lnTo>
                      <a:pt x="339" y="411"/>
                    </a:lnTo>
                    <a:lnTo>
                      <a:pt x="339" y="410"/>
                    </a:lnTo>
                    <a:lnTo>
                      <a:pt x="338" y="410"/>
                    </a:lnTo>
                    <a:lnTo>
                      <a:pt x="339" y="413"/>
                    </a:lnTo>
                    <a:lnTo>
                      <a:pt x="338" y="411"/>
                    </a:lnTo>
                    <a:lnTo>
                      <a:pt x="338" y="420"/>
                    </a:lnTo>
                    <a:lnTo>
                      <a:pt x="339" y="425"/>
                    </a:lnTo>
                    <a:lnTo>
                      <a:pt x="339" y="430"/>
                    </a:lnTo>
                    <a:lnTo>
                      <a:pt x="338" y="434"/>
                    </a:lnTo>
                    <a:lnTo>
                      <a:pt x="339" y="434"/>
                    </a:lnTo>
                    <a:lnTo>
                      <a:pt x="338" y="436"/>
                    </a:lnTo>
                    <a:lnTo>
                      <a:pt x="338" y="439"/>
                    </a:lnTo>
                    <a:lnTo>
                      <a:pt x="339" y="441"/>
                    </a:lnTo>
                    <a:lnTo>
                      <a:pt x="339" y="445"/>
                    </a:lnTo>
                    <a:lnTo>
                      <a:pt x="338" y="450"/>
                    </a:lnTo>
                    <a:lnTo>
                      <a:pt x="338" y="456"/>
                    </a:lnTo>
                    <a:lnTo>
                      <a:pt x="339" y="458"/>
                    </a:lnTo>
                    <a:lnTo>
                      <a:pt x="339" y="467"/>
                    </a:lnTo>
                    <a:lnTo>
                      <a:pt x="338" y="470"/>
                    </a:lnTo>
                    <a:lnTo>
                      <a:pt x="338" y="472"/>
                    </a:lnTo>
                    <a:lnTo>
                      <a:pt x="336" y="473"/>
                    </a:lnTo>
                    <a:lnTo>
                      <a:pt x="336" y="475"/>
                    </a:lnTo>
                    <a:lnTo>
                      <a:pt x="338" y="479"/>
                    </a:lnTo>
                    <a:lnTo>
                      <a:pt x="338" y="498"/>
                    </a:lnTo>
                    <a:lnTo>
                      <a:pt x="336" y="498"/>
                    </a:lnTo>
                    <a:lnTo>
                      <a:pt x="336" y="520"/>
                    </a:lnTo>
                    <a:lnTo>
                      <a:pt x="338" y="520"/>
                    </a:lnTo>
                    <a:lnTo>
                      <a:pt x="338" y="523"/>
                    </a:lnTo>
                    <a:lnTo>
                      <a:pt x="336" y="523"/>
                    </a:lnTo>
                    <a:lnTo>
                      <a:pt x="336" y="540"/>
                    </a:lnTo>
                    <a:lnTo>
                      <a:pt x="334" y="540"/>
                    </a:lnTo>
                    <a:lnTo>
                      <a:pt x="336" y="543"/>
                    </a:lnTo>
                    <a:lnTo>
                      <a:pt x="334" y="543"/>
                    </a:lnTo>
                    <a:lnTo>
                      <a:pt x="334" y="548"/>
                    </a:lnTo>
                    <a:lnTo>
                      <a:pt x="336" y="549"/>
                    </a:lnTo>
                    <a:lnTo>
                      <a:pt x="336" y="552"/>
                    </a:lnTo>
                    <a:lnTo>
                      <a:pt x="338" y="554"/>
                    </a:lnTo>
                    <a:lnTo>
                      <a:pt x="338" y="555"/>
                    </a:lnTo>
                    <a:lnTo>
                      <a:pt x="336" y="555"/>
                    </a:lnTo>
                    <a:lnTo>
                      <a:pt x="336" y="557"/>
                    </a:lnTo>
                    <a:lnTo>
                      <a:pt x="334" y="557"/>
                    </a:lnTo>
                    <a:lnTo>
                      <a:pt x="334" y="559"/>
                    </a:lnTo>
                    <a:lnTo>
                      <a:pt x="336" y="563"/>
                    </a:lnTo>
                    <a:lnTo>
                      <a:pt x="336" y="566"/>
                    </a:lnTo>
                    <a:lnTo>
                      <a:pt x="334" y="565"/>
                    </a:lnTo>
                    <a:lnTo>
                      <a:pt x="333" y="566"/>
                    </a:lnTo>
                    <a:lnTo>
                      <a:pt x="333" y="569"/>
                    </a:lnTo>
                    <a:lnTo>
                      <a:pt x="334" y="572"/>
                    </a:lnTo>
                    <a:lnTo>
                      <a:pt x="334" y="576"/>
                    </a:lnTo>
                    <a:lnTo>
                      <a:pt x="333" y="579"/>
                    </a:lnTo>
                    <a:lnTo>
                      <a:pt x="333" y="582"/>
                    </a:lnTo>
                    <a:lnTo>
                      <a:pt x="331" y="580"/>
                    </a:lnTo>
                    <a:lnTo>
                      <a:pt x="331" y="588"/>
                    </a:lnTo>
                    <a:lnTo>
                      <a:pt x="333" y="596"/>
                    </a:lnTo>
                    <a:lnTo>
                      <a:pt x="333" y="604"/>
                    </a:lnTo>
                    <a:lnTo>
                      <a:pt x="331" y="604"/>
                    </a:lnTo>
                    <a:lnTo>
                      <a:pt x="331" y="611"/>
                    </a:lnTo>
                    <a:lnTo>
                      <a:pt x="333" y="614"/>
                    </a:lnTo>
                    <a:lnTo>
                      <a:pt x="333" y="617"/>
                    </a:lnTo>
                    <a:lnTo>
                      <a:pt x="334" y="619"/>
                    </a:lnTo>
                    <a:lnTo>
                      <a:pt x="333" y="621"/>
                    </a:lnTo>
                    <a:lnTo>
                      <a:pt x="331" y="621"/>
                    </a:lnTo>
                    <a:lnTo>
                      <a:pt x="333" y="631"/>
                    </a:lnTo>
                    <a:lnTo>
                      <a:pt x="331" y="630"/>
                    </a:lnTo>
                    <a:lnTo>
                      <a:pt x="331" y="633"/>
                    </a:lnTo>
                    <a:lnTo>
                      <a:pt x="330" y="633"/>
                    </a:lnTo>
                    <a:lnTo>
                      <a:pt x="333" y="642"/>
                    </a:lnTo>
                    <a:lnTo>
                      <a:pt x="331" y="641"/>
                    </a:lnTo>
                    <a:lnTo>
                      <a:pt x="330" y="638"/>
                    </a:lnTo>
                    <a:lnTo>
                      <a:pt x="330" y="650"/>
                    </a:lnTo>
                    <a:lnTo>
                      <a:pt x="328" y="649"/>
                    </a:lnTo>
                    <a:lnTo>
                      <a:pt x="328" y="645"/>
                    </a:lnTo>
                    <a:lnTo>
                      <a:pt x="327" y="645"/>
                    </a:lnTo>
                    <a:lnTo>
                      <a:pt x="327" y="652"/>
                    </a:lnTo>
                    <a:lnTo>
                      <a:pt x="328" y="653"/>
                    </a:lnTo>
                    <a:lnTo>
                      <a:pt x="327" y="653"/>
                    </a:lnTo>
                    <a:lnTo>
                      <a:pt x="328" y="656"/>
                    </a:lnTo>
                    <a:lnTo>
                      <a:pt x="330" y="661"/>
                    </a:lnTo>
                    <a:lnTo>
                      <a:pt x="330" y="666"/>
                    </a:lnTo>
                    <a:lnTo>
                      <a:pt x="331" y="670"/>
                    </a:lnTo>
                    <a:lnTo>
                      <a:pt x="330" y="675"/>
                    </a:lnTo>
                    <a:lnTo>
                      <a:pt x="330" y="670"/>
                    </a:lnTo>
                    <a:lnTo>
                      <a:pt x="327" y="667"/>
                    </a:lnTo>
                    <a:lnTo>
                      <a:pt x="327" y="672"/>
                    </a:lnTo>
                    <a:lnTo>
                      <a:pt x="325" y="672"/>
                    </a:lnTo>
                    <a:lnTo>
                      <a:pt x="328" y="673"/>
                    </a:lnTo>
                    <a:lnTo>
                      <a:pt x="328" y="678"/>
                    </a:lnTo>
                    <a:lnTo>
                      <a:pt x="327" y="678"/>
                    </a:lnTo>
                    <a:lnTo>
                      <a:pt x="327" y="676"/>
                    </a:lnTo>
                    <a:lnTo>
                      <a:pt x="325" y="676"/>
                    </a:lnTo>
                    <a:lnTo>
                      <a:pt x="325" y="683"/>
                    </a:lnTo>
                    <a:lnTo>
                      <a:pt x="327" y="684"/>
                    </a:lnTo>
                    <a:lnTo>
                      <a:pt x="325" y="684"/>
                    </a:lnTo>
                    <a:lnTo>
                      <a:pt x="325" y="692"/>
                    </a:lnTo>
                    <a:lnTo>
                      <a:pt x="327" y="692"/>
                    </a:lnTo>
                    <a:lnTo>
                      <a:pt x="327" y="694"/>
                    </a:lnTo>
                    <a:lnTo>
                      <a:pt x="325" y="698"/>
                    </a:lnTo>
                    <a:lnTo>
                      <a:pt x="325" y="709"/>
                    </a:lnTo>
                    <a:lnTo>
                      <a:pt x="324" y="714"/>
                    </a:lnTo>
                    <a:lnTo>
                      <a:pt x="324" y="711"/>
                    </a:lnTo>
                    <a:lnTo>
                      <a:pt x="322" y="708"/>
                    </a:lnTo>
                    <a:lnTo>
                      <a:pt x="322" y="701"/>
                    </a:lnTo>
                    <a:lnTo>
                      <a:pt x="324" y="698"/>
                    </a:lnTo>
                    <a:lnTo>
                      <a:pt x="322" y="698"/>
                    </a:lnTo>
                    <a:lnTo>
                      <a:pt x="321" y="700"/>
                    </a:lnTo>
                    <a:lnTo>
                      <a:pt x="321" y="698"/>
                    </a:lnTo>
                    <a:lnTo>
                      <a:pt x="322" y="697"/>
                    </a:lnTo>
                    <a:lnTo>
                      <a:pt x="322" y="687"/>
                    </a:lnTo>
                    <a:lnTo>
                      <a:pt x="321" y="687"/>
                    </a:lnTo>
                    <a:lnTo>
                      <a:pt x="319" y="686"/>
                    </a:lnTo>
                    <a:lnTo>
                      <a:pt x="319" y="681"/>
                    </a:lnTo>
                    <a:lnTo>
                      <a:pt x="321" y="683"/>
                    </a:lnTo>
                    <a:lnTo>
                      <a:pt x="321" y="680"/>
                    </a:lnTo>
                    <a:lnTo>
                      <a:pt x="322" y="680"/>
                    </a:lnTo>
                    <a:lnTo>
                      <a:pt x="322" y="675"/>
                    </a:lnTo>
                    <a:lnTo>
                      <a:pt x="319" y="666"/>
                    </a:lnTo>
                    <a:lnTo>
                      <a:pt x="319" y="661"/>
                    </a:lnTo>
                    <a:lnTo>
                      <a:pt x="321" y="659"/>
                    </a:lnTo>
                    <a:lnTo>
                      <a:pt x="321" y="662"/>
                    </a:lnTo>
                    <a:lnTo>
                      <a:pt x="322" y="664"/>
                    </a:lnTo>
                    <a:lnTo>
                      <a:pt x="322" y="662"/>
                    </a:lnTo>
                    <a:lnTo>
                      <a:pt x="324" y="662"/>
                    </a:lnTo>
                    <a:lnTo>
                      <a:pt x="325" y="661"/>
                    </a:lnTo>
                    <a:lnTo>
                      <a:pt x="325" y="656"/>
                    </a:lnTo>
                    <a:lnTo>
                      <a:pt x="324" y="655"/>
                    </a:lnTo>
                    <a:lnTo>
                      <a:pt x="324" y="652"/>
                    </a:lnTo>
                    <a:lnTo>
                      <a:pt x="322" y="653"/>
                    </a:lnTo>
                    <a:lnTo>
                      <a:pt x="322" y="628"/>
                    </a:lnTo>
                    <a:lnTo>
                      <a:pt x="324" y="621"/>
                    </a:lnTo>
                    <a:lnTo>
                      <a:pt x="324" y="619"/>
                    </a:lnTo>
                    <a:lnTo>
                      <a:pt x="322" y="619"/>
                    </a:lnTo>
                    <a:lnTo>
                      <a:pt x="322" y="600"/>
                    </a:lnTo>
                    <a:lnTo>
                      <a:pt x="324" y="600"/>
                    </a:lnTo>
                    <a:lnTo>
                      <a:pt x="324" y="596"/>
                    </a:lnTo>
                    <a:lnTo>
                      <a:pt x="322" y="596"/>
                    </a:lnTo>
                    <a:lnTo>
                      <a:pt x="322" y="590"/>
                    </a:lnTo>
                    <a:lnTo>
                      <a:pt x="324" y="590"/>
                    </a:lnTo>
                    <a:lnTo>
                      <a:pt x="324" y="582"/>
                    </a:lnTo>
                    <a:lnTo>
                      <a:pt x="322" y="576"/>
                    </a:lnTo>
                    <a:lnTo>
                      <a:pt x="324" y="576"/>
                    </a:lnTo>
                    <a:lnTo>
                      <a:pt x="324" y="572"/>
                    </a:lnTo>
                    <a:lnTo>
                      <a:pt x="322" y="572"/>
                    </a:lnTo>
                    <a:lnTo>
                      <a:pt x="322" y="574"/>
                    </a:lnTo>
                    <a:lnTo>
                      <a:pt x="321" y="576"/>
                    </a:lnTo>
                    <a:lnTo>
                      <a:pt x="319" y="574"/>
                    </a:lnTo>
                    <a:lnTo>
                      <a:pt x="319" y="566"/>
                    </a:lnTo>
                    <a:lnTo>
                      <a:pt x="321" y="566"/>
                    </a:lnTo>
                    <a:lnTo>
                      <a:pt x="322" y="568"/>
                    </a:lnTo>
                    <a:lnTo>
                      <a:pt x="322" y="562"/>
                    </a:lnTo>
                    <a:lnTo>
                      <a:pt x="321" y="562"/>
                    </a:lnTo>
                    <a:lnTo>
                      <a:pt x="322" y="555"/>
                    </a:lnTo>
                    <a:lnTo>
                      <a:pt x="324" y="552"/>
                    </a:lnTo>
                    <a:lnTo>
                      <a:pt x="324" y="549"/>
                    </a:lnTo>
                    <a:lnTo>
                      <a:pt x="322" y="549"/>
                    </a:lnTo>
                    <a:lnTo>
                      <a:pt x="322" y="548"/>
                    </a:lnTo>
                    <a:lnTo>
                      <a:pt x="324" y="546"/>
                    </a:lnTo>
                    <a:lnTo>
                      <a:pt x="325" y="548"/>
                    </a:lnTo>
                    <a:lnTo>
                      <a:pt x="325" y="541"/>
                    </a:lnTo>
                    <a:lnTo>
                      <a:pt x="324" y="541"/>
                    </a:lnTo>
                    <a:lnTo>
                      <a:pt x="324" y="534"/>
                    </a:lnTo>
                    <a:lnTo>
                      <a:pt x="322" y="532"/>
                    </a:lnTo>
                    <a:lnTo>
                      <a:pt x="321" y="534"/>
                    </a:lnTo>
                    <a:lnTo>
                      <a:pt x="321" y="523"/>
                    </a:lnTo>
                    <a:lnTo>
                      <a:pt x="319" y="524"/>
                    </a:lnTo>
                    <a:lnTo>
                      <a:pt x="319" y="526"/>
                    </a:lnTo>
                    <a:lnTo>
                      <a:pt x="317" y="526"/>
                    </a:lnTo>
                    <a:lnTo>
                      <a:pt x="317" y="524"/>
                    </a:lnTo>
                    <a:lnTo>
                      <a:pt x="319" y="521"/>
                    </a:lnTo>
                    <a:lnTo>
                      <a:pt x="321" y="521"/>
                    </a:lnTo>
                    <a:lnTo>
                      <a:pt x="321" y="518"/>
                    </a:lnTo>
                    <a:lnTo>
                      <a:pt x="322" y="523"/>
                    </a:lnTo>
                    <a:lnTo>
                      <a:pt x="322" y="517"/>
                    </a:lnTo>
                    <a:lnTo>
                      <a:pt x="325" y="520"/>
                    </a:lnTo>
                    <a:lnTo>
                      <a:pt x="325" y="517"/>
                    </a:lnTo>
                    <a:lnTo>
                      <a:pt x="327" y="512"/>
                    </a:lnTo>
                    <a:lnTo>
                      <a:pt x="324" y="507"/>
                    </a:lnTo>
                    <a:lnTo>
                      <a:pt x="327" y="506"/>
                    </a:lnTo>
                    <a:lnTo>
                      <a:pt x="327" y="500"/>
                    </a:lnTo>
                    <a:lnTo>
                      <a:pt x="325" y="500"/>
                    </a:lnTo>
                    <a:lnTo>
                      <a:pt x="325" y="501"/>
                    </a:lnTo>
                    <a:lnTo>
                      <a:pt x="324" y="503"/>
                    </a:lnTo>
                    <a:lnTo>
                      <a:pt x="322" y="501"/>
                    </a:lnTo>
                    <a:lnTo>
                      <a:pt x="322" y="500"/>
                    </a:lnTo>
                    <a:lnTo>
                      <a:pt x="321" y="498"/>
                    </a:lnTo>
                    <a:lnTo>
                      <a:pt x="321" y="495"/>
                    </a:lnTo>
                    <a:lnTo>
                      <a:pt x="324" y="495"/>
                    </a:lnTo>
                    <a:lnTo>
                      <a:pt x="324" y="490"/>
                    </a:lnTo>
                    <a:lnTo>
                      <a:pt x="322" y="487"/>
                    </a:lnTo>
                    <a:lnTo>
                      <a:pt x="322" y="482"/>
                    </a:lnTo>
                    <a:lnTo>
                      <a:pt x="321" y="482"/>
                    </a:lnTo>
                    <a:lnTo>
                      <a:pt x="321" y="476"/>
                    </a:lnTo>
                    <a:lnTo>
                      <a:pt x="319" y="472"/>
                    </a:lnTo>
                    <a:lnTo>
                      <a:pt x="319" y="464"/>
                    </a:lnTo>
                    <a:lnTo>
                      <a:pt x="321" y="459"/>
                    </a:lnTo>
                    <a:lnTo>
                      <a:pt x="321" y="451"/>
                    </a:lnTo>
                    <a:lnTo>
                      <a:pt x="324" y="448"/>
                    </a:lnTo>
                    <a:lnTo>
                      <a:pt x="324" y="445"/>
                    </a:lnTo>
                    <a:lnTo>
                      <a:pt x="322" y="444"/>
                    </a:lnTo>
                    <a:lnTo>
                      <a:pt x="322" y="437"/>
                    </a:lnTo>
                    <a:lnTo>
                      <a:pt x="321" y="434"/>
                    </a:lnTo>
                    <a:lnTo>
                      <a:pt x="321" y="433"/>
                    </a:lnTo>
                    <a:lnTo>
                      <a:pt x="322" y="431"/>
                    </a:lnTo>
                    <a:lnTo>
                      <a:pt x="322" y="422"/>
                    </a:lnTo>
                    <a:lnTo>
                      <a:pt x="324" y="422"/>
                    </a:lnTo>
                    <a:lnTo>
                      <a:pt x="322" y="417"/>
                    </a:lnTo>
                    <a:lnTo>
                      <a:pt x="322" y="388"/>
                    </a:lnTo>
                    <a:lnTo>
                      <a:pt x="324" y="388"/>
                    </a:lnTo>
                    <a:lnTo>
                      <a:pt x="324" y="385"/>
                    </a:lnTo>
                    <a:lnTo>
                      <a:pt x="322" y="385"/>
                    </a:lnTo>
                    <a:lnTo>
                      <a:pt x="322" y="365"/>
                    </a:lnTo>
                    <a:lnTo>
                      <a:pt x="321" y="363"/>
                    </a:lnTo>
                    <a:lnTo>
                      <a:pt x="319" y="366"/>
                    </a:lnTo>
                    <a:lnTo>
                      <a:pt x="322" y="358"/>
                    </a:lnTo>
                    <a:lnTo>
                      <a:pt x="322" y="344"/>
                    </a:lnTo>
                    <a:lnTo>
                      <a:pt x="324" y="346"/>
                    </a:lnTo>
                    <a:lnTo>
                      <a:pt x="324" y="340"/>
                    </a:lnTo>
                    <a:lnTo>
                      <a:pt x="322" y="340"/>
                    </a:lnTo>
                    <a:lnTo>
                      <a:pt x="321" y="341"/>
                    </a:lnTo>
                    <a:lnTo>
                      <a:pt x="321" y="332"/>
                    </a:lnTo>
                    <a:lnTo>
                      <a:pt x="322" y="327"/>
                    </a:lnTo>
                    <a:lnTo>
                      <a:pt x="324" y="326"/>
                    </a:lnTo>
                    <a:lnTo>
                      <a:pt x="325" y="326"/>
                    </a:lnTo>
                    <a:lnTo>
                      <a:pt x="324" y="323"/>
                    </a:lnTo>
                    <a:lnTo>
                      <a:pt x="324" y="318"/>
                    </a:lnTo>
                    <a:lnTo>
                      <a:pt x="322" y="315"/>
                    </a:lnTo>
                    <a:lnTo>
                      <a:pt x="322" y="318"/>
                    </a:lnTo>
                    <a:lnTo>
                      <a:pt x="319" y="302"/>
                    </a:lnTo>
                    <a:lnTo>
                      <a:pt x="317" y="292"/>
                    </a:lnTo>
                    <a:lnTo>
                      <a:pt x="317" y="298"/>
                    </a:lnTo>
                    <a:lnTo>
                      <a:pt x="316" y="298"/>
                    </a:lnTo>
                    <a:lnTo>
                      <a:pt x="316" y="282"/>
                    </a:lnTo>
                    <a:lnTo>
                      <a:pt x="317" y="279"/>
                    </a:lnTo>
                    <a:lnTo>
                      <a:pt x="317" y="281"/>
                    </a:lnTo>
                    <a:lnTo>
                      <a:pt x="319" y="279"/>
                    </a:lnTo>
                    <a:lnTo>
                      <a:pt x="319" y="276"/>
                    </a:lnTo>
                    <a:lnTo>
                      <a:pt x="321" y="276"/>
                    </a:lnTo>
                    <a:lnTo>
                      <a:pt x="321" y="273"/>
                    </a:lnTo>
                    <a:lnTo>
                      <a:pt x="319" y="273"/>
                    </a:lnTo>
                    <a:lnTo>
                      <a:pt x="319" y="271"/>
                    </a:lnTo>
                    <a:lnTo>
                      <a:pt x="317" y="270"/>
                    </a:lnTo>
                    <a:lnTo>
                      <a:pt x="322" y="270"/>
                    </a:lnTo>
                    <a:lnTo>
                      <a:pt x="322" y="259"/>
                    </a:lnTo>
                    <a:lnTo>
                      <a:pt x="321" y="259"/>
                    </a:lnTo>
                    <a:lnTo>
                      <a:pt x="321" y="251"/>
                    </a:lnTo>
                    <a:lnTo>
                      <a:pt x="322" y="250"/>
                    </a:lnTo>
                    <a:lnTo>
                      <a:pt x="322" y="240"/>
                    </a:lnTo>
                    <a:lnTo>
                      <a:pt x="321" y="239"/>
                    </a:lnTo>
                    <a:lnTo>
                      <a:pt x="321" y="237"/>
                    </a:lnTo>
                    <a:lnTo>
                      <a:pt x="322" y="237"/>
                    </a:lnTo>
                    <a:lnTo>
                      <a:pt x="322" y="234"/>
                    </a:lnTo>
                    <a:lnTo>
                      <a:pt x="321" y="233"/>
                    </a:lnTo>
                    <a:lnTo>
                      <a:pt x="321" y="226"/>
                    </a:lnTo>
                    <a:lnTo>
                      <a:pt x="319" y="225"/>
                    </a:lnTo>
                    <a:lnTo>
                      <a:pt x="319" y="220"/>
                    </a:lnTo>
                    <a:lnTo>
                      <a:pt x="321" y="220"/>
                    </a:lnTo>
                    <a:lnTo>
                      <a:pt x="321" y="206"/>
                    </a:lnTo>
                    <a:lnTo>
                      <a:pt x="319" y="208"/>
                    </a:lnTo>
                    <a:lnTo>
                      <a:pt x="319" y="198"/>
                    </a:lnTo>
                    <a:lnTo>
                      <a:pt x="317" y="198"/>
                    </a:lnTo>
                    <a:lnTo>
                      <a:pt x="317" y="197"/>
                    </a:lnTo>
                    <a:lnTo>
                      <a:pt x="319" y="195"/>
                    </a:lnTo>
                    <a:lnTo>
                      <a:pt x="319" y="194"/>
                    </a:lnTo>
                    <a:lnTo>
                      <a:pt x="321" y="191"/>
                    </a:lnTo>
                    <a:lnTo>
                      <a:pt x="321" y="192"/>
                    </a:lnTo>
                    <a:lnTo>
                      <a:pt x="322" y="192"/>
                    </a:lnTo>
                    <a:lnTo>
                      <a:pt x="322" y="191"/>
                    </a:lnTo>
                    <a:lnTo>
                      <a:pt x="321" y="188"/>
                    </a:lnTo>
                    <a:lnTo>
                      <a:pt x="321" y="185"/>
                    </a:lnTo>
                    <a:lnTo>
                      <a:pt x="319" y="181"/>
                    </a:lnTo>
                    <a:lnTo>
                      <a:pt x="319" y="178"/>
                    </a:lnTo>
                    <a:lnTo>
                      <a:pt x="317" y="174"/>
                    </a:lnTo>
                    <a:lnTo>
                      <a:pt x="317" y="144"/>
                    </a:lnTo>
                    <a:lnTo>
                      <a:pt x="319" y="143"/>
                    </a:lnTo>
                    <a:lnTo>
                      <a:pt x="319" y="144"/>
                    </a:lnTo>
                    <a:lnTo>
                      <a:pt x="321" y="144"/>
                    </a:lnTo>
                    <a:lnTo>
                      <a:pt x="321" y="140"/>
                    </a:lnTo>
                    <a:lnTo>
                      <a:pt x="319" y="135"/>
                    </a:lnTo>
                    <a:lnTo>
                      <a:pt x="319" y="126"/>
                    </a:lnTo>
                    <a:lnTo>
                      <a:pt x="317" y="124"/>
                    </a:lnTo>
                    <a:lnTo>
                      <a:pt x="317" y="107"/>
                    </a:lnTo>
                    <a:lnTo>
                      <a:pt x="316" y="105"/>
                    </a:lnTo>
                    <a:lnTo>
                      <a:pt x="316" y="102"/>
                    </a:lnTo>
                    <a:lnTo>
                      <a:pt x="317" y="101"/>
                    </a:lnTo>
                    <a:lnTo>
                      <a:pt x="317" y="88"/>
                    </a:lnTo>
                    <a:lnTo>
                      <a:pt x="319" y="85"/>
                    </a:lnTo>
                    <a:lnTo>
                      <a:pt x="319" y="84"/>
                    </a:lnTo>
                    <a:lnTo>
                      <a:pt x="317" y="84"/>
                    </a:lnTo>
                    <a:lnTo>
                      <a:pt x="317" y="77"/>
                    </a:lnTo>
                    <a:lnTo>
                      <a:pt x="321" y="77"/>
                    </a:lnTo>
                    <a:lnTo>
                      <a:pt x="321" y="74"/>
                    </a:lnTo>
                    <a:lnTo>
                      <a:pt x="319" y="71"/>
                    </a:lnTo>
                    <a:lnTo>
                      <a:pt x="317" y="73"/>
                    </a:lnTo>
                    <a:lnTo>
                      <a:pt x="317" y="59"/>
                    </a:lnTo>
                    <a:lnTo>
                      <a:pt x="319" y="57"/>
                    </a:lnTo>
                    <a:lnTo>
                      <a:pt x="319" y="62"/>
                    </a:lnTo>
                    <a:lnTo>
                      <a:pt x="321" y="60"/>
                    </a:lnTo>
                    <a:lnTo>
                      <a:pt x="321" y="54"/>
                    </a:lnTo>
                    <a:lnTo>
                      <a:pt x="322" y="50"/>
                    </a:lnTo>
                    <a:lnTo>
                      <a:pt x="322" y="43"/>
                    </a:lnTo>
                    <a:lnTo>
                      <a:pt x="321" y="43"/>
                    </a:lnTo>
                    <a:lnTo>
                      <a:pt x="321" y="40"/>
                    </a:lnTo>
                    <a:lnTo>
                      <a:pt x="322" y="39"/>
                    </a:lnTo>
                    <a:lnTo>
                      <a:pt x="322" y="37"/>
                    </a:lnTo>
                    <a:lnTo>
                      <a:pt x="321" y="36"/>
                    </a:lnTo>
                    <a:lnTo>
                      <a:pt x="321" y="37"/>
                    </a:lnTo>
                    <a:lnTo>
                      <a:pt x="319" y="39"/>
                    </a:lnTo>
                    <a:lnTo>
                      <a:pt x="319" y="36"/>
                    </a:lnTo>
                    <a:lnTo>
                      <a:pt x="317" y="36"/>
                    </a:lnTo>
                    <a:lnTo>
                      <a:pt x="317" y="34"/>
                    </a:lnTo>
                    <a:lnTo>
                      <a:pt x="322" y="34"/>
                    </a:lnTo>
                    <a:lnTo>
                      <a:pt x="322" y="32"/>
                    </a:lnTo>
                    <a:lnTo>
                      <a:pt x="321" y="31"/>
                    </a:lnTo>
                    <a:lnTo>
                      <a:pt x="321" y="29"/>
                    </a:lnTo>
                    <a:lnTo>
                      <a:pt x="319" y="29"/>
                    </a:lnTo>
                    <a:lnTo>
                      <a:pt x="317" y="31"/>
                    </a:lnTo>
                    <a:lnTo>
                      <a:pt x="319" y="31"/>
                    </a:lnTo>
                    <a:lnTo>
                      <a:pt x="316" y="32"/>
                    </a:lnTo>
                    <a:lnTo>
                      <a:pt x="297" y="32"/>
                    </a:lnTo>
                    <a:lnTo>
                      <a:pt x="296" y="34"/>
                    </a:lnTo>
                    <a:lnTo>
                      <a:pt x="293" y="34"/>
                    </a:lnTo>
                    <a:lnTo>
                      <a:pt x="296" y="32"/>
                    </a:lnTo>
                    <a:lnTo>
                      <a:pt x="285" y="32"/>
                    </a:lnTo>
                    <a:lnTo>
                      <a:pt x="286" y="34"/>
                    </a:lnTo>
                    <a:lnTo>
                      <a:pt x="288" y="34"/>
                    </a:lnTo>
                    <a:lnTo>
                      <a:pt x="285" y="36"/>
                    </a:lnTo>
                    <a:lnTo>
                      <a:pt x="285" y="34"/>
                    </a:lnTo>
                    <a:lnTo>
                      <a:pt x="263" y="34"/>
                    </a:lnTo>
                    <a:lnTo>
                      <a:pt x="262" y="32"/>
                    </a:lnTo>
                    <a:lnTo>
                      <a:pt x="259" y="32"/>
                    </a:lnTo>
                    <a:lnTo>
                      <a:pt x="259" y="34"/>
                    </a:lnTo>
                    <a:lnTo>
                      <a:pt x="255" y="34"/>
                    </a:lnTo>
                    <a:lnTo>
                      <a:pt x="254" y="32"/>
                    </a:lnTo>
                    <a:lnTo>
                      <a:pt x="248" y="32"/>
                    </a:lnTo>
                    <a:lnTo>
                      <a:pt x="245" y="34"/>
                    </a:lnTo>
                    <a:lnTo>
                      <a:pt x="243" y="34"/>
                    </a:lnTo>
                    <a:lnTo>
                      <a:pt x="240" y="36"/>
                    </a:lnTo>
                    <a:lnTo>
                      <a:pt x="235" y="34"/>
                    </a:lnTo>
                    <a:lnTo>
                      <a:pt x="224" y="34"/>
                    </a:lnTo>
                    <a:lnTo>
                      <a:pt x="220" y="32"/>
                    </a:lnTo>
                    <a:lnTo>
                      <a:pt x="218" y="32"/>
                    </a:lnTo>
                    <a:lnTo>
                      <a:pt x="215" y="34"/>
                    </a:lnTo>
                    <a:lnTo>
                      <a:pt x="210" y="34"/>
                    </a:lnTo>
                    <a:lnTo>
                      <a:pt x="209" y="36"/>
                    </a:lnTo>
                    <a:lnTo>
                      <a:pt x="204" y="36"/>
                    </a:lnTo>
                    <a:lnTo>
                      <a:pt x="204" y="37"/>
                    </a:lnTo>
                    <a:lnTo>
                      <a:pt x="195" y="37"/>
                    </a:lnTo>
                    <a:lnTo>
                      <a:pt x="186" y="40"/>
                    </a:lnTo>
                    <a:lnTo>
                      <a:pt x="176" y="42"/>
                    </a:lnTo>
                    <a:lnTo>
                      <a:pt x="166" y="42"/>
                    </a:lnTo>
                    <a:lnTo>
                      <a:pt x="166" y="40"/>
                    </a:lnTo>
                    <a:lnTo>
                      <a:pt x="162" y="40"/>
                    </a:lnTo>
                    <a:lnTo>
                      <a:pt x="161" y="42"/>
                    </a:lnTo>
                    <a:lnTo>
                      <a:pt x="131" y="42"/>
                    </a:lnTo>
                    <a:lnTo>
                      <a:pt x="135" y="40"/>
                    </a:lnTo>
                    <a:lnTo>
                      <a:pt x="131" y="40"/>
                    </a:lnTo>
                    <a:lnTo>
                      <a:pt x="128" y="39"/>
                    </a:lnTo>
                    <a:lnTo>
                      <a:pt x="125" y="39"/>
                    </a:lnTo>
                    <a:lnTo>
                      <a:pt x="124" y="40"/>
                    </a:lnTo>
                    <a:lnTo>
                      <a:pt x="124" y="39"/>
                    </a:lnTo>
                    <a:lnTo>
                      <a:pt x="118" y="40"/>
                    </a:lnTo>
                    <a:lnTo>
                      <a:pt x="116" y="37"/>
                    </a:lnTo>
                    <a:lnTo>
                      <a:pt x="105" y="37"/>
                    </a:lnTo>
                    <a:lnTo>
                      <a:pt x="99" y="39"/>
                    </a:lnTo>
                    <a:lnTo>
                      <a:pt x="94" y="40"/>
                    </a:lnTo>
                    <a:lnTo>
                      <a:pt x="42" y="40"/>
                    </a:lnTo>
                    <a:lnTo>
                      <a:pt x="42" y="42"/>
                    </a:lnTo>
                    <a:lnTo>
                      <a:pt x="40" y="42"/>
                    </a:lnTo>
                    <a:lnTo>
                      <a:pt x="42" y="45"/>
                    </a:lnTo>
                    <a:lnTo>
                      <a:pt x="40" y="45"/>
                    </a:lnTo>
                    <a:lnTo>
                      <a:pt x="40" y="59"/>
                    </a:lnTo>
                    <a:lnTo>
                      <a:pt x="38" y="71"/>
                    </a:lnTo>
                    <a:lnTo>
                      <a:pt x="38" y="73"/>
                    </a:lnTo>
                    <a:lnTo>
                      <a:pt x="40" y="71"/>
                    </a:lnTo>
                    <a:lnTo>
                      <a:pt x="40" y="79"/>
                    </a:lnTo>
                    <a:lnTo>
                      <a:pt x="42" y="79"/>
                    </a:lnTo>
                    <a:lnTo>
                      <a:pt x="42" y="88"/>
                    </a:lnTo>
                    <a:lnTo>
                      <a:pt x="40" y="87"/>
                    </a:lnTo>
                    <a:lnTo>
                      <a:pt x="40" y="84"/>
                    </a:lnTo>
                    <a:lnTo>
                      <a:pt x="38" y="82"/>
                    </a:lnTo>
                    <a:lnTo>
                      <a:pt x="38" y="88"/>
                    </a:lnTo>
                    <a:lnTo>
                      <a:pt x="40" y="91"/>
                    </a:lnTo>
                    <a:lnTo>
                      <a:pt x="40" y="95"/>
                    </a:lnTo>
                    <a:lnTo>
                      <a:pt x="38" y="91"/>
                    </a:lnTo>
                    <a:lnTo>
                      <a:pt x="38" y="113"/>
                    </a:lnTo>
                    <a:lnTo>
                      <a:pt x="40" y="110"/>
                    </a:lnTo>
                    <a:lnTo>
                      <a:pt x="40" y="147"/>
                    </a:lnTo>
                    <a:lnTo>
                      <a:pt x="38" y="146"/>
                    </a:lnTo>
                    <a:lnTo>
                      <a:pt x="38" y="153"/>
                    </a:lnTo>
                    <a:lnTo>
                      <a:pt x="37" y="153"/>
                    </a:lnTo>
                    <a:lnTo>
                      <a:pt x="37" y="161"/>
                    </a:lnTo>
                    <a:lnTo>
                      <a:pt x="40" y="158"/>
                    </a:lnTo>
                    <a:lnTo>
                      <a:pt x="42" y="160"/>
                    </a:lnTo>
                    <a:lnTo>
                      <a:pt x="42" y="163"/>
                    </a:lnTo>
                    <a:lnTo>
                      <a:pt x="40" y="163"/>
                    </a:lnTo>
                    <a:lnTo>
                      <a:pt x="40" y="167"/>
                    </a:lnTo>
                    <a:lnTo>
                      <a:pt x="38" y="171"/>
                    </a:lnTo>
                    <a:lnTo>
                      <a:pt x="38" y="195"/>
                    </a:lnTo>
                    <a:lnTo>
                      <a:pt x="40" y="217"/>
                    </a:lnTo>
                    <a:lnTo>
                      <a:pt x="38" y="219"/>
                    </a:lnTo>
                    <a:lnTo>
                      <a:pt x="38" y="220"/>
                    </a:lnTo>
                    <a:lnTo>
                      <a:pt x="37" y="220"/>
                    </a:lnTo>
                    <a:lnTo>
                      <a:pt x="38" y="225"/>
                    </a:lnTo>
                    <a:lnTo>
                      <a:pt x="38" y="231"/>
                    </a:lnTo>
                    <a:lnTo>
                      <a:pt x="40" y="230"/>
                    </a:lnTo>
                    <a:lnTo>
                      <a:pt x="40" y="236"/>
                    </a:lnTo>
                    <a:lnTo>
                      <a:pt x="38" y="239"/>
                    </a:lnTo>
                    <a:lnTo>
                      <a:pt x="38" y="243"/>
                    </a:lnTo>
                    <a:lnTo>
                      <a:pt x="40" y="243"/>
                    </a:lnTo>
                    <a:lnTo>
                      <a:pt x="40" y="315"/>
                    </a:lnTo>
                    <a:lnTo>
                      <a:pt x="38" y="320"/>
                    </a:lnTo>
                    <a:lnTo>
                      <a:pt x="38" y="338"/>
                    </a:lnTo>
                    <a:lnTo>
                      <a:pt x="40" y="351"/>
                    </a:lnTo>
                    <a:lnTo>
                      <a:pt x="40" y="368"/>
                    </a:lnTo>
                    <a:lnTo>
                      <a:pt x="38" y="369"/>
                    </a:lnTo>
                    <a:lnTo>
                      <a:pt x="40" y="375"/>
                    </a:lnTo>
                    <a:lnTo>
                      <a:pt x="38" y="375"/>
                    </a:lnTo>
                    <a:lnTo>
                      <a:pt x="38" y="383"/>
                    </a:lnTo>
                    <a:lnTo>
                      <a:pt x="40" y="383"/>
                    </a:lnTo>
                    <a:lnTo>
                      <a:pt x="40" y="416"/>
                    </a:lnTo>
                    <a:lnTo>
                      <a:pt x="38" y="416"/>
                    </a:lnTo>
                    <a:lnTo>
                      <a:pt x="40" y="439"/>
                    </a:lnTo>
                    <a:lnTo>
                      <a:pt x="40" y="486"/>
                    </a:lnTo>
                    <a:lnTo>
                      <a:pt x="38" y="498"/>
                    </a:lnTo>
                    <a:lnTo>
                      <a:pt x="38" y="510"/>
                    </a:lnTo>
                    <a:lnTo>
                      <a:pt x="37" y="523"/>
                    </a:lnTo>
                    <a:lnTo>
                      <a:pt x="37" y="526"/>
                    </a:lnTo>
                    <a:lnTo>
                      <a:pt x="38" y="527"/>
                    </a:lnTo>
                    <a:lnTo>
                      <a:pt x="40" y="527"/>
                    </a:lnTo>
                    <a:lnTo>
                      <a:pt x="38" y="590"/>
                    </a:lnTo>
                    <a:lnTo>
                      <a:pt x="38" y="695"/>
                    </a:lnTo>
                    <a:lnTo>
                      <a:pt x="37" y="697"/>
                    </a:lnTo>
                    <a:lnTo>
                      <a:pt x="42" y="697"/>
                    </a:lnTo>
                    <a:lnTo>
                      <a:pt x="43" y="698"/>
                    </a:lnTo>
                    <a:lnTo>
                      <a:pt x="54" y="698"/>
                    </a:lnTo>
                    <a:lnTo>
                      <a:pt x="52" y="697"/>
                    </a:lnTo>
                    <a:lnTo>
                      <a:pt x="57" y="697"/>
                    </a:lnTo>
                    <a:lnTo>
                      <a:pt x="57" y="700"/>
                    </a:lnTo>
                    <a:lnTo>
                      <a:pt x="60" y="698"/>
                    </a:lnTo>
                    <a:lnTo>
                      <a:pt x="69" y="698"/>
                    </a:lnTo>
                    <a:lnTo>
                      <a:pt x="66" y="697"/>
                    </a:lnTo>
                    <a:lnTo>
                      <a:pt x="88" y="698"/>
                    </a:lnTo>
                    <a:lnTo>
                      <a:pt x="111" y="698"/>
                    </a:lnTo>
                    <a:lnTo>
                      <a:pt x="133" y="700"/>
                    </a:lnTo>
                    <a:lnTo>
                      <a:pt x="133" y="698"/>
                    </a:lnTo>
                    <a:lnTo>
                      <a:pt x="158" y="701"/>
                    </a:lnTo>
                    <a:lnTo>
                      <a:pt x="169" y="701"/>
                    </a:lnTo>
                    <a:lnTo>
                      <a:pt x="167" y="703"/>
                    </a:lnTo>
                    <a:lnTo>
                      <a:pt x="187" y="703"/>
                    </a:lnTo>
                    <a:lnTo>
                      <a:pt x="207" y="706"/>
                    </a:lnTo>
                    <a:lnTo>
                      <a:pt x="229" y="709"/>
                    </a:lnTo>
                    <a:lnTo>
                      <a:pt x="226" y="709"/>
                    </a:lnTo>
                    <a:lnTo>
                      <a:pt x="224" y="711"/>
                    </a:lnTo>
                    <a:lnTo>
                      <a:pt x="235" y="711"/>
                    </a:lnTo>
                    <a:lnTo>
                      <a:pt x="234" y="712"/>
                    </a:lnTo>
                    <a:lnTo>
                      <a:pt x="235" y="712"/>
                    </a:lnTo>
                    <a:lnTo>
                      <a:pt x="237" y="711"/>
                    </a:lnTo>
                    <a:lnTo>
                      <a:pt x="245" y="711"/>
                    </a:lnTo>
                    <a:lnTo>
                      <a:pt x="246" y="712"/>
                    </a:lnTo>
                    <a:lnTo>
                      <a:pt x="272" y="712"/>
                    </a:lnTo>
                    <a:lnTo>
                      <a:pt x="274" y="714"/>
                    </a:lnTo>
                    <a:lnTo>
                      <a:pt x="272" y="714"/>
                    </a:lnTo>
                    <a:lnTo>
                      <a:pt x="274" y="715"/>
                    </a:lnTo>
                    <a:lnTo>
                      <a:pt x="279" y="715"/>
                    </a:lnTo>
                    <a:lnTo>
                      <a:pt x="282" y="714"/>
                    </a:lnTo>
                    <a:lnTo>
                      <a:pt x="283" y="714"/>
                    </a:lnTo>
                    <a:lnTo>
                      <a:pt x="285" y="715"/>
                    </a:lnTo>
                    <a:lnTo>
                      <a:pt x="293" y="714"/>
                    </a:lnTo>
                    <a:lnTo>
                      <a:pt x="294" y="714"/>
                    </a:lnTo>
                    <a:lnTo>
                      <a:pt x="293" y="715"/>
                    </a:lnTo>
                    <a:lnTo>
                      <a:pt x="297" y="715"/>
                    </a:lnTo>
                    <a:lnTo>
                      <a:pt x="297" y="717"/>
                    </a:lnTo>
                    <a:lnTo>
                      <a:pt x="302" y="718"/>
                    </a:lnTo>
                    <a:lnTo>
                      <a:pt x="302" y="720"/>
                    </a:lnTo>
                    <a:lnTo>
                      <a:pt x="314" y="720"/>
                    </a:lnTo>
                    <a:lnTo>
                      <a:pt x="316" y="718"/>
                    </a:lnTo>
                    <a:lnTo>
                      <a:pt x="319" y="718"/>
                    </a:lnTo>
                    <a:lnTo>
                      <a:pt x="321" y="720"/>
                    </a:lnTo>
                    <a:lnTo>
                      <a:pt x="324" y="720"/>
                    </a:lnTo>
                    <a:lnTo>
                      <a:pt x="325" y="717"/>
                    </a:lnTo>
                    <a:lnTo>
                      <a:pt x="327" y="717"/>
                    </a:lnTo>
                    <a:lnTo>
                      <a:pt x="328" y="718"/>
                    </a:lnTo>
                    <a:lnTo>
                      <a:pt x="327" y="718"/>
                    </a:lnTo>
                    <a:lnTo>
                      <a:pt x="328" y="720"/>
                    </a:lnTo>
                    <a:lnTo>
                      <a:pt x="328" y="723"/>
                    </a:lnTo>
                    <a:lnTo>
                      <a:pt x="322" y="723"/>
                    </a:lnTo>
                    <a:lnTo>
                      <a:pt x="322" y="725"/>
                    </a:lnTo>
                    <a:lnTo>
                      <a:pt x="319" y="725"/>
                    </a:lnTo>
                    <a:lnTo>
                      <a:pt x="317" y="726"/>
                    </a:lnTo>
                    <a:lnTo>
                      <a:pt x="316" y="726"/>
                    </a:lnTo>
                    <a:lnTo>
                      <a:pt x="293" y="729"/>
                    </a:lnTo>
                    <a:lnTo>
                      <a:pt x="262" y="732"/>
                    </a:lnTo>
                    <a:lnTo>
                      <a:pt x="224" y="734"/>
                    </a:lnTo>
                    <a:lnTo>
                      <a:pt x="184" y="734"/>
                    </a:lnTo>
                    <a:lnTo>
                      <a:pt x="141" y="735"/>
                    </a:lnTo>
                    <a:lnTo>
                      <a:pt x="0" y="735"/>
                    </a:lnTo>
                    <a:lnTo>
                      <a:pt x="0" y="639"/>
                    </a:lnTo>
                    <a:lnTo>
                      <a:pt x="1" y="636"/>
                    </a:lnTo>
                    <a:lnTo>
                      <a:pt x="1" y="631"/>
                    </a:lnTo>
                    <a:lnTo>
                      <a:pt x="3" y="630"/>
                    </a:lnTo>
                    <a:lnTo>
                      <a:pt x="3" y="617"/>
                    </a:lnTo>
                    <a:lnTo>
                      <a:pt x="1" y="613"/>
                    </a:lnTo>
                    <a:lnTo>
                      <a:pt x="1" y="605"/>
                    </a:lnTo>
                    <a:lnTo>
                      <a:pt x="3" y="607"/>
                    </a:lnTo>
                    <a:lnTo>
                      <a:pt x="3" y="602"/>
                    </a:lnTo>
                    <a:lnTo>
                      <a:pt x="1" y="596"/>
                    </a:lnTo>
                    <a:lnTo>
                      <a:pt x="1" y="591"/>
                    </a:lnTo>
                    <a:lnTo>
                      <a:pt x="3" y="585"/>
                    </a:lnTo>
                    <a:lnTo>
                      <a:pt x="3" y="574"/>
                    </a:lnTo>
                    <a:lnTo>
                      <a:pt x="1" y="571"/>
                    </a:lnTo>
                    <a:lnTo>
                      <a:pt x="1" y="524"/>
                    </a:lnTo>
                    <a:lnTo>
                      <a:pt x="0" y="503"/>
                    </a:lnTo>
                    <a:lnTo>
                      <a:pt x="1" y="496"/>
                    </a:lnTo>
                    <a:lnTo>
                      <a:pt x="1" y="486"/>
                    </a:lnTo>
                    <a:lnTo>
                      <a:pt x="3" y="476"/>
                    </a:lnTo>
                    <a:lnTo>
                      <a:pt x="1" y="472"/>
                    </a:lnTo>
                    <a:lnTo>
                      <a:pt x="3" y="470"/>
                    </a:lnTo>
                    <a:lnTo>
                      <a:pt x="3" y="465"/>
                    </a:lnTo>
                    <a:lnTo>
                      <a:pt x="4" y="462"/>
                    </a:lnTo>
                    <a:lnTo>
                      <a:pt x="3" y="462"/>
                    </a:lnTo>
                    <a:lnTo>
                      <a:pt x="3" y="455"/>
                    </a:lnTo>
                    <a:lnTo>
                      <a:pt x="4" y="455"/>
                    </a:lnTo>
                    <a:lnTo>
                      <a:pt x="1" y="424"/>
                    </a:lnTo>
                    <a:lnTo>
                      <a:pt x="1" y="417"/>
                    </a:lnTo>
                    <a:lnTo>
                      <a:pt x="3" y="417"/>
                    </a:lnTo>
                    <a:lnTo>
                      <a:pt x="3" y="416"/>
                    </a:lnTo>
                    <a:lnTo>
                      <a:pt x="4" y="413"/>
                    </a:lnTo>
                    <a:lnTo>
                      <a:pt x="3" y="411"/>
                    </a:lnTo>
                    <a:lnTo>
                      <a:pt x="3" y="346"/>
                    </a:lnTo>
                    <a:lnTo>
                      <a:pt x="1" y="355"/>
                    </a:lnTo>
                    <a:lnTo>
                      <a:pt x="1" y="343"/>
                    </a:lnTo>
                    <a:lnTo>
                      <a:pt x="3" y="343"/>
                    </a:lnTo>
                    <a:lnTo>
                      <a:pt x="1" y="323"/>
                    </a:lnTo>
                    <a:lnTo>
                      <a:pt x="1" y="304"/>
                    </a:lnTo>
                    <a:lnTo>
                      <a:pt x="3" y="276"/>
                    </a:lnTo>
                    <a:lnTo>
                      <a:pt x="3" y="248"/>
                    </a:lnTo>
                    <a:lnTo>
                      <a:pt x="4" y="222"/>
                    </a:lnTo>
                    <a:lnTo>
                      <a:pt x="1" y="220"/>
                    </a:lnTo>
                    <a:lnTo>
                      <a:pt x="4" y="217"/>
                    </a:lnTo>
                    <a:lnTo>
                      <a:pt x="4" y="212"/>
                    </a:lnTo>
                    <a:lnTo>
                      <a:pt x="3" y="211"/>
                    </a:lnTo>
                    <a:lnTo>
                      <a:pt x="3" y="209"/>
                    </a:lnTo>
                    <a:lnTo>
                      <a:pt x="1" y="209"/>
                    </a:lnTo>
                    <a:lnTo>
                      <a:pt x="3" y="205"/>
                    </a:lnTo>
                    <a:lnTo>
                      <a:pt x="3" y="188"/>
                    </a:lnTo>
                    <a:lnTo>
                      <a:pt x="1" y="185"/>
                    </a:lnTo>
                    <a:lnTo>
                      <a:pt x="1" y="183"/>
                    </a:lnTo>
                    <a:lnTo>
                      <a:pt x="3" y="181"/>
                    </a:lnTo>
                    <a:lnTo>
                      <a:pt x="3" y="171"/>
                    </a:lnTo>
                    <a:lnTo>
                      <a:pt x="4" y="171"/>
                    </a:lnTo>
                    <a:lnTo>
                      <a:pt x="4" y="167"/>
                    </a:lnTo>
                    <a:lnTo>
                      <a:pt x="3" y="167"/>
                    </a:lnTo>
                    <a:lnTo>
                      <a:pt x="3" y="166"/>
                    </a:lnTo>
                    <a:lnTo>
                      <a:pt x="1" y="163"/>
                    </a:lnTo>
                    <a:lnTo>
                      <a:pt x="1" y="157"/>
                    </a:lnTo>
                    <a:lnTo>
                      <a:pt x="3" y="153"/>
                    </a:lnTo>
                    <a:lnTo>
                      <a:pt x="3" y="147"/>
                    </a:lnTo>
                    <a:lnTo>
                      <a:pt x="4" y="149"/>
                    </a:lnTo>
                    <a:lnTo>
                      <a:pt x="4" y="140"/>
                    </a:lnTo>
                    <a:lnTo>
                      <a:pt x="3" y="136"/>
                    </a:lnTo>
                    <a:lnTo>
                      <a:pt x="3" y="138"/>
                    </a:lnTo>
                    <a:lnTo>
                      <a:pt x="1" y="138"/>
                    </a:lnTo>
                    <a:lnTo>
                      <a:pt x="1" y="135"/>
                    </a:lnTo>
                    <a:lnTo>
                      <a:pt x="3" y="133"/>
                    </a:lnTo>
                    <a:lnTo>
                      <a:pt x="4" y="133"/>
                    </a:lnTo>
                    <a:lnTo>
                      <a:pt x="4" y="127"/>
                    </a:lnTo>
                    <a:lnTo>
                      <a:pt x="3" y="126"/>
                    </a:lnTo>
                    <a:lnTo>
                      <a:pt x="3" y="107"/>
                    </a:lnTo>
                    <a:lnTo>
                      <a:pt x="4" y="105"/>
                    </a:lnTo>
                    <a:lnTo>
                      <a:pt x="3" y="102"/>
                    </a:lnTo>
                    <a:lnTo>
                      <a:pt x="3" y="99"/>
                    </a:lnTo>
                    <a:lnTo>
                      <a:pt x="1" y="95"/>
                    </a:lnTo>
                    <a:lnTo>
                      <a:pt x="1" y="93"/>
                    </a:lnTo>
                    <a:lnTo>
                      <a:pt x="3" y="90"/>
                    </a:lnTo>
                    <a:lnTo>
                      <a:pt x="3" y="87"/>
                    </a:lnTo>
                    <a:lnTo>
                      <a:pt x="1" y="81"/>
                    </a:lnTo>
                    <a:lnTo>
                      <a:pt x="3" y="77"/>
                    </a:lnTo>
                    <a:lnTo>
                      <a:pt x="3" y="70"/>
                    </a:lnTo>
                    <a:lnTo>
                      <a:pt x="1" y="73"/>
                    </a:lnTo>
                    <a:lnTo>
                      <a:pt x="1" y="63"/>
                    </a:lnTo>
                    <a:lnTo>
                      <a:pt x="3" y="63"/>
                    </a:lnTo>
                    <a:lnTo>
                      <a:pt x="3" y="1"/>
                    </a:lnTo>
                    <a:lnTo>
                      <a:pt x="20" y="1"/>
                    </a:lnTo>
                    <a:lnTo>
                      <a:pt x="26" y="0"/>
                    </a:lnTo>
                    <a:close/>
                  </a:path>
                </a:pathLst>
              </a:custGeom>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21" name="Freeform 138">
                <a:extLst>
                  <a:ext uri="{FF2B5EF4-FFF2-40B4-BE49-F238E27FC236}">
                    <a16:creationId xmlns:a16="http://schemas.microsoft.com/office/drawing/2014/main" id="{6138A3F3-4F41-4253-8D40-1D6EA6A46CEB}"/>
                  </a:ext>
                </a:extLst>
              </p:cNvPr>
              <p:cNvSpPr>
                <a:spLocks noEditPoints="1"/>
              </p:cNvSpPr>
              <p:nvPr/>
            </p:nvSpPr>
            <p:spPr bwMode="auto">
              <a:xfrm>
                <a:off x="3228975" y="2304683"/>
                <a:ext cx="552450" cy="2526082"/>
              </a:xfrm>
              <a:custGeom>
                <a:avLst/>
                <a:gdLst/>
                <a:ahLst/>
                <a:cxnLst>
                  <a:cxn ang="0">
                    <a:pos x="317" y="745"/>
                  </a:cxn>
                  <a:cxn ang="0">
                    <a:pos x="1" y="529"/>
                  </a:cxn>
                  <a:cxn ang="0">
                    <a:pos x="320" y="110"/>
                  </a:cxn>
                  <a:cxn ang="0">
                    <a:pos x="108" y="0"/>
                  </a:cxn>
                  <a:cxn ang="0">
                    <a:pos x="231" y="2"/>
                  </a:cxn>
                  <a:cxn ang="0">
                    <a:pos x="293" y="2"/>
                  </a:cxn>
                  <a:cxn ang="0">
                    <a:pos x="344" y="130"/>
                  </a:cxn>
                  <a:cxn ang="0">
                    <a:pos x="344" y="177"/>
                  </a:cxn>
                  <a:cxn ang="0">
                    <a:pos x="345" y="318"/>
                  </a:cxn>
                  <a:cxn ang="0">
                    <a:pos x="345" y="405"/>
                  </a:cxn>
                  <a:cxn ang="0">
                    <a:pos x="341" y="490"/>
                  </a:cxn>
                  <a:cxn ang="0">
                    <a:pos x="339" y="563"/>
                  </a:cxn>
                  <a:cxn ang="0">
                    <a:pos x="337" y="653"/>
                  </a:cxn>
                  <a:cxn ang="0">
                    <a:pos x="337" y="733"/>
                  </a:cxn>
                  <a:cxn ang="0">
                    <a:pos x="336" y="779"/>
                  </a:cxn>
                  <a:cxn ang="0">
                    <a:pos x="334" y="838"/>
                  </a:cxn>
                  <a:cxn ang="0">
                    <a:pos x="330" y="909"/>
                  </a:cxn>
                  <a:cxn ang="0">
                    <a:pos x="327" y="939"/>
                  </a:cxn>
                  <a:cxn ang="0">
                    <a:pos x="324" y="945"/>
                  </a:cxn>
                  <a:cxn ang="0">
                    <a:pos x="322" y="909"/>
                  </a:cxn>
                  <a:cxn ang="0">
                    <a:pos x="324" y="860"/>
                  </a:cxn>
                  <a:cxn ang="0">
                    <a:pos x="325" y="812"/>
                  </a:cxn>
                  <a:cxn ang="0">
                    <a:pos x="324" y="788"/>
                  </a:cxn>
                  <a:cxn ang="0">
                    <a:pos x="324" y="765"/>
                  </a:cxn>
                  <a:cxn ang="0">
                    <a:pos x="319" y="737"/>
                  </a:cxn>
                  <a:cxn ang="0">
                    <a:pos x="325" y="734"/>
                  </a:cxn>
                  <a:cxn ang="0">
                    <a:pos x="322" y="703"/>
                  </a:cxn>
                  <a:cxn ang="0">
                    <a:pos x="320" y="656"/>
                  </a:cxn>
                  <a:cxn ang="0">
                    <a:pos x="324" y="610"/>
                  </a:cxn>
                  <a:cxn ang="0">
                    <a:pos x="320" y="539"/>
                  </a:cxn>
                  <a:cxn ang="0">
                    <a:pos x="324" y="489"/>
                  </a:cxn>
                  <a:cxn ang="0">
                    <a:pos x="317" y="452"/>
                  </a:cxn>
                  <a:cxn ang="0">
                    <a:pos x="319" y="417"/>
                  </a:cxn>
                  <a:cxn ang="0">
                    <a:pos x="322" y="369"/>
                  </a:cxn>
                  <a:cxn ang="0">
                    <a:pos x="319" y="337"/>
                  </a:cxn>
                  <a:cxn ang="0">
                    <a:pos x="317" y="284"/>
                  </a:cxn>
                  <a:cxn ang="0">
                    <a:pos x="317" y="213"/>
                  </a:cxn>
                  <a:cxn ang="0">
                    <a:pos x="317" y="175"/>
                  </a:cxn>
                  <a:cxn ang="0">
                    <a:pos x="319" y="154"/>
                  </a:cxn>
                  <a:cxn ang="0">
                    <a:pos x="320" y="102"/>
                  </a:cxn>
                  <a:cxn ang="0">
                    <a:pos x="319" y="43"/>
                  </a:cxn>
                  <a:cxn ang="0">
                    <a:pos x="305" y="33"/>
                  </a:cxn>
                  <a:cxn ang="0">
                    <a:pos x="263" y="37"/>
                  </a:cxn>
                  <a:cxn ang="0">
                    <a:pos x="148" y="39"/>
                  </a:cxn>
                  <a:cxn ang="0">
                    <a:pos x="40" y="87"/>
                  </a:cxn>
                  <a:cxn ang="0">
                    <a:pos x="38" y="197"/>
                  </a:cxn>
                  <a:cxn ang="0">
                    <a:pos x="40" y="268"/>
                  </a:cxn>
                  <a:cxn ang="0">
                    <a:pos x="40" y="396"/>
                  </a:cxn>
                  <a:cxn ang="0">
                    <a:pos x="41" y="517"/>
                  </a:cxn>
                  <a:cxn ang="0">
                    <a:pos x="37" y="919"/>
                  </a:cxn>
                  <a:cxn ang="0">
                    <a:pos x="116" y="965"/>
                  </a:cxn>
                  <a:cxn ang="0">
                    <a:pos x="212" y="975"/>
                  </a:cxn>
                  <a:cxn ang="0">
                    <a:pos x="285" y="978"/>
                  </a:cxn>
                  <a:cxn ang="0">
                    <a:pos x="324" y="984"/>
                  </a:cxn>
                  <a:cxn ang="0">
                    <a:pos x="227" y="996"/>
                  </a:cxn>
                  <a:cxn ang="0">
                    <a:pos x="1" y="746"/>
                  </a:cxn>
                  <a:cxn ang="0">
                    <a:pos x="3" y="585"/>
                  </a:cxn>
                  <a:cxn ang="0">
                    <a:pos x="4" y="517"/>
                  </a:cxn>
                  <a:cxn ang="0">
                    <a:pos x="3" y="307"/>
                  </a:cxn>
                  <a:cxn ang="0">
                    <a:pos x="3" y="228"/>
                  </a:cxn>
                  <a:cxn ang="0">
                    <a:pos x="3" y="154"/>
                  </a:cxn>
                  <a:cxn ang="0">
                    <a:pos x="4" y="62"/>
                  </a:cxn>
                </a:cxnLst>
                <a:rect l="0" t="0" r="r" b="b"/>
                <a:pathLst>
                  <a:path w="348" h="999">
                    <a:moveTo>
                      <a:pt x="320" y="958"/>
                    </a:moveTo>
                    <a:lnTo>
                      <a:pt x="322" y="958"/>
                    </a:lnTo>
                    <a:lnTo>
                      <a:pt x="322" y="959"/>
                    </a:lnTo>
                    <a:lnTo>
                      <a:pt x="320" y="964"/>
                    </a:lnTo>
                    <a:lnTo>
                      <a:pt x="320" y="958"/>
                    </a:lnTo>
                    <a:close/>
                    <a:moveTo>
                      <a:pt x="334" y="857"/>
                    </a:moveTo>
                    <a:lnTo>
                      <a:pt x="334" y="858"/>
                    </a:lnTo>
                    <a:lnTo>
                      <a:pt x="333" y="860"/>
                    </a:lnTo>
                    <a:lnTo>
                      <a:pt x="334" y="857"/>
                    </a:lnTo>
                    <a:close/>
                    <a:moveTo>
                      <a:pt x="319" y="737"/>
                    </a:moveTo>
                    <a:lnTo>
                      <a:pt x="319" y="740"/>
                    </a:lnTo>
                    <a:lnTo>
                      <a:pt x="317" y="745"/>
                    </a:lnTo>
                    <a:lnTo>
                      <a:pt x="317" y="740"/>
                    </a:lnTo>
                    <a:lnTo>
                      <a:pt x="319" y="737"/>
                    </a:lnTo>
                    <a:close/>
                    <a:moveTo>
                      <a:pt x="322" y="563"/>
                    </a:moveTo>
                    <a:lnTo>
                      <a:pt x="322" y="565"/>
                    </a:lnTo>
                    <a:lnTo>
                      <a:pt x="322" y="563"/>
                    </a:lnTo>
                    <a:close/>
                    <a:moveTo>
                      <a:pt x="324" y="562"/>
                    </a:moveTo>
                    <a:lnTo>
                      <a:pt x="324" y="563"/>
                    </a:lnTo>
                    <a:lnTo>
                      <a:pt x="322" y="563"/>
                    </a:lnTo>
                    <a:lnTo>
                      <a:pt x="324" y="562"/>
                    </a:lnTo>
                    <a:close/>
                    <a:moveTo>
                      <a:pt x="1" y="529"/>
                    </a:moveTo>
                    <a:lnTo>
                      <a:pt x="1" y="531"/>
                    </a:lnTo>
                    <a:lnTo>
                      <a:pt x="1" y="529"/>
                    </a:lnTo>
                    <a:close/>
                    <a:moveTo>
                      <a:pt x="345" y="310"/>
                    </a:moveTo>
                    <a:lnTo>
                      <a:pt x="345" y="315"/>
                    </a:lnTo>
                    <a:lnTo>
                      <a:pt x="345" y="310"/>
                    </a:lnTo>
                    <a:close/>
                    <a:moveTo>
                      <a:pt x="3" y="166"/>
                    </a:moveTo>
                    <a:lnTo>
                      <a:pt x="3" y="168"/>
                    </a:lnTo>
                    <a:lnTo>
                      <a:pt x="1" y="169"/>
                    </a:lnTo>
                    <a:lnTo>
                      <a:pt x="1" y="168"/>
                    </a:lnTo>
                    <a:lnTo>
                      <a:pt x="3" y="166"/>
                    </a:lnTo>
                    <a:close/>
                    <a:moveTo>
                      <a:pt x="317" y="102"/>
                    </a:moveTo>
                    <a:lnTo>
                      <a:pt x="319" y="107"/>
                    </a:lnTo>
                    <a:lnTo>
                      <a:pt x="320" y="109"/>
                    </a:lnTo>
                    <a:lnTo>
                      <a:pt x="320" y="110"/>
                    </a:lnTo>
                    <a:lnTo>
                      <a:pt x="322" y="113"/>
                    </a:lnTo>
                    <a:lnTo>
                      <a:pt x="322" y="118"/>
                    </a:lnTo>
                    <a:lnTo>
                      <a:pt x="320" y="116"/>
                    </a:lnTo>
                    <a:lnTo>
                      <a:pt x="320" y="118"/>
                    </a:lnTo>
                    <a:lnTo>
                      <a:pt x="319" y="118"/>
                    </a:lnTo>
                    <a:lnTo>
                      <a:pt x="319" y="112"/>
                    </a:lnTo>
                    <a:lnTo>
                      <a:pt x="317" y="110"/>
                    </a:lnTo>
                    <a:lnTo>
                      <a:pt x="317" y="102"/>
                    </a:lnTo>
                    <a:close/>
                    <a:moveTo>
                      <a:pt x="18" y="0"/>
                    </a:moveTo>
                    <a:lnTo>
                      <a:pt x="86" y="0"/>
                    </a:lnTo>
                    <a:lnTo>
                      <a:pt x="103" y="2"/>
                    </a:lnTo>
                    <a:lnTo>
                      <a:pt x="108" y="0"/>
                    </a:lnTo>
                    <a:lnTo>
                      <a:pt x="108" y="2"/>
                    </a:lnTo>
                    <a:lnTo>
                      <a:pt x="139" y="2"/>
                    </a:lnTo>
                    <a:lnTo>
                      <a:pt x="169" y="3"/>
                    </a:lnTo>
                    <a:lnTo>
                      <a:pt x="167" y="2"/>
                    </a:lnTo>
                    <a:lnTo>
                      <a:pt x="173" y="2"/>
                    </a:lnTo>
                    <a:lnTo>
                      <a:pt x="176" y="3"/>
                    </a:lnTo>
                    <a:lnTo>
                      <a:pt x="195" y="3"/>
                    </a:lnTo>
                    <a:lnTo>
                      <a:pt x="214" y="2"/>
                    </a:lnTo>
                    <a:lnTo>
                      <a:pt x="215" y="2"/>
                    </a:lnTo>
                    <a:lnTo>
                      <a:pt x="217" y="3"/>
                    </a:lnTo>
                    <a:lnTo>
                      <a:pt x="226" y="3"/>
                    </a:lnTo>
                    <a:lnTo>
                      <a:pt x="231" y="2"/>
                    </a:lnTo>
                    <a:lnTo>
                      <a:pt x="248" y="2"/>
                    </a:lnTo>
                    <a:lnTo>
                      <a:pt x="246" y="3"/>
                    </a:lnTo>
                    <a:lnTo>
                      <a:pt x="251" y="3"/>
                    </a:lnTo>
                    <a:lnTo>
                      <a:pt x="254" y="2"/>
                    </a:lnTo>
                    <a:lnTo>
                      <a:pt x="258" y="2"/>
                    </a:lnTo>
                    <a:lnTo>
                      <a:pt x="258" y="3"/>
                    </a:lnTo>
                    <a:lnTo>
                      <a:pt x="268" y="3"/>
                    </a:lnTo>
                    <a:lnTo>
                      <a:pt x="271" y="2"/>
                    </a:lnTo>
                    <a:lnTo>
                      <a:pt x="279" y="2"/>
                    </a:lnTo>
                    <a:lnTo>
                      <a:pt x="280" y="3"/>
                    </a:lnTo>
                    <a:lnTo>
                      <a:pt x="289" y="3"/>
                    </a:lnTo>
                    <a:lnTo>
                      <a:pt x="293" y="2"/>
                    </a:lnTo>
                    <a:lnTo>
                      <a:pt x="316" y="2"/>
                    </a:lnTo>
                    <a:lnTo>
                      <a:pt x="311" y="3"/>
                    </a:lnTo>
                    <a:lnTo>
                      <a:pt x="348" y="3"/>
                    </a:lnTo>
                    <a:lnTo>
                      <a:pt x="348" y="67"/>
                    </a:lnTo>
                    <a:lnTo>
                      <a:pt x="347" y="67"/>
                    </a:lnTo>
                    <a:lnTo>
                      <a:pt x="348" y="82"/>
                    </a:lnTo>
                    <a:lnTo>
                      <a:pt x="348" y="88"/>
                    </a:lnTo>
                    <a:lnTo>
                      <a:pt x="347" y="87"/>
                    </a:lnTo>
                    <a:lnTo>
                      <a:pt x="347" y="106"/>
                    </a:lnTo>
                    <a:lnTo>
                      <a:pt x="345" y="124"/>
                    </a:lnTo>
                    <a:lnTo>
                      <a:pt x="345" y="127"/>
                    </a:lnTo>
                    <a:lnTo>
                      <a:pt x="344" y="130"/>
                    </a:lnTo>
                    <a:lnTo>
                      <a:pt x="344" y="137"/>
                    </a:lnTo>
                    <a:lnTo>
                      <a:pt x="345" y="138"/>
                    </a:lnTo>
                    <a:lnTo>
                      <a:pt x="345" y="140"/>
                    </a:lnTo>
                    <a:lnTo>
                      <a:pt x="347" y="143"/>
                    </a:lnTo>
                    <a:lnTo>
                      <a:pt x="347" y="147"/>
                    </a:lnTo>
                    <a:lnTo>
                      <a:pt x="345" y="143"/>
                    </a:lnTo>
                    <a:lnTo>
                      <a:pt x="345" y="151"/>
                    </a:lnTo>
                    <a:lnTo>
                      <a:pt x="344" y="152"/>
                    </a:lnTo>
                    <a:lnTo>
                      <a:pt x="344" y="160"/>
                    </a:lnTo>
                    <a:lnTo>
                      <a:pt x="345" y="160"/>
                    </a:lnTo>
                    <a:lnTo>
                      <a:pt x="345" y="175"/>
                    </a:lnTo>
                    <a:lnTo>
                      <a:pt x="344" y="177"/>
                    </a:lnTo>
                    <a:lnTo>
                      <a:pt x="345" y="197"/>
                    </a:lnTo>
                    <a:lnTo>
                      <a:pt x="345" y="233"/>
                    </a:lnTo>
                    <a:lnTo>
                      <a:pt x="347" y="231"/>
                    </a:lnTo>
                    <a:lnTo>
                      <a:pt x="347" y="236"/>
                    </a:lnTo>
                    <a:lnTo>
                      <a:pt x="345" y="239"/>
                    </a:lnTo>
                    <a:lnTo>
                      <a:pt x="345" y="258"/>
                    </a:lnTo>
                    <a:lnTo>
                      <a:pt x="344" y="256"/>
                    </a:lnTo>
                    <a:lnTo>
                      <a:pt x="344" y="303"/>
                    </a:lnTo>
                    <a:lnTo>
                      <a:pt x="345" y="310"/>
                    </a:lnTo>
                    <a:lnTo>
                      <a:pt x="344" y="309"/>
                    </a:lnTo>
                    <a:lnTo>
                      <a:pt x="344" y="317"/>
                    </a:lnTo>
                    <a:lnTo>
                      <a:pt x="345" y="318"/>
                    </a:lnTo>
                    <a:lnTo>
                      <a:pt x="345" y="320"/>
                    </a:lnTo>
                    <a:lnTo>
                      <a:pt x="347" y="323"/>
                    </a:lnTo>
                    <a:lnTo>
                      <a:pt x="347" y="326"/>
                    </a:lnTo>
                    <a:lnTo>
                      <a:pt x="345" y="326"/>
                    </a:lnTo>
                    <a:lnTo>
                      <a:pt x="345" y="323"/>
                    </a:lnTo>
                    <a:lnTo>
                      <a:pt x="344" y="323"/>
                    </a:lnTo>
                    <a:lnTo>
                      <a:pt x="344" y="324"/>
                    </a:lnTo>
                    <a:lnTo>
                      <a:pt x="345" y="334"/>
                    </a:lnTo>
                    <a:lnTo>
                      <a:pt x="344" y="334"/>
                    </a:lnTo>
                    <a:lnTo>
                      <a:pt x="344" y="400"/>
                    </a:lnTo>
                    <a:lnTo>
                      <a:pt x="345" y="400"/>
                    </a:lnTo>
                    <a:lnTo>
                      <a:pt x="345" y="405"/>
                    </a:lnTo>
                    <a:lnTo>
                      <a:pt x="344" y="408"/>
                    </a:lnTo>
                    <a:lnTo>
                      <a:pt x="344" y="417"/>
                    </a:lnTo>
                    <a:lnTo>
                      <a:pt x="342" y="421"/>
                    </a:lnTo>
                    <a:lnTo>
                      <a:pt x="344" y="422"/>
                    </a:lnTo>
                    <a:lnTo>
                      <a:pt x="342" y="425"/>
                    </a:lnTo>
                    <a:lnTo>
                      <a:pt x="344" y="430"/>
                    </a:lnTo>
                    <a:lnTo>
                      <a:pt x="342" y="430"/>
                    </a:lnTo>
                    <a:lnTo>
                      <a:pt x="344" y="435"/>
                    </a:lnTo>
                    <a:lnTo>
                      <a:pt x="342" y="435"/>
                    </a:lnTo>
                    <a:lnTo>
                      <a:pt x="342" y="481"/>
                    </a:lnTo>
                    <a:lnTo>
                      <a:pt x="341" y="478"/>
                    </a:lnTo>
                    <a:lnTo>
                      <a:pt x="341" y="490"/>
                    </a:lnTo>
                    <a:lnTo>
                      <a:pt x="342" y="489"/>
                    </a:lnTo>
                    <a:lnTo>
                      <a:pt x="341" y="495"/>
                    </a:lnTo>
                    <a:lnTo>
                      <a:pt x="341" y="518"/>
                    </a:lnTo>
                    <a:lnTo>
                      <a:pt x="339" y="518"/>
                    </a:lnTo>
                    <a:lnTo>
                      <a:pt x="339" y="546"/>
                    </a:lnTo>
                    <a:lnTo>
                      <a:pt x="341" y="546"/>
                    </a:lnTo>
                    <a:lnTo>
                      <a:pt x="341" y="548"/>
                    </a:lnTo>
                    <a:lnTo>
                      <a:pt x="339" y="549"/>
                    </a:lnTo>
                    <a:lnTo>
                      <a:pt x="339" y="554"/>
                    </a:lnTo>
                    <a:lnTo>
                      <a:pt x="341" y="554"/>
                    </a:lnTo>
                    <a:lnTo>
                      <a:pt x="341" y="562"/>
                    </a:lnTo>
                    <a:lnTo>
                      <a:pt x="339" y="563"/>
                    </a:lnTo>
                    <a:lnTo>
                      <a:pt x="339" y="577"/>
                    </a:lnTo>
                    <a:lnTo>
                      <a:pt x="341" y="573"/>
                    </a:lnTo>
                    <a:lnTo>
                      <a:pt x="341" y="594"/>
                    </a:lnTo>
                    <a:lnTo>
                      <a:pt x="339" y="594"/>
                    </a:lnTo>
                    <a:lnTo>
                      <a:pt x="339" y="596"/>
                    </a:lnTo>
                    <a:lnTo>
                      <a:pt x="337" y="605"/>
                    </a:lnTo>
                    <a:lnTo>
                      <a:pt x="339" y="616"/>
                    </a:lnTo>
                    <a:lnTo>
                      <a:pt x="337" y="625"/>
                    </a:lnTo>
                    <a:lnTo>
                      <a:pt x="339" y="625"/>
                    </a:lnTo>
                    <a:lnTo>
                      <a:pt x="339" y="638"/>
                    </a:lnTo>
                    <a:lnTo>
                      <a:pt x="337" y="643"/>
                    </a:lnTo>
                    <a:lnTo>
                      <a:pt x="337" y="653"/>
                    </a:lnTo>
                    <a:lnTo>
                      <a:pt x="339" y="655"/>
                    </a:lnTo>
                    <a:lnTo>
                      <a:pt x="339" y="670"/>
                    </a:lnTo>
                    <a:lnTo>
                      <a:pt x="337" y="672"/>
                    </a:lnTo>
                    <a:lnTo>
                      <a:pt x="337" y="674"/>
                    </a:lnTo>
                    <a:lnTo>
                      <a:pt x="336" y="675"/>
                    </a:lnTo>
                    <a:lnTo>
                      <a:pt x="337" y="691"/>
                    </a:lnTo>
                    <a:lnTo>
                      <a:pt x="337" y="706"/>
                    </a:lnTo>
                    <a:lnTo>
                      <a:pt x="336" y="705"/>
                    </a:lnTo>
                    <a:lnTo>
                      <a:pt x="336" y="711"/>
                    </a:lnTo>
                    <a:lnTo>
                      <a:pt x="337" y="722"/>
                    </a:lnTo>
                    <a:lnTo>
                      <a:pt x="336" y="734"/>
                    </a:lnTo>
                    <a:lnTo>
                      <a:pt x="337" y="733"/>
                    </a:lnTo>
                    <a:lnTo>
                      <a:pt x="337" y="736"/>
                    </a:lnTo>
                    <a:lnTo>
                      <a:pt x="336" y="737"/>
                    </a:lnTo>
                    <a:lnTo>
                      <a:pt x="336" y="742"/>
                    </a:lnTo>
                    <a:lnTo>
                      <a:pt x="337" y="742"/>
                    </a:lnTo>
                    <a:lnTo>
                      <a:pt x="337" y="754"/>
                    </a:lnTo>
                    <a:lnTo>
                      <a:pt x="336" y="756"/>
                    </a:lnTo>
                    <a:lnTo>
                      <a:pt x="336" y="770"/>
                    </a:lnTo>
                    <a:lnTo>
                      <a:pt x="337" y="770"/>
                    </a:lnTo>
                    <a:lnTo>
                      <a:pt x="336" y="773"/>
                    </a:lnTo>
                    <a:lnTo>
                      <a:pt x="337" y="774"/>
                    </a:lnTo>
                    <a:lnTo>
                      <a:pt x="337" y="778"/>
                    </a:lnTo>
                    <a:lnTo>
                      <a:pt x="336" y="779"/>
                    </a:lnTo>
                    <a:lnTo>
                      <a:pt x="336" y="788"/>
                    </a:lnTo>
                    <a:lnTo>
                      <a:pt x="337" y="795"/>
                    </a:lnTo>
                    <a:lnTo>
                      <a:pt x="334" y="788"/>
                    </a:lnTo>
                    <a:lnTo>
                      <a:pt x="333" y="791"/>
                    </a:lnTo>
                    <a:lnTo>
                      <a:pt x="334" y="796"/>
                    </a:lnTo>
                    <a:lnTo>
                      <a:pt x="334" y="807"/>
                    </a:lnTo>
                    <a:lnTo>
                      <a:pt x="333" y="809"/>
                    </a:lnTo>
                    <a:lnTo>
                      <a:pt x="333" y="810"/>
                    </a:lnTo>
                    <a:lnTo>
                      <a:pt x="331" y="807"/>
                    </a:lnTo>
                    <a:lnTo>
                      <a:pt x="333" y="819"/>
                    </a:lnTo>
                    <a:lnTo>
                      <a:pt x="333" y="827"/>
                    </a:lnTo>
                    <a:lnTo>
                      <a:pt x="334" y="838"/>
                    </a:lnTo>
                    <a:lnTo>
                      <a:pt x="333" y="838"/>
                    </a:lnTo>
                    <a:lnTo>
                      <a:pt x="333" y="874"/>
                    </a:lnTo>
                    <a:lnTo>
                      <a:pt x="331" y="874"/>
                    </a:lnTo>
                    <a:lnTo>
                      <a:pt x="331" y="877"/>
                    </a:lnTo>
                    <a:lnTo>
                      <a:pt x="333" y="888"/>
                    </a:lnTo>
                    <a:lnTo>
                      <a:pt x="331" y="886"/>
                    </a:lnTo>
                    <a:lnTo>
                      <a:pt x="331" y="883"/>
                    </a:lnTo>
                    <a:lnTo>
                      <a:pt x="330" y="881"/>
                    </a:lnTo>
                    <a:lnTo>
                      <a:pt x="330" y="894"/>
                    </a:lnTo>
                    <a:lnTo>
                      <a:pt x="328" y="892"/>
                    </a:lnTo>
                    <a:lnTo>
                      <a:pt x="328" y="900"/>
                    </a:lnTo>
                    <a:lnTo>
                      <a:pt x="330" y="909"/>
                    </a:lnTo>
                    <a:lnTo>
                      <a:pt x="331" y="917"/>
                    </a:lnTo>
                    <a:lnTo>
                      <a:pt x="330" y="928"/>
                    </a:lnTo>
                    <a:lnTo>
                      <a:pt x="330" y="922"/>
                    </a:lnTo>
                    <a:lnTo>
                      <a:pt x="328" y="922"/>
                    </a:lnTo>
                    <a:lnTo>
                      <a:pt x="328" y="923"/>
                    </a:lnTo>
                    <a:lnTo>
                      <a:pt x="327" y="923"/>
                    </a:lnTo>
                    <a:lnTo>
                      <a:pt x="327" y="925"/>
                    </a:lnTo>
                    <a:lnTo>
                      <a:pt x="328" y="926"/>
                    </a:lnTo>
                    <a:lnTo>
                      <a:pt x="328" y="931"/>
                    </a:lnTo>
                    <a:lnTo>
                      <a:pt x="325" y="931"/>
                    </a:lnTo>
                    <a:lnTo>
                      <a:pt x="325" y="937"/>
                    </a:lnTo>
                    <a:lnTo>
                      <a:pt x="327" y="939"/>
                    </a:lnTo>
                    <a:lnTo>
                      <a:pt x="327" y="944"/>
                    </a:lnTo>
                    <a:lnTo>
                      <a:pt x="325" y="944"/>
                    </a:lnTo>
                    <a:lnTo>
                      <a:pt x="325" y="948"/>
                    </a:lnTo>
                    <a:lnTo>
                      <a:pt x="327" y="950"/>
                    </a:lnTo>
                    <a:lnTo>
                      <a:pt x="327" y="961"/>
                    </a:lnTo>
                    <a:lnTo>
                      <a:pt x="325" y="965"/>
                    </a:lnTo>
                    <a:lnTo>
                      <a:pt x="325" y="978"/>
                    </a:lnTo>
                    <a:lnTo>
                      <a:pt x="324" y="975"/>
                    </a:lnTo>
                    <a:lnTo>
                      <a:pt x="324" y="959"/>
                    </a:lnTo>
                    <a:lnTo>
                      <a:pt x="322" y="958"/>
                    </a:lnTo>
                    <a:lnTo>
                      <a:pt x="324" y="956"/>
                    </a:lnTo>
                    <a:lnTo>
                      <a:pt x="324" y="945"/>
                    </a:lnTo>
                    <a:lnTo>
                      <a:pt x="322" y="945"/>
                    </a:lnTo>
                    <a:lnTo>
                      <a:pt x="322" y="944"/>
                    </a:lnTo>
                    <a:lnTo>
                      <a:pt x="320" y="944"/>
                    </a:lnTo>
                    <a:lnTo>
                      <a:pt x="319" y="942"/>
                    </a:lnTo>
                    <a:lnTo>
                      <a:pt x="319" y="934"/>
                    </a:lnTo>
                    <a:lnTo>
                      <a:pt x="320" y="931"/>
                    </a:lnTo>
                    <a:lnTo>
                      <a:pt x="320" y="937"/>
                    </a:lnTo>
                    <a:lnTo>
                      <a:pt x="322" y="934"/>
                    </a:lnTo>
                    <a:lnTo>
                      <a:pt x="322" y="922"/>
                    </a:lnTo>
                    <a:lnTo>
                      <a:pt x="320" y="917"/>
                    </a:lnTo>
                    <a:lnTo>
                      <a:pt x="320" y="909"/>
                    </a:lnTo>
                    <a:lnTo>
                      <a:pt x="322" y="909"/>
                    </a:lnTo>
                    <a:lnTo>
                      <a:pt x="322" y="916"/>
                    </a:lnTo>
                    <a:lnTo>
                      <a:pt x="324" y="917"/>
                    </a:lnTo>
                    <a:lnTo>
                      <a:pt x="324" y="913"/>
                    </a:lnTo>
                    <a:lnTo>
                      <a:pt x="325" y="911"/>
                    </a:lnTo>
                    <a:lnTo>
                      <a:pt x="325" y="908"/>
                    </a:lnTo>
                    <a:lnTo>
                      <a:pt x="327" y="908"/>
                    </a:lnTo>
                    <a:lnTo>
                      <a:pt x="325" y="906"/>
                    </a:lnTo>
                    <a:lnTo>
                      <a:pt x="325" y="900"/>
                    </a:lnTo>
                    <a:lnTo>
                      <a:pt x="324" y="902"/>
                    </a:lnTo>
                    <a:lnTo>
                      <a:pt x="322" y="891"/>
                    </a:lnTo>
                    <a:lnTo>
                      <a:pt x="322" y="868"/>
                    </a:lnTo>
                    <a:lnTo>
                      <a:pt x="324" y="860"/>
                    </a:lnTo>
                    <a:lnTo>
                      <a:pt x="322" y="860"/>
                    </a:lnTo>
                    <a:lnTo>
                      <a:pt x="322" y="857"/>
                    </a:lnTo>
                    <a:lnTo>
                      <a:pt x="324" y="852"/>
                    </a:lnTo>
                    <a:lnTo>
                      <a:pt x="324" y="835"/>
                    </a:lnTo>
                    <a:lnTo>
                      <a:pt x="325" y="835"/>
                    </a:lnTo>
                    <a:lnTo>
                      <a:pt x="325" y="830"/>
                    </a:lnTo>
                    <a:lnTo>
                      <a:pt x="324" y="829"/>
                    </a:lnTo>
                    <a:lnTo>
                      <a:pt x="324" y="819"/>
                    </a:lnTo>
                    <a:lnTo>
                      <a:pt x="325" y="818"/>
                    </a:lnTo>
                    <a:lnTo>
                      <a:pt x="325" y="816"/>
                    </a:lnTo>
                    <a:lnTo>
                      <a:pt x="324" y="815"/>
                    </a:lnTo>
                    <a:lnTo>
                      <a:pt x="325" y="812"/>
                    </a:lnTo>
                    <a:lnTo>
                      <a:pt x="324" y="804"/>
                    </a:lnTo>
                    <a:lnTo>
                      <a:pt x="324" y="799"/>
                    </a:lnTo>
                    <a:lnTo>
                      <a:pt x="322" y="801"/>
                    </a:lnTo>
                    <a:lnTo>
                      <a:pt x="322" y="802"/>
                    </a:lnTo>
                    <a:lnTo>
                      <a:pt x="320" y="804"/>
                    </a:lnTo>
                    <a:lnTo>
                      <a:pt x="320" y="802"/>
                    </a:lnTo>
                    <a:lnTo>
                      <a:pt x="319" y="801"/>
                    </a:lnTo>
                    <a:lnTo>
                      <a:pt x="319" y="791"/>
                    </a:lnTo>
                    <a:lnTo>
                      <a:pt x="320" y="791"/>
                    </a:lnTo>
                    <a:lnTo>
                      <a:pt x="322" y="793"/>
                    </a:lnTo>
                    <a:lnTo>
                      <a:pt x="322" y="791"/>
                    </a:lnTo>
                    <a:lnTo>
                      <a:pt x="324" y="788"/>
                    </a:lnTo>
                    <a:lnTo>
                      <a:pt x="324" y="784"/>
                    </a:lnTo>
                    <a:lnTo>
                      <a:pt x="322" y="782"/>
                    </a:lnTo>
                    <a:lnTo>
                      <a:pt x="322" y="785"/>
                    </a:lnTo>
                    <a:lnTo>
                      <a:pt x="320" y="785"/>
                    </a:lnTo>
                    <a:lnTo>
                      <a:pt x="322" y="779"/>
                    </a:lnTo>
                    <a:lnTo>
                      <a:pt x="322" y="781"/>
                    </a:lnTo>
                    <a:lnTo>
                      <a:pt x="324" y="776"/>
                    </a:lnTo>
                    <a:lnTo>
                      <a:pt x="324" y="771"/>
                    </a:lnTo>
                    <a:lnTo>
                      <a:pt x="322" y="773"/>
                    </a:lnTo>
                    <a:lnTo>
                      <a:pt x="322" y="771"/>
                    </a:lnTo>
                    <a:lnTo>
                      <a:pt x="324" y="770"/>
                    </a:lnTo>
                    <a:lnTo>
                      <a:pt x="324" y="765"/>
                    </a:lnTo>
                    <a:lnTo>
                      <a:pt x="325" y="767"/>
                    </a:lnTo>
                    <a:lnTo>
                      <a:pt x="325" y="768"/>
                    </a:lnTo>
                    <a:lnTo>
                      <a:pt x="327" y="767"/>
                    </a:lnTo>
                    <a:lnTo>
                      <a:pt x="327" y="762"/>
                    </a:lnTo>
                    <a:lnTo>
                      <a:pt x="325" y="760"/>
                    </a:lnTo>
                    <a:lnTo>
                      <a:pt x="324" y="757"/>
                    </a:lnTo>
                    <a:lnTo>
                      <a:pt x="324" y="748"/>
                    </a:lnTo>
                    <a:lnTo>
                      <a:pt x="322" y="750"/>
                    </a:lnTo>
                    <a:lnTo>
                      <a:pt x="322" y="745"/>
                    </a:lnTo>
                    <a:lnTo>
                      <a:pt x="320" y="742"/>
                    </a:lnTo>
                    <a:lnTo>
                      <a:pt x="320" y="737"/>
                    </a:lnTo>
                    <a:lnTo>
                      <a:pt x="319" y="737"/>
                    </a:lnTo>
                    <a:lnTo>
                      <a:pt x="319" y="736"/>
                    </a:lnTo>
                    <a:lnTo>
                      <a:pt x="320" y="736"/>
                    </a:lnTo>
                    <a:lnTo>
                      <a:pt x="320" y="731"/>
                    </a:lnTo>
                    <a:lnTo>
                      <a:pt x="319" y="729"/>
                    </a:lnTo>
                    <a:lnTo>
                      <a:pt x="319" y="726"/>
                    </a:lnTo>
                    <a:lnTo>
                      <a:pt x="320" y="725"/>
                    </a:lnTo>
                    <a:lnTo>
                      <a:pt x="320" y="728"/>
                    </a:lnTo>
                    <a:lnTo>
                      <a:pt x="322" y="731"/>
                    </a:lnTo>
                    <a:lnTo>
                      <a:pt x="322" y="729"/>
                    </a:lnTo>
                    <a:lnTo>
                      <a:pt x="324" y="729"/>
                    </a:lnTo>
                    <a:lnTo>
                      <a:pt x="325" y="731"/>
                    </a:lnTo>
                    <a:lnTo>
                      <a:pt x="325" y="734"/>
                    </a:lnTo>
                    <a:lnTo>
                      <a:pt x="327" y="731"/>
                    </a:lnTo>
                    <a:lnTo>
                      <a:pt x="327" y="722"/>
                    </a:lnTo>
                    <a:lnTo>
                      <a:pt x="325" y="717"/>
                    </a:lnTo>
                    <a:lnTo>
                      <a:pt x="327" y="715"/>
                    </a:lnTo>
                    <a:lnTo>
                      <a:pt x="327" y="709"/>
                    </a:lnTo>
                    <a:lnTo>
                      <a:pt x="325" y="708"/>
                    </a:lnTo>
                    <a:lnTo>
                      <a:pt x="325" y="711"/>
                    </a:lnTo>
                    <a:lnTo>
                      <a:pt x="324" y="709"/>
                    </a:lnTo>
                    <a:lnTo>
                      <a:pt x="322" y="709"/>
                    </a:lnTo>
                    <a:lnTo>
                      <a:pt x="322" y="706"/>
                    </a:lnTo>
                    <a:lnTo>
                      <a:pt x="320" y="705"/>
                    </a:lnTo>
                    <a:lnTo>
                      <a:pt x="322" y="703"/>
                    </a:lnTo>
                    <a:lnTo>
                      <a:pt x="322" y="701"/>
                    </a:lnTo>
                    <a:lnTo>
                      <a:pt x="324" y="701"/>
                    </a:lnTo>
                    <a:lnTo>
                      <a:pt x="324" y="688"/>
                    </a:lnTo>
                    <a:lnTo>
                      <a:pt x="322" y="688"/>
                    </a:lnTo>
                    <a:lnTo>
                      <a:pt x="322" y="684"/>
                    </a:lnTo>
                    <a:lnTo>
                      <a:pt x="320" y="684"/>
                    </a:lnTo>
                    <a:lnTo>
                      <a:pt x="320" y="681"/>
                    </a:lnTo>
                    <a:lnTo>
                      <a:pt x="322" y="678"/>
                    </a:lnTo>
                    <a:lnTo>
                      <a:pt x="319" y="672"/>
                    </a:lnTo>
                    <a:lnTo>
                      <a:pt x="319" y="667"/>
                    </a:lnTo>
                    <a:lnTo>
                      <a:pt x="320" y="661"/>
                    </a:lnTo>
                    <a:lnTo>
                      <a:pt x="320" y="656"/>
                    </a:lnTo>
                    <a:lnTo>
                      <a:pt x="322" y="653"/>
                    </a:lnTo>
                    <a:lnTo>
                      <a:pt x="322" y="650"/>
                    </a:lnTo>
                    <a:lnTo>
                      <a:pt x="320" y="647"/>
                    </a:lnTo>
                    <a:lnTo>
                      <a:pt x="322" y="646"/>
                    </a:lnTo>
                    <a:lnTo>
                      <a:pt x="324" y="643"/>
                    </a:lnTo>
                    <a:lnTo>
                      <a:pt x="324" y="638"/>
                    </a:lnTo>
                    <a:lnTo>
                      <a:pt x="322" y="635"/>
                    </a:lnTo>
                    <a:lnTo>
                      <a:pt x="322" y="624"/>
                    </a:lnTo>
                    <a:lnTo>
                      <a:pt x="320" y="622"/>
                    </a:lnTo>
                    <a:lnTo>
                      <a:pt x="322" y="621"/>
                    </a:lnTo>
                    <a:lnTo>
                      <a:pt x="322" y="610"/>
                    </a:lnTo>
                    <a:lnTo>
                      <a:pt x="324" y="610"/>
                    </a:lnTo>
                    <a:lnTo>
                      <a:pt x="324" y="596"/>
                    </a:lnTo>
                    <a:lnTo>
                      <a:pt x="322" y="591"/>
                    </a:lnTo>
                    <a:lnTo>
                      <a:pt x="322" y="579"/>
                    </a:lnTo>
                    <a:lnTo>
                      <a:pt x="324" y="576"/>
                    </a:lnTo>
                    <a:lnTo>
                      <a:pt x="324" y="568"/>
                    </a:lnTo>
                    <a:lnTo>
                      <a:pt x="325" y="566"/>
                    </a:lnTo>
                    <a:lnTo>
                      <a:pt x="325" y="563"/>
                    </a:lnTo>
                    <a:lnTo>
                      <a:pt x="324" y="562"/>
                    </a:lnTo>
                    <a:lnTo>
                      <a:pt x="324" y="545"/>
                    </a:lnTo>
                    <a:lnTo>
                      <a:pt x="322" y="542"/>
                    </a:lnTo>
                    <a:lnTo>
                      <a:pt x="322" y="535"/>
                    </a:lnTo>
                    <a:lnTo>
                      <a:pt x="320" y="539"/>
                    </a:lnTo>
                    <a:lnTo>
                      <a:pt x="324" y="529"/>
                    </a:lnTo>
                    <a:lnTo>
                      <a:pt x="322" y="528"/>
                    </a:lnTo>
                    <a:lnTo>
                      <a:pt x="322" y="521"/>
                    </a:lnTo>
                    <a:lnTo>
                      <a:pt x="324" y="517"/>
                    </a:lnTo>
                    <a:lnTo>
                      <a:pt x="324" y="504"/>
                    </a:lnTo>
                    <a:lnTo>
                      <a:pt x="322" y="504"/>
                    </a:lnTo>
                    <a:lnTo>
                      <a:pt x="322" y="506"/>
                    </a:lnTo>
                    <a:lnTo>
                      <a:pt x="320" y="507"/>
                    </a:lnTo>
                    <a:lnTo>
                      <a:pt x="320" y="504"/>
                    </a:lnTo>
                    <a:lnTo>
                      <a:pt x="322" y="498"/>
                    </a:lnTo>
                    <a:lnTo>
                      <a:pt x="322" y="492"/>
                    </a:lnTo>
                    <a:lnTo>
                      <a:pt x="324" y="489"/>
                    </a:lnTo>
                    <a:lnTo>
                      <a:pt x="324" y="487"/>
                    </a:lnTo>
                    <a:lnTo>
                      <a:pt x="325" y="487"/>
                    </a:lnTo>
                    <a:lnTo>
                      <a:pt x="325" y="484"/>
                    </a:lnTo>
                    <a:lnTo>
                      <a:pt x="324" y="483"/>
                    </a:lnTo>
                    <a:lnTo>
                      <a:pt x="324" y="475"/>
                    </a:lnTo>
                    <a:lnTo>
                      <a:pt x="322" y="478"/>
                    </a:lnTo>
                    <a:lnTo>
                      <a:pt x="322" y="470"/>
                    </a:lnTo>
                    <a:lnTo>
                      <a:pt x="320" y="464"/>
                    </a:lnTo>
                    <a:lnTo>
                      <a:pt x="319" y="456"/>
                    </a:lnTo>
                    <a:lnTo>
                      <a:pt x="319" y="445"/>
                    </a:lnTo>
                    <a:lnTo>
                      <a:pt x="317" y="447"/>
                    </a:lnTo>
                    <a:lnTo>
                      <a:pt x="317" y="452"/>
                    </a:lnTo>
                    <a:lnTo>
                      <a:pt x="316" y="453"/>
                    </a:lnTo>
                    <a:lnTo>
                      <a:pt x="316" y="438"/>
                    </a:lnTo>
                    <a:lnTo>
                      <a:pt x="317" y="433"/>
                    </a:lnTo>
                    <a:lnTo>
                      <a:pt x="317" y="431"/>
                    </a:lnTo>
                    <a:lnTo>
                      <a:pt x="319" y="430"/>
                    </a:lnTo>
                    <a:lnTo>
                      <a:pt x="319" y="425"/>
                    </a:lnTo>
                    <a:lnTo>
                      <a:pt x="320" y="425"/>
                    </a:lnTo>
                    <a:lnTo>
                      <a:pt x="320" y="421"/>
                    </a:lnTo>
                    <a:lnTo>
                      <a:pt x="319" y="421"/>
                    </a:lnTo>
                    <a:lnTo>
                      <a:pt x="319" y="419"/>
                    </a:lnTo>
                    <a:lnTo>
                      <a:pt x="317" y="416"/>
                    </a:lnTo>
                    <a:lnTo>
                      <a:pt x="319" y="417"/>
                    </a:lnTo>
                    <a:lnTo>
                      <a:pt x="322" y="417"/>
                    </a:lnTo>
                    <a:lnTo>
                      <a:pt x="322" y="404"/>
                    </a:lnTo>
                    <a:lnTo>
                      <a:pt x="320" y="405"/>
                    </a:lnTo>
                    <a:lnTo>
                      <a:pt x="320" y="404"/>
                    </a:lnTo>
                    <a:lnTo>
                      <a:pt x="322" y="402"/>
                    </a:lnTo>
                    <a:lnTo>
                      <a:pt x="322" y="396"/>
                    </a:lnTo>
                    <a:lnTo>
                      <a:pt x="320" y="393"/>
                    </a:lnTo>
                    <a:lnTo>
                      <a:pt x="320" y="391"/>
                    </a:lnTo>
                    <a:lnTo>
                      <a:pt x="322" y="390"/>
                    </a:lnTo>
                    <a:lnTo>
                      <a:pt x="322" y="377"/>
                    </a:lnTo>
                    <a:lnTo>
                      <a:pt x="324" y="371"/>
                    </a:lnTo>
                    <a:lnTo>
                      <a:pt x="322" y="369"/>
                    </a:lnTo>
                    <a:lnTo>
                      <a:pt x="322" y="362"/>
                    </a:lnTo>
                    <a:lnTo>
                      <a:pt x="320" y="362"/>
                    </a:lnTo>
                    <a:lnTo>
                      <a:pt x="320" y="363"/>
                    </a:lnTo>
                    <a:lnTo>
                      <a:pt x="319" y="360"/>
                    </a:lnTo>
                    <a:lnTo>
                      <a:pt x="319" y="355"/>
                    </a:lnTo>
                    <a:lnTo>
                      <a:pt x="320" y="352"/>
                    </a:lnTo>
                    <a:lnTo>
                      <a:pt x="320" y="355"/>
                    </a:lnTo>
                    <a:lnTo>
                      <a:pt x="322" y="355"/>
                    </a:lnTo>
                    <a:lnTo>
                      <a:pt x="322" y="337"/>
                    </a:lnTo>
                    <a:lnTo>
                      <a:pt x="320" y="335"/>
                    </a:lnTo>
                    <a:lnTo>
                      <a:pt x="320" y="337"/>
                    </a:lnTo>
                    <a:lnTo>
                      <a:pt x="319" y="337"/>
                    </a:lnTo>
                    <a:lnTo>
                      <a:pt x="319" y="327"/>
                    </a:lnTo>
                    <a:lnTo>
                      <a:pt x="317" y="327"/>
                    </a:lnTo>
                    <a:lnTo>
                      <a:pt x="317" y="324"/>
                    </a:lnTo>
                    <a:lnTo>
                      <a:pt x="319" y="324"/>
                    </a:lnTo>
                    <a:lnTo>
                      <a:pt x="320" y="321"/>
                    </a:lnTo>
                    <a:lnTo>
                      <a:pt x="320" y="320"/>
                    </a:lnTo>
                    <a:lnTo>
                      <a:pt x="322" y="320"/>
                    </a:lnTo>
                    <a:lnTo>
                      <a:pt x="322" y="317"/>
                    </a:lnTo>
                    <a:lnTo>
                      <a:pt x="320" y="309"/>
                    </a:lnTo>
                    <a:lnTo>
                      <a:pt x="319" y="300"/>
                    </a:lnTo>
                    <a:lnTo>
                      <a:pt x="317" y="287"/>
                    </a:lnTo>
                    <a:lnTo>
                      <a:pt x="317" y="284"/>
                    </a:lnTo>
                    <a:lnTo>
                      <a:pt x="319" y="279"/>
                    </a:lnTo>
                    <a:lnTo>
                      <a:pt x="319" y="273"/>
                    </a:lnTo>
                    <a:lnTo>
                      <a:pt x="317" y="272"/>
                    </a:lnTo>
                    <a:lnTo>
                      <a:pt x="317" y="262"/>
                    </a:lnTo>
                    <a:lnTo>
                      <a:pt x="319" y="265"/>
                    </a:lnTo>
                    <a:lnTo>
                      <a:pt x="319" y="258"/>
                    </a:lnTo>
                    <a:lnTo>
                      <a:pt x="320" y="259"/>
                    </a:lnTo>
                    <a:lnTo>
                      <a:pt x="320" y="250"/>
                    </a:lnTo>
                    <a:lnTo>
                      <a:pt x="319" y="244"/>
                    </a:lnTo>
                    <a:lnTo>
                      <a:pt x="319" y="234"/>
                    </a:lnTo>
                    <a:lnTo>
                      <a:pt x="317" y="234"/>
                    </a:lnTo>
                    <a:lnTo>
                      <a:pt x="317" y="213"/>
                    </a:lnTo>
                    <a:lnTo>
                      <a:pt x="316" y="210"/>
                    </a:lnTo>
                    <a:lnTo>
                      <a:pt x="316" y="222"/>
                    </a:lnTo>
                    <a:lnTo>
                      <a:pt x="314" y="217"/>
                    </a:lnTo>
                    <a:lnTo>
                      <a:pt x="314" y="210"/>
                    </a:lnTo>
                    <a:lnTo>
                      <a:pt x="316" y="208"/>
                    </a:lnTo>
                    <a:lnTo>
                      <a:pt x="316" y="206"/>
                    </a:lnTo>
                    <a:lnTo>
                      <a:pt x="317" y="203"/>
                    </a:lnTo>
                    <a:lnTo>
                      <a:pt x="317" y="191"/>
                    </a:lnTo>
                    <a:lnTo>
                      <a:pt x="319" y="188"/>
                    </a:lnTo>
                    <a:lnTo>
                      <a:pt x="319" y="183"/>
                    </a:lnTo>
                    <a:lnTo>
                      <a:pt x="317" y="183"/>
                    </a:lnTo>
                    <a:lnTo>
                      <a:pt x="317" y="175"/>
                    </a:lnTo>
                    <a:lnTo>
                      <a:pt x="319" y="174"/>
                    </a:lnTo>
                    <a:lnTo>
                      <a:pt x="320" y="174"/>
                    </a:lnTo>
                    <a:lnTo>
                      <a:pt x="320" y="171"/>
                    </a:lnTo>
                    <a:lnTo>
                      <a:pt x="319" y="168"/>
                    </a:lnTo>
                    <a:lnTo>
                      <a:pt x="317" y="169"/>
                    </a:lnTo>
                    <a:lnTo>
                      <a:pt x="317" y="166"/>
                    </a:lnTo>
                    <a:lnTo>
                      <a:pt x="319" y="163"/>
                    </a:lnTo>
                    <a:lnTo>
                      <a:pt x="319" y="157"/>
                    </a:lnTo>
                    <a:lnTo>
                      <a:pt x="317" y="155"/>
                    </a:lnTo>
                    <a:lnTo>
                      <a:pt x="317" y="152"/>
                    </a:lnTo>
                    <a:lnTo>
                      <a:pt x="319" y="149"/>
                    </a:lnTo>
                    <a:lnTo>
                      <a:pt x="319" y="154"/>
                    </a:lnTo>
                    <a:lnTo>
                      <a:pt x="320" y="154"/>
                    </a:lnTo>
                    <a:lnTo>
                      <a:pt x="320" y="147"/>
                    </a:lnTo>
                    <a:lnTo>
                      <a:pt x="322" y="144"/>
                    </a:lnTo>
                    <a:lnTo>
                      <a:pt x="322" y="130"/>
                    </a:lnTo>
                    <a:lnTo>
                      <a:pt x="320" y="127"/>
                    </a:lnTo>
                    <a:lnTo>
                      <a:pt x="320" y="124"/>
                    </a:lnTo>
                    <a:lnTo>
                      <a:pt x="322" y="124"/>
                    </a:lnTo>
                    <a:lnTo>
                      <a:pt x="322" y="120"/>
                    </a:lnTo>
                    <a:lnTo>
                      <a:pt x="324" y="120"/>
                    </a:lnTo>
                    <a:lnTo>
                      <a:pt x="324" y="113"/>
                    </a:lnTo>
                    <a:lnTo>
                      <a:pt x="322" y="107"/>
                    </a:lnTo>
                    <a:lnTo>
                      <a:pt x="320" y="102"/>
                    </a:lnTo>
                    <a:lnTo>
                      <a:pt x="320" y="99"/>
                    </a:lnTo>
                    <a:lnTo>
                      <a:pt x="322" y="96"/>
                    </a:lnTo>
                    <a:lnTo>
                      <a:pt x="320" y="96"/>
                    </a:lnTo>
                    <a:lnTo>
                      <a:pt x="319" y="98"/>
                    </a:lnTo>
                    <a:lnTo>
                      <a:pt x="319" y="95"/>
                    </a:lnTo>
                    <a:lnTo>
                      <a:pt x="317" y="92"/>
                    </a:lnTo>
                    <a:lnTo>
                      <a:pt x="319" y="93"/>
                    </a:lnTo>
                    <a:lnTo>
                      <a:pt x="319" y="59"/>
                    </a:lnTo>
                    <a:lnTo>
                      <a:pt x="317" y="56"/>
                    </a:lnTo>
                    <a:lnTo>
                      <a:pt x="317" y="53"/>
                    </a:lnTo>
                    <a:lnTo>
                      <a:pt x="319" y="57"/>
                    </a:lnTo>
                    <a:lnTo>
                      <a:pt x="319" y="43"/>
                    </a:lnTo>
                    <a:lnTo>
                      <a:pt x="317" y="45"/>
                    </a:lnTo>
                    <a:lnTo>
                      <a:pt x="317" y="48"/>
                    </a:lnTo>
                    <a:lnTo>
                      <a:pt x="316" y="47"/>
                    </a:lnTo>
                    <a:lnTo>
                      <a:pt x="316" y="42"/>
                    </a:lnTo>
                    <a:lnTo>
                      <a:pt x="317" y="40"/>
                    </a:lnTo>
                    <a:lnTo>
                      <a:pt x="317" y="34"/>
                    </a:lnTo>
                    <a:lnTo>
                      <a:pt x="316" y="34"/>
                    </a:lnTo>
                    <a:lnTo>
                      <a:pt x="316" y="33"/>
                    </a:lnTo>
                    <a:lnTo>
                      <a:pt x="314" y="33"/>
                    </a:lnTo>
                    <a:lnTo>
                      <a:pt x="313" y="34"/>
                    </a:lnTo>
                    <a:lnTo>
                      <a:pt x="311" y="33"/>
                    </a:lnTo>
                    <a:lnTo>
                      <a:pt x="305" y="33"/>
                    </a:lnTo>
                    <a:lnTo>
                      <a:pt x="302" y="34"/>
                    </a:lnTo>
                    <a:lnTo>
                      <a:pt x="300" y="34"/>
                    </a:lnTo>
                    <a:lnTo>
                      <a:pt x="299" y="36"/>
                    </a:lnTo>
                    <a:lnTo>
                      <a:pt x="291" y="34"/>
                    </a:lnTo>
                    <a:lnTo>
                      <a:pt x="282" y="34"/>
                    </a:lnTo>
                    <a:lnTo>
                      <a:pt x="274" y="33"/>
                    </a:lnTo>
                    <a:lnTo>
                      <a:pt x="268" y="33"/>
                    </a:lnTo>
                    <a:lnTo>
                      <a:pt x="265" y="34"/>
                    </a:lnTo>
                    <a:lnTo>
                      <a:pt x="258" y="34"/>
                    </a:lnTo>
                    <a:lnTo>
                      <a:pt x="255" y="36"/>
                    </a:lnTo>
                    <a:lnTo>
                      <a:pt x="262" y="36"/>
                    </a:lnTo>
                    <a:lnTo>
                      <a:pt x="263" y="37"/>
                    </a:lnTo>
                    <a:lnTo>
                      <a:pt x="240" y="37"/>
                    </a:lnTo>
                    <a:lnTo>
                      <a:pt x="218" y="40"/>
                    </a:lnTo>
                    <a:lnTo>
                      <a:pt x="200" y="40"/>
                    </a:lnTo>
                    <a:lnTo>
                      <a:pt x="198" y="42"/>
                    </a:lnTo>
                    <a:lnTo>
                      <a:pt x="193" y="42"/>
                    </a:lnTo>
                    <a:lnTo>
                      <a:pt x="161" y="40"/>
                    </a:lnTo>
                    <a:lnTo>
                      <a:pt x="164" y="40"/>
                    </a:lnTo>
                    <a:lnTo>
                      <a:pt x="165" y="39"/>
                    </a:lnTo>
                    <a:lnTo>
                      <a:pt x="153" y="39"/>
                    </a:lnTo>
                    <a:lnTo>
                      <a:pt x="150" y="40"/>
                    </a:lnTo>
                    <a:lnTo>
                      <a:pt x="148" y="40"/>
                    </a:lnTo>
                    <a:lnTo>
                      <a:pt x="148" y="39"/>
                    </a:lnTo>
                    <a:lnTo>
                      <a:pt x="142" y="40"/>
                    </a:lnTo>
                    <a:lnTo>
                      <a:pt x="142" y="37"/>
                    </a:lnTo>
                    <a:lnTo>
                      <a:pt x="127" y="37"/>
                    </a:lnTo>
                    <a:lnTo>
                      <a:pt x="114" y="39"/>
                    </a:lnTo>
                    <a:lnTo>
                      <a:pt x="93" y="39"/>
                    </a:lnTo>
                    <a:lnTo>
                      <a:pt x="68" y="40"/>
                    </a:lnTo>
                    <a:lnTo>
                      <a:pt x="41" y="40"/>
                    </a:lnTo>
                    <a:lnTo>
                      <a:pt x="41" y="51"/>
                    </a:lnTo>
                    <a:lnTo>
                      <a:pt x="40" y="51"/>
                    </a:lnTo>
                    <a:lnTo>
                      <a:pt x="40" y="85"/>
                    </a:lnTo>
                    <a:lnTo>
                      <a:pt x="41" y="84"/>
                    </a:lnTo>
                    <a:lnTo>
                      <a:pt x="40" y="87"/>
                    </a:lnTo>
                    <a:lnTo>
                      <a:pt x="40" y="93"/>
                    </a:lnTo>
                    <a:lnTo>
                      <a:pt x="41" y="95"/>
                    </a:lnTo>
                    <a:lnTo>
                      <a:pt x="41" y="101"/>
                    </a:lnTo>
                    <a:lnTo>
                      <a:pt x="40" y="99"/>
                    </a:lnTo>
                    <a:lnTo>
                      <a:pt x="40" y="120"/>
                    </a:lnTo>
                    <a:lnTo>
                      <a:pt x="38" y="124"/>
                    </a:lnTo>
                    <a:lnTo>
                      <a:pt x="38" y="140"/>
                    </a:lnTo>
                    <a:lnTo>
                      <a:pt x="40" y="138"/>
                    </a:lnTo>
                    <a:lnTo>
                      <a:pt x="40" y="186"/>
                    </a:lnTo>
                    <a:lnTo>
                      <a:pt x="37" y="189"/>
                    </a:lnTo>
                    <a:lnTo>
                      <a:pt x="37" y="196"/>
                    </a:lnTo>
                    <a:lnTo>
                      <a:pt x="38" y="197"/>
                    </a:lnTo>
                    <a:lnTo>
                      <a:pt x="40" y="196"/>
                    </a:lnTo>
                    <a:lnTo>
                      <a:pt x="40" y="194"/>
                    </a:lnTo>
                    <a:lnTo>
                      <a:pt x="41" y="196"/>
                    </a:lnTo>
                    <a:lnTo>
                      <a:pt x="41" y="200"/>
                    </a:lnTo>
                    <a:lnTo>
                      <a:pt x="40" y="200"/>
                    </a:lnTo>
                    <a:lnTo>
                      <a:pt x="40" y="208"/>
                    </a:lnTo>
                    <a:lnTo>
                      <a:pt x="38" y="210"/>
                    </a:lnTo>
                    <a:lnTo>
                      <a:pt x="38" y="211"/>
                    </a:lnTo>
                    <a:lnTo>
                      <a:pt x="40" y="231"/>
                    </a:lnTo>
                    <a:lnTo>
                      <a:pt x="40" y="248"/>
                    </a:lnTo>
                    <a:lnTo>
                      <a:pt x="41" y="268"/>
                    </a:lnTo>
                    <a:lnTo>
                      <a:pt x="40" y="268"/>
                    </a:lnTo>
                    <a:lnTo>
                      <a:pt x="40" y="272"/>
                    </a:lnTo>
                    <a:lnTo>
                      <a:pt x="38" y="273"/>
                    </a:lnTo>
                    <a:lnTo>
                      <a:pt x="38" y="287"/>
                    </a:lnTo>
                    <a:lnTo>
                      <a:pt x="40" y="286"/>
                    </a:lnTo>
                    <a:lnTo>
                      <a:pt x="40" y="296"/>
                    </a:lnTo>
                    <a:lnTo>
                      <a:pt x="38" y="296"/>
                    </a:lnTo>
                    <a:lnTo>
                      <a:pt x="38" y="303"/>
                    </a:lnTo>
                    <a:lnTo>
                      <a:pt x="40" y="303"/>
                    </a:lnTo>
                    <a:lnTo>
                      <a:pt x="40" y="340"/>
                    </a:lnTo>
                    <a:lnTo>
                      <a:pt x="41" y="374"/>
                    </a:lnTo>
                    <a:lnTo>
                      <a:pt x="40" y="385"/>
                    </a:lnTo>
                    <a:lnTo>
                      <a:pt x="40" y="396"/>
                    </a:lnTo>
                    <a:lnTo>
                      <a:pt x="38" y="402"/>
                    </a:lnTo>
                    <a:lnTo>
                      <a:pt x="38" y="414"/>
                    </a:lnTo>
                    <a:lnTo>
                      <a:pt x="40" y="428"/>
                    </a:lnTo>
                    <a:lnTo>
                      <a:pt x="40" y="461"/>
                    </a:lnTo>
                    <a:lnTo>
                      <a:pt x="38" y="461"/>
                    </a:lnTo>
                    <a:lnTo>
                      <a:pt x="40" y="469"/>
                    </a:lnTo>
                    <a:lnTo>
                      <a:pt x="40" y="473"/>
                    </a:lnTo>
                    <a:lnTo>
                      <a:pt x="38" y="473"/>
                    </a:lnTo>
                    <a:lnTo>
                      <a:pt x="38" y="478"/>
                    </a:lnTo>
                    <a:lnTo>
                      <a:pt x="40" y="480"/>
                    </a:lnTo>
                    <a:lnTo>
                      <a:pt x="40" y="514"/>
                    </a:lnTo>
                    <a:lnTo>
                      <a:pt x="41" y="517"/>
                    </a:lnTo>
                    <a:lnTo>
                      <a:pt x="41" y="518"/>
                    </a:lnTo>
                    <a:lnTo>
                      <a:pt x="40" y="520"/>
                    </a:lnTo>
                    <a:lnTo>
                      <a:pt x="41" y="549"/>
                    </a:lnTo>
                    <a:lnTo>
                      <a:pt x="40" y="579"/>
                    </a:lnTo>
                    <a:lnTo>
                      <a:pt x="40" y="639"/>
                    </a:lnTo>
                    <a:lnTo>
                      <a:pt x="38" y="655"/>
                    </a:lnTo>
                    <a:lnTo>
                      <a:pt x="38" y="661"/>
                    </a:lnTo>
                    <a:lnTo>
                      <a:pt x="40" y="661"/>
                    </a:lnTo>
                    <a:lnTo>
                      <a:pt x="40" y="824"/>
                    </a:lnTo>
                    <a:lnTo>
                      <a:pt x="38" y="857"/>
                    </a:lnTo>
                    <a:lnTo>
                      <a:pt x="38" y="889"/>
                    </a:lnTo>
                    <a:lnTo>
                      <a:pt x="37" y="919"/>
                    </a:lnTo>
                    <a:lnTo>
                      <a:pt x="35" y="942"/>
                    </a:lnTo>
                    <a:lnTo>
                      <a:pt x="35" y="953"/>
                    </a:lnTo>
                    <a:lnTo>
                      <a:pt x="37" y="954"/>
                    </a:lnTo>
                    <a:lnTo>
                      <a:pt x="38" y="954"/>
                    </a:lnTo>
                    <a:lnTo>
                      <a:pt x="38" y="956"/>
                    </a:lnTo>
                    <a:lnTo>
                      <a:pt x="37" y="956"/>
                    </a:lnTo>
                    <a:lnTo>
                      <a:pt x="37" y="962"/>
                    </a:lnTo>
                    <a:lnTo>
                      <a:pt x="52" y="962"/>
                    </a:lnTo>
                    <a:lnTo>
                      <a:pt x="82" y="964"/>
                    </a:lnTo>
                    <a:lnTo>
                      <a:pt x="82" y="962"/>
                    </a:lnTo>
                    <a:lnTo>
                      <a:pt x="94" y="962"/>
                    </a:lnTo>
                    <a:lnTo>
                      <a:pt x="116" y="965"/>
                    </a:lnTo>
                    <a:lnTo>
                      <a:pt x="125" y="965"/>
                    </a:lnTo>
                    <a:lnTo>
                      <a:pt x="124" y="967"/>
                    </a:lnTo>
                    <a:lnTo>
                      <a:pt x="144" y="967"/>
                    </a:lnTo>
                    <a:lnTo>
                      <a:pt x="162" y="968"/>
                    </a:lnTo>
                    <a:lnTo>
                      <a:pt x="181" y="972"/>
                    </a:lnTo>
                    <a:lnTo>
                      <a:pt x="203" y="973"/>
                    </a:lnTo>
                    <a:lnTo>
                      <a:pt x="200" y="973"/>
                    </a:lnTo>
                    <a:lnTo>
                      <a:pt x="198" y="975"/>
                    </a:lnTo>
                    <a:lnTo>
                      <a:pt x="209" y="975"/>
                    </a:lnTo>
                    <a:lnTo>
                      <a:pt x="207" y="976"/>
                    </a:lnTo>
                    <a:lnTo>
                      <a:pt x="210" y="976"/>
                    </a:lnTo>
                    <a:lnTo>
                      <a:pt x="212" y="975"/>
                    </a:lnTo>
                    <a:lnTo>
                      <a:pt x="223" y="975"/>
                    </a:lnTo>
                    <a:lnTo>
                      <a:pt x="226" y="976"/>
                    </a:lnTo>
                    <a:lnTo>
                      <a:pt x="258" y="976"/>
                    </a:lnTo>
                    <a:lnTo>
                      <a:pt x="258" y="978"/>
                    </a:lnTo>
                    <a:lnTo>
                      <a:pt x="257" y="978"/>
                    </a:lnTo>
                    <a:lnTo>
                      <a:pt x="260" y="979"/>
                    </a:lnTo>
                    <a:lnTo>
                      <a:pt x="266" y="979"/>
                    </a:lnTo>
                    <a:lnTo>
                      <a:pt x="269" y="978"/>
                    </a:lnTo>
                    <a:lnTo>
                      <a:pt x="272" y="978"/>
                    </a:lnTo>
                    <a:lnTo>
                      <a:pt x="274" y="979"/>
                    </a:lnTo>
                    <a:lnTo>
                      <a:pt x="283" y="978"/>
                    </a:lnTo>
                    <a:lnTo>
                      <a:pt x="285" y="978"/>
                    </a:lnTo>
                    <a:lnTo>
                      <a:pt x="283" y="979"/>
                    </a:lnTo>
                    <a:lnTo>
                      <a:pt x="289" y="979"/>
                    </a:lnTo>
                    <a:lnTo>
                      <a:pt x="289" y="981"/>
                    </a:lnTo>
                    <a:lnTo>
                      <a:pt x="288" y="981"/>
                    </a:lnTo>
                    <a:lnTo>
                      <a:pt x="296" y="982"/>
                    </a:lnTo>
                    <a:lnTo>
                      <a:pt x="294" y="982"/>
                    </a:lnTo>
                    <a:lnTo>
                      <a:pt x="296" y="984"/>
                    </a:lnTo>
                    <a:lnTo>
                      <a:pt x="308" y="984"/>
                    </a:lnTo>
                    <a:lnTo>
                      <a:pt x="310" y="982"/>
                    </a:lnTo>
                    <a:lnTo>
                      <a:pt x="316" y="982"/>
                    </a:lnTo>
                    <a:lnTo>
                      <a:pt x="319" y="984"/>
                    </a:lnTo>
                    <a:lnTo>
                      <a:pt x="324" y="984"/>
                    </a:lnTo>
                    <a:lnTo>
                      <a:pt x="325" y="981"/>
                    </a:lnTo>
                    <a:lnTo>
                      <a:pt x="327" y="981"/>
                    </a:lnTo>
                    <a:lnTo>
                      <a:pt x="328" y="982"/>
                    </a:lnTo>
                    <a:lnTo>
                      <a:pt x="328" y="987"/>
                    </a:lnTo>
                    <a:lnTo>
                      <a:pt x="320" y="987"/>
                    </a:lnTo>
                    <a:lnTo>
                      <a:pt x="320" y="989"/>
                    </a:lnTo>
                    <a:lnTo>
                      <a:pt x="317" y="989"/>
                    </a:lnTo>
                    <a:lnTo>
                      <a:pt x="314" y="990"/>
                    </a:lnTo>
                    <a:lnTo>
                      <a:pt x="313" y="990"/>
                    </a:lnTo>
                    <a:lnTo>
                      <a:pt x="291" y="993"/>
                    </a:lnTo>
                    <a:lnTo>
                      <a:pt x="262" y="995"/>
                    </a:lnTo>
                    <a:lnTo>
                      <a:pt x="227" y="996"/>
                    </a:lnTo>
                    <a:lnTo>
                      <a:pt x="189" y="998"/>
                    </a:lnTo>
                    <a:lnTo>
                      <a:pt x="148" y="999"/>
                    </a:lnTo>
                    <a:lnTo>
                      <a:pt x="0" y="999"/>
                    </a:lnTo>
                    <a:lnTo>
                      <a:pt x="0" y="821"/>
                    </a:lnTo>
                    <a:lnTo>
                      <a:pt x="1" y="810"/>
                    </a:lnTo>
                    <a:lnTo>
                      <a:pt x="1" y="804"/>
                    </a:lnTo>
                    <a:lnTo>
                      <a:pt x="3" y="801"/>
                    </a:lnTo>
                    <a:lnTo>
                      <a:pt x="3" y="793"/>
                    </a:lnTo>
                    <a:lnTo>
                      <a:pt x="1" y="791"/>
                    </a:lnTo>
                    <a:lnTo>
                      <a:pt x="3" y="790"/>
                    </a:lnTo>
                    <a:lnTo>
                      <a:pt x="3" y="751"/>
                    </a:lnTo>
                    <a:lnTo>
                      <a:pt x="1" y="746"/>
                    </a:lnTo>
                    <a:lnTo>
                      <a:pt x="1" y="740"/>
                    </a:lnTo>
                    <a:lnTo>
                      <a:pt x="3" y="734"/>
                    </a:lnTo>
                    <a:lnTo>
                      <a:pt x="3" y="720"/>
                    </a:lnTo>
                    <a:lnTo>
                      <a:pt x="1" y="715"/>
                    </a:lnTo>
                    <a:lnTo>
                      <a:pt x="3" y="686"/>
                    </a:lnTo>
                    <a:lnTo>
                      <a:pt x="3" y="655"/>
                    </a:lnTo>
                    <a:lnTo>
                      <a:pt x="1" y="630"/>
                    </a:lnTo>
                    <a:lnTo>
                      <a:pt x="3" y="621"/>
                    </a:lnTo>
                    <a:lnTo>
                      <a:pt x="3" y="597"/>
                    </a:lnTo>
                    <a:lnTo>
                      <a:pt x="4" y="596"/>
                    </a:lnTo>
                    <a:lnTo>
                      <a:pt x="3" y="590"/>
                    </a:lnTo>
                    <a:lnTo>
                      <a:pt x="3" y="585"/>
                    </a:lnTo>
                    <a:lnTo>
                      <a:pt x="4" y="582"/>
                    </a:lnTo>
                    <a:lnTo>
                      <a:pt x="4" y="579"/>
                    </a:lnTo>
                    <a:lnTo>
                      <a:pt x="3" y="577"/>
                    </a:lnTo>
                    <a:lnTo>
                      <a:pt x="3" y="570"/>
                    </a:lnTo>
                    <a:lnTo>
                      <a:pt x="4" y="570"/>
                    </a:lnTo>
                    <a:lnTo>
                      <a:pt x="1" y="531"/>
                    </a:lnTo>
                    <a:lnTo>
                      <a:pt x="3" y="532"/>
                    </a:lnTo>
                    <a:lnTo>
                      <a:pt x="3" y="528"/>
                    </a:lnTo>
                    <a:lnTo>
                      <a:pt x="1" y="525"/>
                    </a:lnTo>
                    <a:lnTo>
                      <a:pt x="3" y="523"/>
                    </a:lnTo>
                    <a:lnTo>
                      <a:pt x="3" y="518"/>
                    </a:lnTo>
                    <a:lnTo>
                      <a:pt x="4" y="517"/>
                    </a:lnTo>
                    <a:lnTo>
                      <a:pt x="3" y="514"/>
                    </a:lnTo>
                    <a:lnTo>
                      <a:pt x="3" y="473"/>
                    </a:lnTo>
                    <a:lnTo>
                      <a:pt x="4" y="442"/>
                    </a:lnTo>
                    <a:lnTo>
                      <a:pt x="4" y="438"/>
                    </a:lnTo>
                    <a:lnTo>
                      <a:pt x="3" y="435"/>
                    </a:lnTo>
                    <a:lnTo>
                      <a:pt x="3" y="431"/>
                    </a:lnTo>
                    <a:lnTo>
                      <a:pt x="1" y="444"/>
                    </a:lnTo>
                    <a:lnTo>
                      <a:pt x="3" y="427"/>
                    </a:lnTo>
                    <a:lnTo>
                      <a:pt x="1" y="402"/>
                    </a:lnTo>
                    <a:lnTo>
                      <a:pt x="1" y="379"/>
                    </a:lnTo>
                    <a:lnTo>
                      <a:pt x="3" y="343"/>
                    </a:lnTo>
                    <a:lnTo>
                      <a:pt x="3" y="307"/>
                    </a:lnTo>
                    <a:lnTo>
                      <a:pt x="4" y="275"/>
                    </a:lnTo>
                    <a:lnTo>
                      <a:pt x="3" y="272"/>
                    </a:lnTo>
                    <a:lnTo>
                      <a:pt x="3" y="270"/>
                    </a:lnTo>
                    <a:lnTo>
                      <a:pt x="4" y="270"/>
                    </a:lnTo>
                    <a:lnTo>
                      <a:pt x="4" y="264"/>
                    </a:lnTo>
                    <a:lnTo>
                      <a:pt x="3" y="261"/>
                    </a:lnTo>
                    <a:lnTo>
                      <a:pt x="3" y="259"/>
                    </a:lnTo>
                    <a:lnTo>
                      <a:pt x="4" y="253"/>
                    </a:lnTo>
                    <a:lnTo>
                      <a:pt x="3" y="250"/>
                    </a:lnTo>
                    <a:lnTo>
                      <a:pt x="3" y="242"/>
                    </a:lnTo>
                    <a:lnTo>
                      <a:pt x="4" y="234"/>
                    </a:lnTo>
                    <a:lnTo>
                      <a:pt x="3" y="228"/>
                    </a:lnTo>
                    <a:lnTo>
                      <a:pt x="3" y="210"/>
                    </a:lnTo>
                    <a:lnTo>
                      <a:pt x="4" y="210"/>
                    </a:lnTo>
                    <a:lnTo>
                      <a:pt x="4" y="205"/>
                    </a:lnTo>
                    <a:lnTo>
                      <a:pt x="3" y="205"/>
                    </a:lnTo>
                    <a:lnTo>
                      <a:pt x="3" y="189"/>
                    </a:lnTo>
                    <a:lnTo>
                      <a:pt x="4" y="185"/>
                    </a:lnTo>
                    <a:lnTo>
                      <a:pt x="4" y="166"/>
                    </a:lnTo>
                    <a:lnTo>
                      <a:pt x="3" y="166"/>
                    </a:lnTo>
                    <a:lnTo>
                      <a:pt x="3" y="165"/>
                    </a:lnTo>
                    <a:lnTo>
                      <a:pt x="4" y="163"/>
                    </a:lnTo>
                    <a:lnTo>
                      <a:pt x="4" y="154"/>
                    </a:lnTo>
                    <a:lnTo>
                      <a:pt x="3" y="154"/>
                    </a:lnTo>
                    <a:lnTo>
                      <a:pt x="3" y="130"/>
                    </a:lnTo>
                    <a:lnTo>
                      <a:pt x="4" y="129"/>
                    </a:lnTo>
                    <a:lnTo>
                      <a:pt x="4" y="124"/>
                    </a:lnTo>
                    <a:lnTo>
                      <a:pt x="3" y="121"/>
                    </a:lnTo>
                    <a:lnTo>
                      <a:pt x="3" y="112"/>
                    </a:lnTo>
                    <a:lnTo>
                      <a:pt x="4" y="107"/>
                    </a:lnTo>
                    <a:lnTo>
                      <a:pt x="3" y="107"/>
                    </a:lnTo>
                    <a:lnTo>
                      <a:pt x="3" y="106"/>
                    </a:lnTo>
                    <a:lnTo>
                      <a:pt x="4" y="106"/>
                    </a:lnTo>
                    <a:lnTo>
                      <a:pt x="3" y="98"/>
                    </a:lnTo>
                    <a:lnTo>
                      <a:pt x="3" y="75"/>
                    </a:lnTo>
                    <a:lnTo>
                      <a:pt x="4" y="62"/>
                    </a:lnTo>
                    <a:lnTo>
                      <a:pt x="4" y="50"/>
                    </a:lnTo>
                    <a:lnTo>
                      <a:pt x="3" y="12"/>
                    </a:lnTo>
                    <a:lnTo>
                      <a:pt x="3" y="2"/>
                    </a:lnTo>
                    <a:lnTo>
                      <a:pt x="18" y="0"/>
                    </a:lnTo>
                    <a:close/>
                  </a:path>
                </a:pathLst>
              </a:custGeom>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23" name="Freeform 163">
                <a:extLst>
                  <a:ext uri="{FF2B5EF4-FFF2-40B4-BE49-F238E27FC236}">
                    <a16:creationId xmlns:a16="http://schemas.microsoft.com/office/drawing/2014/main" id="{FBD3BC5A-E477-47AE-908E-58AE54D5E68C}"/>
                  </a:ext>
                </a:extLst>
              </p:cNvPr>
              <p:cNvSpPr>
                <a:spLocks noEditPoints="1"/>
              </p:cNvSpPr>
              <p:nvPr/>
            </p:nvSpPr>
            <p:spPr bwMode="auto">
              <a:xfrm>
                <a:off x="4040188" y="3801859"/>
                <a:ext cx="555625" cy="1028904"/>
              </a:xfrm>
              <a:custGeom>
                <a:avLst/>
                <a:gdLst/>
                <a:ahLst/>
                <a:cxnLst>
                  <a:cxn ang="0">
                    <a:pos x="321" y="962"/>
                  </a:cxn>
                  <a:cxn ang="0">
                    <a:pos x="2" y="650"/>
                  </a:cxn>
                  <a:cxn ang="0">
                    <a:pos x="316" y="325"/>
                  </a:cxn>
                  <a:cxn ang="0">
                    <a:pos x="319" y="214"/>
                  </a:cxn>
                  <a:cxn ang="0">
                    <a:pos x="104" y="0"/>
                  </a:cxn>
                  <a:cxn ang="0">
                    <a:pos x="268" y="3"/>
                  </a:cxn>
                  <a:cxn ang="0">
                    <a:pos x="349" y="166"/>
                  </a:cxn>
                  <a:cxn ang="0">
                    <a:pos x="347" y="264"/>
                  </a:cxn>
                  <a:cxn ang="0">
                    <a:pos x="346" y="411"/>
                  </a:cxn>
                  <a:cxn ang="0">
                    <a:pos x="344" y="537"/>
                  </a:cxn>
                  <a:cxn ang="0">
                    <a:pos x="343" y="616"/>
                  </a:cxn>
                  <a:cxn ang="0">
                    <a:pos x="341" y="708"/>
                  </a:cxn>
                  <a:cxn ang="0">
                    <a:pos x="341" y="753"/>
                  </a:cxn>
                  <a:cxn ang="0">
                    <a:pos x="339" y="877"/>
                  </a:cxn>
                  <a:cxn ang="0">
                    <a:pos x="336" y="976"/>
                  </a:cxn>
                  <a:cxn ang="0">
                    <a:pos x="338" y="1038"/>
                  </a:cxn>
                  <a:cxn ang="0">
                    <a:pos x="333" y="1088"/>
                  </a:cxn>
                  <a:cxn ang="0">
                    <a:pos x="330" y="1155"/>
                  </a:cxn>
                  <a:cxn ang="0">
                    <a:pos x="330" y="1211"/>
                  </a:cxn>
                  <a:cxn ang="0">
                    <a:pos x="325" y="1262"/>
                  </a:cxn>
                  <a:cxn ang="0">
                    <a:pos x="322" y="1231"/>
                  </a:cxn>
                  <a:cxn ang="0">
                    <a:pos x="325" y="1186"/>
                  </a:cxn>
                  <a:cxn ang="0">
                    <a:pos x="322" y="1125"/>
                  </a:cxn>
                  <a:cxn ang="0">
                    <a:pos x="324" y="1059"/>
                  </a:cxn>
                  <a:cxn ang="0">
                    <a:pos x="324" y="1046"/>
                  </a:cxn>
                  <a:cxn ang="0">
                    <a:pos x="327" y="1010"/>
                  </a:cxn>
                  <a:cxn ang="0">
                    <a:pos x="318" y="987"/>
                  </a:cxn>
                  <a:cxn ang="0">
                    <a:pos x="329" y="962"/>
                  </a:cxn>
                  <a:cxn ang="0">
                    <a:pos x="324" y="916"/>
                  </a:cxn>
                  <a:cxn ang="0">
                    <a:pos x="322" y="847"/>
                  </a:cxn>
                  <a:cxn ang="0">
                    <a:pos x="324" y="778"/>
                  </a:cxn>
                  <a:cxn ang="0">
                    <a:pos x="324" y="705"/>
                  </a:cxn>
                  <a:cxn ang="0">
                    <a:pos x="321" y="638"/>
                  </a:cxn>
                  <a:cxn ang="0">
                    <a:pos x="319" y="584"/>
                  </a:cxn>
                  <a:cxn ang="0">
                    <a:pos x="322" y="525"/>
                  </a:cxn>
                  <a:cxn ang="0">
                    <a:pos x="322" y="456"/>
                  </a:cxn>
                  <a:cxn ang="0">
                    <a:pos x="321" y="379"/>
                  </a:cxn>
                  <a:cxn ang="0">
                    <a:pos x="318" y="283"/>
                  </a:cxn>
                  <a:cxn ang="0">
                    <a:pos x="321" y="256"/>
                  </a:cxn>
                  <a:cxn ang="0">
                    <a:pos x="321" y="185"/>
                  </a:cxn>
                  <a:cxn ang="0">
                    <a:pos x="318" y="79"/>
                  </a:cxn>
                  <a:cxn ang="0">
                    <a:pos x="308" y="34"/>
                  </a:cxn>
                  <a:cxn ang="0">
                    <a:pos x="186" y="39"/>
                  </a:cxn>
                  <a:cxn ang="0">
                    <a:pos x="42" y="44"/>
                  </a:cxn>
                  <a:cxn ang="0">
                    <a:pos x="40" y="132"/>
                  </a:cxn>
                  <a:cxn ang="0">
                    <a:pos x="40" y="328"/>
                  </a:cxn>
                  <a:cxn ang="0">
                    <a:pos x="42" y="368"/>
                  </a:cxn>
                  <a:cxn ang="0">
                    <a:pos x="40" y="765"/>
                  </a:cxn>
                  <a:cxn ang="0">
                    <a:pos x="36" y="1156"/>
                  </a:cxn>
                  <a:cxn ang="0">
                    <a:pos x="51" y="1259"/>
                  </a:cxn>
                  <a:cxn ang="0">
                    <a:pos x="183" y="1271"/>
                  </a:cxn>
                  <a:cxn ang="0">
                    <a:pos x="274" y="1273"/>
                  </a:cxn>
                  <a:cxn ang="0">
                    <a:pos x="322" y="1279"/>
                  </a:cxn>
                  <a:cxn ang="0">
                    <a:pos x="308" y="1285"/>
                  </a:cxn>
                  <a:cxn ang="0">
                    <a:pos x="3" y="983"/>
                  </a:cxn>
                  <a:cxn ang="0">
                    <a:pos x="2" y="771"/>
                  </a:cxn>
                  <a:cxn ang="0">
                    <a:pos x="5" y="697"/>
                  </a:cxn>
                  <a:cxn ang="0">
                    <a:pos x="5" y="534"/>
                  </a:cxn>
                  <a:cxn ang="0">
                    <a:pos x="6" y="320"/>
                  </a:cxn>
                  <a:cxn ang="0">
                    <a:pos x="3" y="255"/>
                  </a:cxn>
                  <a:cxn ang="0">
                    <a:pos x="5" y="200"/>
                  </a:cxn>
                  <a:cxn ang="0">
                    <a:pos x="3" y="134"/>
                  </a:cxn>
                  <a:cxn ang="0">
                    <a:pos x="5" y="6"/>
                  </a:cxn>
                </a:cxnLst>
                <a:rect l="0" t="0" r="r" b="b"/>
                <a:pathLst>
                  <a:path w="350" h="1294">
                    <a:moveTo>
                      <a:pt x="333" y="1159"/>
                    </a:moveTo>
                    <a:lnTo>
                      <a:pt x="333" y="1161"/>
                    </a:lnTo>
                    <a:lnTo>
                      <a:pt x="333" y="1159"/>
                    </a:lnTo>
                    <a:close/>
                    <a:moveTo>
                      <a:pt x="324" y="1018"/>
                    </a:moveTo>
                    <a:lnTo>
                      <a:pt x="324" y="1020"/>
                    </a:lnTo>
                    <a:lnTo>
                      <a:pt x="322" y="1020"/>
                    </a:lnTo>
                    <a:lnTo>
                      <a:pt x="324" y="1018"/>
                    </a:lnTo>
                    <a:close/>
                    <a:moveTo>
                      <a:pt x="338" y="1015"/>
                    </a:moveTo>
                    <a:lnTo>
                      <a:pt x="338" y="1017"/>
                    </a:lnTo>
                    <a:lnTo>
                      <a:pt x="338" y="1015"/>
                    </a:lnTo>
                    <a:close/>
                    <a:moveTo>
                      <a:pt x="319" y="959"/>
                    </a:moveTo>
                    <a:lnTo>
                      <a:pt x="321" y="962"/>
                    </a:lnTo>
                    <a:lnTo>
                      <a:pt x="321" y="965"/>
                    </a:lnTo>
                    <a:lnTo>
                      <a:pt x="319" y="962"/>
                    </a:lnTo>
                    <a:lnTo>
                      <a:pt x="319" y="959"/>
                    </a:lnTo>
                    <a:close/>
                    <a:moveTo>
                      <a:pt x="322" y="762"/>
                    </a:moveTo>
                    <a:lnTo>
                      <a:pt x="322" y="764"/>
                    </a:lnTo>
                    <a:lnTo>
                      <a:pt x="322" y="762"/>
                    </a:lnTo>
                    <a:close/>
                    <a:moveTo>
                      <a:pt x="324" y="761"/>
                    </a:moveTo>
                    <a:lnTo>
                      <a:pt x="324" y="762"/>
                    </a:lnTo>
                    <a:lnTo>
                      <a:pt x="322" y="762"/>
                    </a:lnTo>
                    <a:lnTo>
                      <a:pt x="324" y="761"/>
                    </a:lnTo>
                    <a:close/>
                    <a:moveTo>
                      <a:pt x="2" y="649"/>
                    </a:moveTo>
                    <a:lnTo>
                      <a:pt x="2" y="650"/>
                    </a:lnTo>
                    <a:lnTo>
                      <a:pt x="2" y="649"/>
                    </a:lnTo>
                    <a:close/>
                    <a:moveTo>
                      <a:pt x="318" y="467"/>
                    </a:moveTo>
                    <a:lnTo>
                      <a:pt x="319" y="467"/>
                    </a:lnTo>
                    <a:lnTo>
                      <a:pt x="319" y="472"/>
                    </a:lnTo>
                    <a:lnTo>
                      <a:pt x="318" y="470"/>
                    </a:lnTo>
                    <a:lnTo>
                      <a:pt x="318" y="467"/>
                    </a:lnTo>
                    <a:close/>
                    <a:moveTo>
                      <a:pt x="318" y="387"/>
                    </a:moveTo>
                    <a:lnTo>
                      <a:pt x="318" y="393"/>
                    </a:lnTo>
                    <a:lnTo>
                      <a:pt x="318" y="387"/>
                    </a:lnTo>
                    <a:close/>
                    <a:moveTo>
                      <a:pt x="316" y="325"/>
                    </a:moveTo>
                    <a:lnTo>
                      <a:pt x="316" y="326"/>
                    </a:lnTo>
                    <a:lnTo>
                      <a:pt x="316" y="325"/>
                    </a:lnTo>
                    <a:close/>
                    <a:moveTo>
                      <a:pt x="346" y="320"/>
                    </a:moveTo>
                    <a:lnTo>
                      <a:pt x="347" y="321"/>
                    </a:lnTo>
                    <a:lnTo>
                      <a:pt x="347" y="325"/>
                    </a:lnTo>
                    <a:lnTo>
                      <a:pt x="346" y="320"/>
                    </a:lnTo>
                    <a:close/>
                    <a:moveTo>
                      <a:pt x="318" y="191"/>
                    </a:moveTo>
                    <a:lnTo>
                      <a:pt x="319" y="197"/>
                    </a:lnTo>
                    <a:lnTo>
                      <a:pt x="319" y="200"/>
                    </a:lnTo>
                    <a:lnTo>
                      <a:pt x="322" y="207"/>
                    </a:lnTo>
                    <a:lnTo>
                      <a:pt x="322" y="211"/>
                    </a:lnTo>
                    <a:lnTo>
                      <a:pt x="321" y="213"/>
                    </a:lnTo>
                    <a:lnTo>
                      <a:pt x="321" y="214"/>
                    </a:lnTo>
                    <a:lnTo>
                      <a:pt x="319" y="214"/>
                    </a:lnTo>
                    <a:lnTo>
                      <a:pt x="319" y="205"/>
                    </a:lnTo>
                    <a:lnTo>
                      <a:pt x="318" y="203"/>
                    </a:lnTo>
                    <a:lnTo>
                      <a:pt x="318" y="191"/>
                    </a:lnTo>
                    <a:close/>
                    <a:moveTo>
                      <a:pt x="316" y="121"/>
                    </a:moveTo>
                    <a:lnTo>
                      <a:pt x="318" y="123"/>
                    </a:lnTo>
                    <a:lnTo>
                      <a:pt x="318" y="124"/>
                    </a:lnTo>
                    <a:lnTo>
                      <a:pt x="316" y="121"/>
                    </a:lnTo>
                    <a:close/>
                    <a:moveTo>
                      <a:pt x="3" y="16"/>
                    </a:moveTo>
                    <a:lnTo>
                      <a:pt x="3" y="17"/>
                    </a:lnTo>
                    <a:lnTo>
                      <a:pt x="3" y="16"/>
                    </a:lnTo>
                    <a:close/>
                    <a:moveTo>
                      <a:pt x="23" y="0"/>
                    </a:moveTo>
                    <a:lnTo>
                      <a:pt x="104" y="0"/>
                    </a:lnTo>
                    <a:lnTo>
                      <a:pt x="124" y="2"/>
                    </a:lnTo>
                    <a:lnTo>
                      <a:pt x="129" y="0"/>
                    </a:lnTo>
                    <a:lnTo>
                      <a:pt x="130" y="2"/>
                    </a:lnTo>
                    <a:lnTo>
                      <a:pt x="167" y="2"/>
                    </a:lnTo>
                    <a:lnTo>
                      <a:pt x="203" y="3"/>
                    </a:lnTo>
                    <a:lnTo>
                      <a:pt x="203" y="2"/>
                    </a:lnTo>
                    <a:lnTo>
                      <a:pt x="211" y="2"/>
                    </a:lnTo>
                    <a:lnTo>
                      <a:pt x="212" y="3"/>
                    </a:lnTo>
                    <a:lnTo>
                      <a:pt x="215" y="3"/>
                    </a:lnTo>
                    <a:lnTo>
                      <a:pt x="237" y="2"/>
                    </a:lnTo>
                    <a:lnTo>
                      <a:pt x="265" y="2"/>
                    </a:lnTo>
                    <a:lnTo>
                      <a:pt x="268" y="3"/>
                    </a:lnTo>
                    <a:lnTo>
                      <a:pt x="274" y="3"/>
                    </a:lnTo>
                    <a:lnTo>
                      <a:pt x="284" y="2"/>
                    </a:lnTo>
                    <a:lnTo>
                      <a:pt x="350" y="2"/>
                    </a:lnTo>
                    <a:lnTo>
                      <a:pt x="350" y="16"/>
                    </a:lnTo>
                    <a:lnTo>
                      <a:pt x="349" y="19"/>
                    </a:lnTo>
                    <a:lnTo>
                      <a:pt x="349" y="42"/>
                    </a:lnTo>
                    <a:lnTo>
                      <a:pt x="350" y="42"/>
                    </a:lnTo>
                    <a:lnTo>
                      <a:pt x="350" y="70"/>
                    </a:lnTo>
                    <a:lnTo>
                      <a:pt x="349" y="67"/>
                    </a:lnTo>
                    <a:lnTo>
                      <a:pt x="349" y="151"/>
                    </a:lnTo>
                    <a:lnTo>
                      <a:pt x="350" y="169"/>
                    </a:lnTo>
                    <a:lnTo>
                      <a:pt x="349" y="166"/>
                    </a:lnTo>
                    <a:lnTo>
                      <a:pt x="349" y="189"/>
                    </a:lnTo>
                    <a:lnTo>
                      <a:pt x="347" y="203"/>
                    </a:lnTo>
                    <a:lnTo>
                      <a:pt x="347" y="221"/>
                    </a:lnTo>
                    <a:lnTo>
                      <a:pt x="346" y="219"/>
                    </a:lnTo>
                    <a:lnTo>
                      <a:pt x="346" y="231"/>
                    </a:lnTo>
                    <a:lnTo>
                      <a:pt x="344" y="236"/>
                    </a:lnTo>
                    <a:lnTo>
                      <a:pt x="347" y="242"/>
                    </a:lnTo>
                    <a:lnTo>
                      <a:pt x="347" y="248"/>
                    </a:lnTo>
                    <a:lnTo>
                      <a:pt x="346" y="244"/>
                    </a:lnTo>
                    <a:lnTo>
                      <a:pt x="346" y="262"/>
                    </a:lnTo>
                    <a:lnTo>
                      <a:pt x="347" y="262"/>
                    </a:lnTo>
                    <a:lnTo>
                      <a:pt x="347" y="264"/>
                    </a:lnTo>
                    <a:lnTo>
                      <a:pt x="346" y="264"/>
                    </a:lnTo>
                    <a:lnTo>
                      <a:pt x="346" y="335"/>
                    </a:lnTo>
                    <a:lnTo>
                      <a:pt x="347" y="342"/>
                    </a:lnTo>
                    <a:lnTo>
                      <a:pt x="346" y="346"/>
                    </a:lnTo>
                    <a:lnTo>
                      <a:pt x="346" y="352"/>
                    </a:lnTo>
                    <a:lnTo>
                      <a:pt x="347" y="352"/>
                    </a:lnTo>
                    <a:lnTo>
                      <a:pt x="347" y="377"/>
                    </a:lnTo>
                    <a:lnTo>
                      <a:pt x="346" y="374"/>
                    </a:lnTo>
                    <a:lnTo>
                      <a:pt x="346" y="380"/>
                    </a:lnTo>
                    <a:lnTo>
                      <a:pt x="344" y="380"/>
                    </a:lnTo>
                    <a:lnTo>
                      <a:pt x="344" y="411"/>
                    </a:lnTo>
                    <a:lnTo>
                      <a:pt x="346" y="411"/>
                    </a:lnTo>
                    <a:lnTo>
                      <a:pt x="346" y="447"/>
                    </a:lnTo>
                    <a:lnTo>
                      <a:pt x="344" y="447"/>
                    </a:lnTo>
                    <a:lnTo>
                      <a:pt x="344" y="460"/>
                    </a:lnTo>
                    <a:lnTo>
                      <a:pt x="346" y="461"/>
                    </a:lnTo>
                    <a:lnTo>
                      <a:pt x="346" y="463"/>
                    </a:lnTo>
                    <a:lnTo>
                      <a:pt x="347" y="464"/>
                    </a:lnTo>
                    <a:lnTo>
                      <a:pt x="347" y="469"/>
                    </a:lnTo>
                    <a:lnTo>
                      <a:pt x="346" y="469"/>
                    </a:lnTo>
                    <a:lnTo>
                      <a:pt x="347" y="480"/>
                    </a:lnTo>
                    <a:lnTo>
                      <a:pt x="346" y="480"/>
                    </a:lnTo>
                    <a:lnTo>
                      <a:pt x="346" y="508"/>
                    </a:lnTo>
                    <a:lnTo>
                      <a:pt x="344" y="537"/>
                    </a:lnTo>
                    <a:lnTo>
                      <a:pt x="344" y="562"/>
                    </a:lnTo>
                    <a:lnTo>
                      <a:pt x="347" y="560"/>
                    </a:lnTo>
                    <a:lnTo>
                      <a:pt x="346" y="574"/>
                    </a:lnTo>
                    <a:lnTo>
                      <a:pt x="344" y="587"/>
                    </a:lnTo>
                    <a:lnTo>
                      <a:pt x="344" y="588"/>
                    </a:lnTo>
                    <a:lnTo>
                      <a:pt x="343" y="593"/>
                    </a:lnTo>
                    <a:lnTo>
                      <a:pt x="346" y="598"/>
                    </a:lnTo>
                    <a:lnTo>
                      <a:pt x="344" y="598"/>
                    </a:lnTo>
                    <a:lnTo>
                      <a:pt x="344" y="604"/>
                    </a:lnTo>
                    <a:lnTo>
                      <a:pt x="343" y="604"/>
                    </a:lnTo>
                    <a:lnTo>
                      <a:pt x="344" y="612"/>
                    </a:lnTo>
                    <a:lnTo>
                      <a:pt x="343" y="616"/>
                    </a:lnTo>
                    <a:lnTo>
                      <a:pt x="343" y="621"/>
                    </a:lnTo>
                    <a:lnTo>
                      <a:pt x="344" y="629"/>
                    </a:lnTo>
                    <a:lnTo>
                      <a:pt x="343" y="627"/>
                    </a:lnTo>
                    <a:lnTo>
                      <a:pt x="343" y="660"/>
                    </a:lnTo>
                    <a:lnTo>
                      <a:pt x="341" y="657"/>
                    </a:lnTo>
                    <a:lnTo>
                      <a:pt x="341" y="672"/>
                    </a:lnTo>
                    <a:lnTo>
                      <a:pt x="343" y="669"/>
                    </a:lnTo>
                    <a:lnTo>
                      <a:pt x="341" y="678"/>
                    </a:lnTo>
                    <a:lnTo>
                      <a:pt x="341" y="697"/>
                    </a:lnTo>
                    <a:lnTo>
                      <a:pt x="343" y="700"/>
                    </a:lnTo>
                    <a:lnTo>
                      <a:pt x="343" y="709"/>
                    </a:lnTo>
                    <a:lnTo>
                      <a:pt x="341" y="708"/>
                    </a:lnTo>
                    <a:lnTo>
                      <a:pt x="341" y="706"/>
                    </a:lnTo>
                    <a:lnTo>
                      <a:pt x="339" y="709"/>
                    </a:lnTo>
                    <a:lnTo>
                      <a:pt x="339" y="717"/>
                    </a:lnTo>
                    <a:lnTo>
                      <a:pt x="341" y="722"/>
                    </a:lnTo>
                    <a:lnTo>
                      <a:pt x="341" y="731"/>
                    </a:lnTo>
                    <a:lnTo>
                      <a:pt x="339" y="731"/>
                    </a:lnTo>
                    <a:lnTo>
                      <a:pt x="339" y="740"/>
                    </a:lnTo>
                    <a:lnTo>
                      <a:pt x="341" y="742"/>
                    </a:lnTo>
                    <a:lnTo>
                      <a:pt x="341" y="751"/>
                    </a:lnTo>
                    <a:lnTo>
                      <a:pt x="343" y="754"/>
                    </a:lnTo>
                    <a:lnTo>
                      <a:pt x="343" y="757"/>
                    </a:lnTo>
                    <a:lnTo>
                      <a:pt x="341" y="753"/>
                    </a:lnTo>
                    <a:lnTo>
                      <a:pt x="341" y="759"/>
                    </a:lnTo>
                    <a:lnTo>
                      <a:pt x="339" y="762"/>
                    </a:lnTo>
                    <a:lnTo>
                      <a:pt x="339" y="775"/>
                    </a:lnTo>
                    <a:lnTo>
                      <a:pt x="341" y="779"/>
                    </a:lnTo>
                    <a:lnTo>
                      <a:pt x="341" y="801"/>
                    </a:lnTo>
                    <a:lnTo>
                      <a:pt x="339" y="799"/>
                    </a:lnTo>
                    <a:lnTo>
                      <a:pt x="339" y="802"/>
                    </a:lnTo>
                    <a:lnTo>
                      <a:pt x="338" y="815"/>
                    </a:lnTo>
                    <a:lnTo>
                      <a:pt x="339" y="826"/>
                    </a:lnTo>
                    <a:lnTo>
                      <a:pt x="338" y="838"/>
                    </a:lnTo>
                    <a:lnTo>
                      <a:pt x="339" y="838"/>
                    </a:lnTo>
                    <a:lnTo>
                      <a:pt x="339" y="877"/>
                    </a:lnTo>
                    <a:lnTo>
                      <a:pt x="341" y="880"/>
                    </a:lnTo>
                    <a:lnTo>
                      <a:pt x="341" y="885"/>
                    </a:lnTo>
                    <a:lnTo>
                      <a:pt x="339" y="889"/>
                    </a:lnTo>
                    <a:lnTo>
                      <a:pt x="339" y="896"/>
                    </a:lnTo>
                    <a:lnTo>
                      <a:pt x="338" y="897"/>
                    </a:lnTo>
                    <a:lnTo>
                      <a:pt x="336" y="900"/>
                    </a:lnTo>
                    <a:lnTo>
                      <a:pt x="338" y="913"/>
                    </a:lnTo>
                    <a:lnTo>
                      <a:pt x="338" y="925"/>
                    </a:lnTo>
                    <a:lnTo>
                      <a:pt x="339" y="938"/>
                    </a:lnTo>
                    <a:lnTo>
                      <a:pt x="338" y="938"/>
                    </a:lnTo>
                    <a:lnTo>
                      <a:pt x="338" y="976"/>
                    </a:lnTo>
                    <a:lnTo>
                      <a:pt x="336" y="976"/>
                    </a:lnTo>
                    <a:lnTo>
                      <a:pt x="336" y="983"/>
                    </a:lnTo>
                    <a:lnTo>
                      <a:pt x="338" y="981"/>
                    </a:lnTo>
                    <a:lnTo>
                      <a:pt x="338" y="1000"/>
                    </a:lnTo>
                    <a:lnTo>
                      <a:pt x="336" y="1001"/>
                    </a:lnTo>
                    <a:lnTo>
                      <a:pt x="336" y="1015"/>
                    </a:lnTo>
                    <a:lnTo>
                      <a:pt x="338" y="1017"/>
                    </a:lnTo>
                    <a:lnTo>
                      <a:pt x="336" y="1021"/>
                    </a:lnTo>
                    <a:lnTo>
                      <a:pt x="338" y="1023"/>
                    </a:lnTo>
                    <a:lnTo>
                      <a:pt x="338" y="1028"/>
                    </a:lnTo>
                    <a:lnTo>
                      <a:pt x="336" y="1029"/>
                    </a:lnTo>
                    <a:lnTo>
                      <a:pt x="336" y="1032"/>
                    </a:lnTo>
                    <a:lnTo>
                      <a:pt x="338" y="1038"/>
                    </a:lnTo>
                    <a:lnTo>
                      <a:pt x="336" y="1038"/>
                    </a:lnTo>
                    <a:lnTo>
                      <a:pt x="338" y="1048"/>
                    </a:lnTo>
                    <a:lnTo>
                      <a:pt x="336" y="1043"/>
                    </a:lnTo>
                    <a:lnTo>
                      <a:pt x="336" y="1041"/>
                    </a:lnTo>
                    <a:lnTo>
                      <a:pt x="335" y="1040"/>
                    </a:lnTo>
                    <a:lnTo>
                      <a:pt x="335" y="1051"/>
                    </a:lnTo>
                    <a:lnTo>
                      <a:pt x="336" y="1054"/>
                    </a:lnTo>
                    <a:lnTo>
                      <a:pt x="336" y="1057"/>
                    </a:lnTo>
                    <a:lnTo>
                      <a:pt x="335" y="1057"/>
                    </a:lnTo>
                    <a:lnTo>
                      <a:pt x="335" y="1065"/>
                    </a:lnTo>
                    <a:lnTo>
                      <a:pt x="333" y="1065"/>
                    </a:lnTo>
                    <a:lnTo>
                      <a:pt x="333" y="1088"/>
                    </a:lnTo>
                    <a:lnTo>
                      <a:pt x="335" y="1100"/>
                    </a:lnTo>
                    <a:lnTo>
                      <a:pt x="333" y="1102"/>
                    </a:lnTo>
                    <a:lnTo>
                      <a:pt x="333" y="1110"/>
                    </a:lnTo>
                    <a:lnTo>
                      <a:pt x="335" y="1119"/>
                    </a:lnTo>
                    <a:lnTo>
                      <a:pt x="335" y="1125"/>
                    </a:lnTo>
                    <a:lnTo>
                      <a:pt x="333" y="1127"/>
                    </a:lnTo>
                    <a:lnTo>
                      <a:pt x="333" y="1147"/>
                    </a:lnTo>
                    <a:lnTo>
                      <a:pt x="332" y="1149"/>
                    </a:lnTo>
                    <a:lnTo>
                      <a:pt x="333" y="1159"/>
                    </a:lnTo>
                    <a:lnTo>
                      <a:pt x="332" y="1158"/>
                    </a:lnTo>
                    <a:lnTo>
                      <a:pt x="332" y="1153"/>
                    </a:lnTo>
                    <a:lnTo>
                      <a:pt x="330" y="1155"/>
                    </a:lnTo>
                    <a:lnTo>
                      <a:pt x="330" y="1170"/>
                    </a:lnTo>
                    <a:lnTo>
                      <a:pt x="329" y="1169"/>
                    </a:lnTo>
                    <a:lnTo>
                      <a:pt x="329" y="1178"/>
                    </a:lnTo>
                    <a:lnTo>
                      <a:pt x="330" y="1189"/>
                    </a:lnTo>
                    <a:lnTo>
                      <a:pt x="332" y="1198"/>
                    </a:lnTo>
                    <a:lnTo>
                      <a:pt x="332" y="1208"/>
                    </a:lnTo>
                    <a:lnTo>
                      <a:pt x="330" y="1206"/>
                    </a:lnTo>
                    <a:lnTo>
                      <a:pt x="330" y="1203"/>
                    </a:lnTo>
                    <a:lnTo>
                      <a:pt x="329" y="1203"/>
                    </a:lnTo>
                    <a:lnTo>
                      <a:pt x="329" y="1206"/>
                    </a:lnTo>
                    <a:lnTo>
                      <a:pt x="327" y="1208"/>
                    </a:lnTo>
                    <a:lnTo>
                      <a:pt x="330" y="1211"/>
                    </a:lnTo>
                    <a:lnTo>
                      <a:pt x="330" y="1214"/>
                    </a:lnTo>
                    <a:lnTo>
                      <a:pt x="329" y="1215"/>
                    </a:lnTo>
                    <a:lnTo>
                      <a:pt x="327" y="1215"/>
                    </a:lnTo>
                    <a:lnTo>
                      <a:pt x="327" y="1231"/>
                    </a:lnTo>
                    <a:lnTo>
                      <a:pt x="325" y="1231"/>
                    </a:lnTo>
                    <a:lnTo>
                      <a:pt x="325" y="1237"/>
                    </a:lnTo>
                    <a:lnTo>
                      <a:pt x="327" y="1239"/>
                    </a:lnTo>
                    <a:lnTo>
                      <a:pt x="327" y="1240"/>
                    </a:lnTo>
                    <a:lnTo>
                      <a:pt x="329" y="1242"/>
                    </a:lnTo>
                    <a:lnTo>
                      <a:pt x="327" y="1251"/>
                    </a:lnTo>
                    <a:lnTo>
                      <a:pt x="327" y="1257"/>
                    </a:lnTo>
                    <a:lnTo>
                      <a:pt x="325" y="1262"/>
                    </a:lnTo>
                    <a:lnTo>
                      <a:pt x="325" y="1273"/>
                    </a:lnTo>
                    <a:lnTo>
                      <a:pt x="324" y="1270"/>
                    </a:lnTo>
                    <a:lnTo>
                      <a:pt x="324" y="1248"/>
                    </a:lnTo>
                    <a:lnTo>
                      <a:pt x="322" y="1251"/>
                    </a:lnTo>
                    <a:lnTo>
                      <a:pt x="322" y="1260"/>
                    </a:lnTo>
                    <a:lnTo>
                      <a:pt x="321" y="1257"/>
                    </a:lnTo>
                    <a:lnTo>
                      <a:pt x="321" y="1248"/>
                    </a:lnTo>
                    <a:lnTo>
                      <a:pt x="322" y="1248"/>
                    </a:lnTo>
                    <a:lnTo>
                      <a:pt x="324" y="1245"/>
                    </a:lnTo>
                    <a:lnTo>
                      <a:pt x="324" y="1234"/>
                    </a:lnTo>
                    <a:lnTo>
                      <a:pt x="322" y="1232"/>
                    </a:lnTo>
                    <a:lnTo>
                      <a:pt x="322" y="1231"/>
                    </a:lnTo>
                    <a:lnTo>
                      <a:pt x="321" y="1231"/>
                    </a:lnTo>
                    <a:lnTo>
                      <a:pt x="321" y="1226"/>
                    </a:lnTo>
                    <a:lnTo>
                      <a:pt x="322" y="1226"/>
                    </a:lnTo>
                    <a:lnTo>
                      <a:pt x="322" y="1209"/>
                    </a:lnTo>
                    <a:lnTo>
                      <a:pt x="321" y="1200"/>
                    </a:lnTo>
                    <a:lnTo>
                      <a:pt x="321" y="1189"/>
                    </a:lnTo>
                    <a:lnTo>
                      <a:pt x="322" y="1189"/>
                    </a:lnTo>
                    <a:lnTo>
                      <a:pt x="322" y="1197"/>
                    </a:lnTo>
                    <a:lnTo>
                      <a:pt x="324" y="1198"/>
                    </a:lnTo>
                    <a:lnTo>
                      <a:pt x="324" y="1192"/>
                    </a:lnTo>
                    <a:lnTo>
                      <a:pt x="325" y="1192"/>
                    </a:lnTo>
                    <a:lnTo>
                      <a:pt x="325" y="1186"/>
                    </a:lnTo>
                    <a:lnTo>
                      <a:pt x="327" y="1186"/>
                    </a:lnTo>
                    <a:lnTo>
                      <a:pt x="325" y="1184"/>
                    </a:lnTo>
                    <a:lnTo>
                      <a:pt x="325" y="1176"/>
                    </a:lnTo>
                    <a:lnTo>
                      <a:pt x="324" y="1178"/>
                    </a:lnTo>
                    <a:lnTo>
                      <a:pt x="324" y="1164"/>
                    </a:lnTo>
                    <a:lnTo>
                      <a:pt x="322" y="1150"/>
                    </a:lnTo>
                    <a:lnTo>
                      <a:pt x="324" y="1136"/>
                    </a:lnTo>
                    <a:lnTo>
                      <a:pt x="325" y="1127"/>
                    </a:lnTo>
                    <a:lnTo>
                      <a:pt x="325" y="1125"/>
                    </a:lnTo>
                    <a:lnTo>
                      <a:pt x="324" y="1125"/>
                    </a:lnTo>
                    <a:lnTo>
                      <a:pt x="324" y="1127"/>
                    </a:lnTo>
                    <a:lnTo>
                      <a:pt x="322" y="1125"/>
                    </a:lnTo>
                    <a:lnTo>
                      <a:pt x="322" y="1122"/>
                    </a:lnTo>
                    <a:lnTo>
                      <a:pt x="324" y="1114"/>
                    </a:lnTo>
                    <a:lnTo>
                      <a:pt x="324" y="1096"/>
                    </a:lnTo>
                    <a:lnTo>
                      <a:pt x="325" y="1097"/>
                    </a:lnTo>
                    <a:lnTo>
                      <a:pt x="325" y="1090"/>
                    </a:lnTo>
                    <a:lnTo>
                      <a:pt x="324" y="1090"/>
                    </a:lnTo>
                    <a:lnTo>
                      <a:pt x="324" y="1079"/>
                    </a:lnTo>
                    <a:lnTo>
                      <a:pt x="325" y="1077"/>
                    </a:lnTo>
                    <a:lnTo>
                      <a:pt x="325" y="1073"/>
                    </a:lnTo>
                    <a:lnTo>
                      <a:pt x="324" y="1073"/>
                    </a:lnTo>
                    <a:lnTo>
                      <a:pt x="325" y="1068"/>
                    </a:lnTo>
                    <a:lnTo>
                      <a:pt x="324" y="1059"/>
                    </a:lnTo>
                    <a:lnTo>
                      <a:pt x="324" y="1052"/>
                    </a:lnTo>
                    <a:lnTo>
                      <a:pt x="322" y="1054"/>
                    </a:lnTo>
                    <a:lnTo>
                      <a:pt x="322" y="1055"/>
                    </a:lnTo>
                    <a:lnTo>
                      <a:pt x="321" y="1055"/>
                    </a:lnTo>
                    <a:lnTo>
                      <a:pt x="321" y="1045"/>
                    </a:lnTo>
                    <a:lnTo>
                      <a:pt x="319" y="1040"/>
                    </a:lnTo>
                    <a:lnTo>
                      <a:pt x="319" y="1038"/>
                    </a:lnTo>
                    <a:lnTo>
                      <a:pt x="321" y="1041"/>
                    </a:lnTo>
                    <a:lnTo>
                      <a:pt x="321" y="1043"/>
                    </a:lnTo>
                    <a:lnTo>
                      <a:pt x="322" y="1043"/>
                    </a:lnTo>
                    <a:lnTo>
                      <a:pt x="322" y="1045"/>
                    </a:lnTo>
                    <a:lnTo>
                      <a:pt x="324" y="1046"/>
                    </a:lnTo>
                    <a:lnTo>
                      <a:pt x="324" y="1032"/>
                    </a:lnTo>
                    <a:lnTo>
                      <a:pt x="322" y="1034"/>
                    </a:lnTo>
                    <a:lnTo>
                      <a:pt x="322" y="1029"/>
                    </a:lnTo>
                    <a:lnTo>
                      <a:pt x="324" y="1026"/>
                    </a:lnTo>
                    <a:lnTo>
                      <a:pt x="324" y="1024"/>
                    </a:lnTo>
                    <a:lnTo>
                      <a:pt x="325" y="1021"/>
                    </a:lnTo>
                    <a:lnTo>
                      <a:pt x="325" y="1015"/>
                    </a:lnTo>
                    <a:lnTo>
                      <a:pt x="324" y="1017"/>
                    </a:lnTo>
                    <a:lnTo>
                      <a:pt x="324" y="1010"/>
                    </a:lnTo>
                    <a:lnTo>
                      <a:pt x="325" y="1010"/>
                    </a:lnTo>
                    <a:lnTo>
                      <a:pt x="325" y="1012"/>
                    </a:lnTo>
                    <a:lnTo>
                      <a:pt x="327" y="1010"/>
                    </a:lnTo>
                    <a:lnTo>
                      <a:pt x="327" y="1004"/>
                    </a:lnTo>
                    <a:lnTo>
                      <a:pt x="325" y="1006"/>
                    </a:lnTo>
                    <a:lnTo>
                      <a:pt x="325" y="1000"/>
                    </a:lnTo>
                    <a:lnTo>
                      <a:pt x="324" y="996"/>
                    </a:lnTo>
                    <a:lnTo>
                      <a:pt x="324" y="989"/>
                    </a:lnTo>
                    <a:lnTo>
                      <a:pt x="322" y="992"/>
                    </a:lnTo>
                    <a:lnTo>
                      <a:pt x="322" y="984"/>
                    </a:lnTo>
                    <a:lnTo>
                      <a:pt x="321" y="981"/>
                    </a:lnTo>
                    <a:lnTo>
                      <a:pt x="321" y="979"/>
                    </a:lnTo>
                    <a:lnTo>
                      <a:pt x="319" y="981"/>
                    </a:lnTo>
                    <a:lnTo>
                      <a:pt x="319" y="979"/>
                    </a:lnTo>
                    <a:lnTo>
                      <a:pt x="318" y="987"/>
                    </a:lnTo>
                    <a:lnTo>
                      <a:pt x="318" y="981"/>
                    </a:lnTo>
                    <a:lnTo>
                      <a:pt x="319" y="978"/>
                    </a:lnTo>
                    <a:lnTo>
                      <a:pt x="319" y="975"/>
                    </a:lnTo>
                    <a:lnTo>
                      <a:pt x="321" y="975"/>
                    </a:lnTo>
                    <a:lnTo>
                      <a:pt x="321" y="965"/>
                    </a:lnTo>
                    <a:lnTo>
                      <a:pt x="322" y="970"/>
                    </a:lnTo>
                    <a:lnTo>
                      <a:pt x="324" y="967"/>
                    </a:lnTo>
                    <a:lnTo>
                      <a:pt x="325" y="967"/>
                    </a:lnTo>
                    <a:lnTo>
                      <a:pt x="325" y="969"/>
                    </a:lnTo>
                    <a:lnTo>
                      <a:pt x="327" y="970"/>
                    </a:lnTo>
                    <a:lnTo>
                      <a:pt x="327" y="965"/>
                    </a:lnTo>
                    <a:lnTo>
                      <a:pt x="329" y="962"/>
                    </a:lnTo>
                    <a:lnTo>
                      <a:pt x="329" y="958"/>
                    </a:lnTo>
                    <a:lnTo>
                      <a:pt x="325" y="953"/>
                    </a:lnTo>
                    <a:lnTo>
                      <a:pt x="327" y="950"/>
                    </a:lnTo>
                    <a:lnTo>
                      <a:pt x="327" y="942"/>
                    </a:lnTo>
                    <a:lnTo>
                      <a:pt x="325" y="944"/>
                    </a:lnTo>
                    <a:lnTo>
                      <a:pt x="325" y="942"/>
                    </a:lnTo>
                    <a:lnTo>
                      <a:pt x="324" y="941"/>
                    </a:lnTo>
                    <a:lnTo>
                      <a:pt x="324" y="939"/>
                    </a:lnTo>
                    <a:lnTo>
                      <a:pt x="322" y="938"/>
                    </a:lnTo>
                    <a:lnTo>
                      <a:pt x="322" y="933"/>
                    </a:lnTo>
                    <a:lnTo>
                      <a:pt x="324" y="933"/>
                    </a:lnTo>
                    <a:lnTo>
                      <a:pt x="324" y="916"/>
                    </a:lnTo>
                    <a:lnTo>
                      <a:pt x="322" y="916"/>
                    </a:lnTo>
                    <a:lnTo>
                      <a:pt x="322" y="910"/>
                    </a:lnTo>
                    <a:lnTo>
                      <a:pt x="321" y="908"/>
                    </a:lnTo>
                    <a:lnTo>
                      <a:pt x="321" y="906"/>
                    </a:lnTo>
                    <a:lnTo>
                      <a:pt x="322" y="903"/>
                    </a:lnTo>
                    <a:lnTo>
                      <a:pt x="321" y="896"/>
                    </a:lnTo>
                    <a:lnTo>
                      <a:pt x="321" y="875"/>
                    </a:lnTo>
                    <a:lnTo>
                      <a:pt x="322" y="868"/>
                    </a:lnTo>
                    <a:lnTo>
                      <a:pt x="321" y="865"/>
                    </a:lnTo>
                    <a:lnTo>
                      <a:pt x="324" y="861"/>
                    </a:lnTo>
                    <a:lnTo>
                      <a:pt x="324" y="851"/>
                    </a:lnTo>
                    <a:lnTo>
                      <a:pt x="322" y="847"/>
                    </a:lnTo>
                    <a:lnTo>
                      <a:pt x="322" y="837"/>
                    </a:lnTo>
                    <a:lnTo>
                      <a:pt x="321" y="835"/>
                    </a:lnTo>
                    <a:lnTo>
                      <a:pt x="322" y="832"/>
                    </a:lnTo>
                    <a:lnTo>
                      <a:pt x="322" y="820"/>
                    </a:lnTo>
                    <a:lnTo>
                      <a:pt x="324" y="820"/>
                    </a:lnTo>
                    <a:lnTo>
                      <a:pt x="324" y="809"/>
                    </a:lnTo>
                    <a:lnTo>
                      <a:pt x="322" y="799"/>
                    </a:lnTo>
                    <a:lnTo>
                      <a:pt x="321" y="795"/>
                    </a:lnTo>
                    <a:lnTo>
                      <a:pt x="324" y="796"/>
                    </a:lnTo>
                    <a:lnTo>
                      <a:pt x="322" y="795"/>
                    </a:lnTo>
                    <a:lnTo>
                      <a:pt x="322" y="782"/>
                    </a:lnTo>
                    <a:lnTo>
                      <a:pt x="324" y="778"/>
                    </a:lnTo>
                    <a:lnTo>
                      <a:pt x="324" y="768"/>
                    </a:lnTo>
                    <a:lnTo>
                      <a:pt x="325" y="767"/>
                    </a:lnTo>
                    <a:lnTo>
                      <a:pt x="325" y="762"/>
                    </a:lnTo>
                    <a:lnTo>
                      <a:pt x="324" y="761"/>
                    </a:lnTo>
                    <a:lnTo>
                      <a:pt x="324" y="736"/>
                    </a:lnTo>
                    <a:lnTo>
                      <a:pt x="322" y="731"/>
                    </a:lnTo>
                    <a:lnTo>
                      <a:pt x="322" y="726"/>
                    </a:lnTo>
                    <a:lnTo>
                      <a:pt x="321" y="731"/>
                    </a:lnTo>
                    <a:lnTo>
                      <a:pt x="324" y="720"/>
                    </a:lnTo>
                    <a:lnTo>
                      <a:pt x="322" y="717"/>
                    </a:lnTo>
                    <a:lnTo>
                      <a:pt x="322" y="709"/>
                    </a:lnTo>
                    <a:lnTo>
                      <a:pt x="324" y="705"/>
                    </a:lnTo>
                    <a:lnTo>
                      <a:pt x="324" y="689"/>
                    </a:lnTo>
                    <a:lnTo>
                      <a:pt x="322" y="689"/>
                    </a:lnTo>
                    <a:lnTo>
                      <a:pt x="322" y="694"/>
                    </a:lnTo>
                    <a:lnTo>
                      <a:pt x="321" y="695"/>
                    </a:lnTo>
                    <a:lnTo>
                      <a:pt x="321" y="685"/>
                    </a:lnTo>
                    <a:lnTo>
                      <a:pt x="322" y="675"/>
                    </a:lnTo>
                    <a:lnTo>
                      <a:pt x="324" y="669"/>
                    </a:lnTo>
                    <a:lnTo>
                      <a:pt x="325" y="667"/>
                    </a:lnTo>
                    <a:lnTo>
                      <a:pt x="325" y="664"/>
                    </a:lnTo>
                    <a:lnTo>
                      <a:pt x="324" y="663"/>
                    </a:lnTo>
                    <a:lnTo>
                      <a:pt x="324" y="646"/>
                    </a:lnTo>
                    <a:lnTo>
                      <a:pt x="321" y="638"/>
                    </a:lnTo>
                    <a:lnTo>
                      <a:pt x="319" y="629"/>
                    </a:lnTo>
                    <a:lnTo>
                      <a:pt x="319" y="621"/>
                    </a:lnTo>
                    <a:lnTo>
                      <a:pt x="318" y="622"/>
                    </a:lnTo>
                    <a:lnTo>
                      <a:pt x="318" y="624"/>
                    </a:lnTo>
                    <a:lnTo>
                      <a:pt x="316" y="615"/>
                    </a:lnTo>
                    <a:lnTo>
                      <a:pt x="316" y="604"/>
                    </a:lnTo>
                    <a:lnTo>
                      <a:pt x="318" y="596"/>
                    </a:lnTo>
                    <a:lnTo>
                      <a:pt x="319" y="598"/>
                    </a:lnTo>
                    <a:lnTo>
                      <a:pt x="319" y="593"/>
                    </a:lnTo>
                    <a:lnTo>
                      <a:pt x="321" y="591"/>
                    </a:lnTo>
                    <a:lnTo>
                      <a:pt x="321" y="585"/>
                    </a:lnTo>
                    <a:lnTo>
                      <a:pt x="319" y="584"/>
                    </a:lnTo>
                    <a:lnTo>
                      <a:pt x="319" y="582"/>
                    </a:lnTo>
                    <a:lnTo>
                      <a:pt x="322" y="582"/>
                    </a:lnTo>
                    <a:lnTo>
                      <a:pt x="322" y="567"/>
                    </a:lnTo>
                    <a:lnTo>
                      <a:pt x="321" y="565"/>
                    </a:lnTo>
                    <a:lnTo>
                      <a:pt x="321" y="563"/>
                    </a:lnTo>
                    <a:lnTo>
                      <a:pt x="322" y="562"/>
                    </a:lnTo>
                    <a:lnTo>
                      <a:pt x="322" y="542"/>
                    </a:lnTo>
                    <a:lnTo>
                      <a:pt x="324" y="539"/>
                    </a:lnTo>
                    <a:lnTo>
                      <a:pt x="322" y="536"/>
                    </a:lnTo>
                    <a:lnTo>
                      <a:pt x="322" y="532"/>
                    </a:lnTo>
                    <a:lnTo>
                      <a:pt x="324" y="525"/>
                    </a:lnTo>
                    <a:lnTo>
                      <a:pt x="322" y="525"/>
                    </a:lnTo>
                    <a:lnTo>
                      <a:pt x="322" y="512"/>
                    </a:lnTo>
                    <a:lnTo>
                      <a:pt x="321" y="512"/>
                    </a:lnTo>
                    <a:lnTo>
                      <a:pt x="321" y="505"/>
                    </a:lnTo>
                    <a:lnTo>
                      <a:pt x="322" y="505"/>
                    </a:lnTo>
                    <a:lnTo>
                      <a:pt x="322" y="483"/>
                    </a:lnTo>
                    <a:lnTo>
                      <a:pt x="321" y="481"/>
                    </a:lnTo>
                    <a:lnTo>
                      <a:pt x="321" y="467"/>
                    </a:lnTo>
                    <a:lnTo>
                      <a:pt x="319" y="467"/>
                    </a:lnTo>
                    <a:lnTo>
                      <a:pt x="319" y="466"/>
                    </a:lnTo>
                    <a:lnTo>
                      <a:pt x="321" y="464"/>
                    </a:lnTo>
                    <a:lnTo>
                      <a:pt x="321" y="455"/>
                    </a:lnTo>
                    <a:lnTo>
                      <a:pt x="322" y="456"/>
                    </a:lnTo>
                    <a:lnTo>
                      <a:pt x="322" y="461"/>
                    </a:lnTo>
                    <a:lnTo>
                      <a:pt x="324" y="458"/>
                    </a:lnTo>
                    <a:lnTo>
                      <a:pt x="322" y="450"/>
                    </a:lnTo>
                    <a:lnTo>
                      <a:pt x="321" y="444"/>
                    </a:lnTo>
                    <a:lnTo>
                      <a:pt x="319" y="436"/>
                    </a:lnTo>
                    <a:lnTo>
                      <a:pt x="319" y="404"/>
                    </a:lnTo>
                    <a:lnTo>
                      <a:pt x="318" y="402"/>
                    </a:lnTo>
                    <a:lnTo>
                      <a:pt x="319" y="402"/>
                    </a:lnTo>
                    <a:lnTo>
                      <a:pt x="318" y="393"/>
                    </a:lnTo>
                    <a:lnTo>
                      <a:pt x="319" y="394"/>
                    </a:lnTo>
                    <a:lnTo>
                      <a:pt x="319" y="382"/>
                    </a:lnTo>
                    <a:lnTo>
                      <a:pt x="321" y="379"/>
                    </a:lnTo>
                    <a:lnTo>
                      <a:pt x="321" y="366"/>
                    </a:lnTo>
                    <a:lnTo>
                      <a:pt x="319" y="356"/>
                    </a:lnTo>
                    <a:lnTo>
                      <a:pt x="319" y="357"/>
                    </a:lnTo>
                    <a:lnTo>
                      <a:pt x="318" y="345"/>
                    </a:lnTo>
                    <a:lnTo>
                      <a:pt x="318" y="329"/>
                    </a:lnTo>
                    <a:lnTo>
                      <a:pt x="316" y="326"/>
                    </a:lnTo>
                    <a:lnTo>
                      <a:pt x="318" y="325"/>
                    </a:lnTo>
                    <a:lnTo>
                      <a:pt x="318" y="318"/>
                    </a:lnTo>
                    <a:lnTo>
                      <a:pt x="319" y="315"/>
                    </a:lnTo>
                    <a:lnTo>
                      <a:pt x="319" y="292"/>
                    </a:lnTo>
                    <a:lnTo>
                      <a:pt x="318" y="293"/>
                    </a:lnTo>
                    <a:lnTo>
                      <a:pt x="318" y="283"/>
                    </a:lnTo>
                    <a:lnTo>
                      <a:pt x="319" y="283"/>
                    </a:lnTo>
                    <a:lnTo>
                      <a:pt x="321" y="281"/>
                    </a:lnTo>
                    <a:lnTo>
                      <a:pt x="322" y="283"/>
                    </a:lnTo>
                    <a:lnTo>
                      <a:pt x="322" y="278"/>
                    </a:lnTo>
                    <a:lnTo>
                      <a:pt x="321" y="273"/>
                    </a:lnTo>
                    <a:lnTo>
                      <a:pt x="319" y="275"/>
                    </a:lnTo>
                    <a:lnTo>
                      <a:pt x="319" y="261"/>
                    </a:lnTo>
                    <a:lnTo>
                      <a:pt x="318" y="259"/>
                    </a:lnTo>
                    <a:lnTo>
                      <a:pt x="318" y="258"/>
                    </a:lnTo>
                    <a:lnTo>
                      <a:pt x="319" y="258"/>
                    </a:lnTo>
                    <a:lnTo>
                      <a:pt x="319" y="256"/>
                    </a:lnTo>
                    <a:lnTo>
                      <a:pt x="321" y="256"/>
                    </a:lnTo>
                    <a:lnTo>
                      <a:pt x="321" y="255"/>
                    </a:lnTo>
                    <a:lnTo>
                      <a:pt x="322" y="250"/>
                    </a:lnTo>
                    <a:lnTo>
                      <a:pt x="322" y="227"/>
                    </a:lnTo>
                    <a:lnTo>
                      <a:pt x="321" y="225"/>
                    </a:lnTo>
                    <a:lnTo>
                      <a:pt x="321" y="221"/>
                    </a:lnTo>
                    <a:lnTo>
                      <a:pt x="322" y="221"/>
                    </a:lnTo>
                    <a:lnTo>
                      <a:pt x="322" y="214"/>
                    </a:lnTo>
                    <a:lnTo>
                      <a:pt x="324" y="216"/>
                    </a:lnTo>
                    <a:lnTo>
                      <a:pt x="324" y="203"/>
                    </a:lnTo>
                    <a:lnTo>
                      <a:pt x="322" y="194"/>
                    </a:lnTo>
                    <a:lnTo>
                      <a:pt x="322" y="185"/>
                    </a:lnTo>
                    <a:lnTo>
                      <a:pt x="321" y="185"/>
                    </a:lnTo>
                    <a:lnTo>
                      <a:pt x="321" y="189"/>
                    </a:lnTo>
                    <a:lnTo>
                      <a:pt x="319" y="186"/>
                    </a:lnTo>
                    <a:lnTo>
                      <a:pt x="319" y="123"/>
                    </a:lnTo>
                    <a:lnTo>
                      <a:pt x="318" y="123"/>
                    </a:lnTo>
                    <a:lnTo>
                      <a:pt x="318" y="99"/>
                    </a:lnTo>
                    <a:lnTo>
                      <a:pt x="319" y="106"/>
                    </a:lnTo>
                    <a:lnTo>
                      <a:pt x="319" y="98"/>
                    </a:lnTo>
                    <a:lnTo>
                      <a:pt x="318" y="96"/>
                    </a:lnTo>
                    <a:lnTo>
                      <a:pt x="318" y="87"/>
                    </a:lnTo>
                    <a:lnTo>
                      <a:pt x="319" y="87"/>
                    </a:lnTo>
                    <a:lnTo>
                      <a:pt x="319" y="81"/>
                    </a:lnTo>
                    <a:lnTo>
                      <a:pt x="318" y="79"/>
                    </a:lnTo>
                    <a:lnTo>
                      <a:pt x="318" y="75"/>
                    </a:lnTo>
                    <a:lnTo>
                      <a:pt x="319" y="75"/>
                    </a:lnTo>
                    <a:lnTo>
                      <a:pt x="319" y="64"/>
                    </a:lnTo>
                    <a:lnTo>
                      <a:pt x="318" y="59"/>
                    </a:lnTo>
                    <a:lnTo>
                      <a:pt x="318" y="54"/>
                    </a:lnTo>
                    <a:lnTo>
                      <a:pt x="316" y="51"/>
                    </a:lnTo>
                    <a:lnTo>
                      <a:pt x="318" y="50"/>
                    </a:lnTo>
                    <a:lnTo>
                      <a:pt x="318" y="36"/>
                    </a:lnTo>
                    <a:lnTo>
                      <a:pt x="319" y="33"/>
                    </a:lnTo>
                    <a:lnTo>
                      <a:pt x="313" y="33"/>
                    </a:lnTo>
                    <a:lnTo>
                      <a:pt x="313" y="34"/>
                    </a:lnTo>
                    <a:lnTo>
                      <a:pt x="308" y="34"/>
                    </a:lnTo>
                    <a:lnTo>
                      <a:pt x="307" y="36"/>
                    </a:lnTo>
                    <a:lnTo>
                      <a:pt x="312" y="36"/>
                    </a:lnTo>
                    <a:lnTo>
                      <a:pt x="312" y="37"/>
                    </a:lnTo>
                    <a:lnTo>
                      <a:pt x="296" y="37"/>
                    </a:lnTo>
                    <a:lnTo>
                      <a:pt x="274" y="41"/>
                    </a:lnTo>
                    <a:lnTo>
                      <a:pt x="250" y="41"/>
                    </a:lnTo>
                    <a:lnTo>
                      <a:pt x="251" y="39"/>
                    </a:lnTo>
                    <a:lnTo>
                      <a:pt x="242" y="39"/>
                    </a:lnTo>
                    <a:lnTo>
                      <a:pt x="240" y="41"/>
                    </a:lnTo>
                    <a:lnTo>
                      <a:pt x="202" y="41"/>
                    </a:lnTo>
                    <a:lnTo>
                      <a:pt x="202" y="39"/>
                    </a:lnTo>
                    <a:lnTo>
                      <a:pt x="186" y="39"/>
                    </a:lnTo>
                    <a:lnTo>
                      <a:pt x="181" y="41"/>
                    </a:lnTo>
                    <a:lnTo>
                      <a:pt x="180" y="41"/>
                    </a:lnTo>
                    <a:lnTo>
                      <a:pt x="178" y="39"/>
                    </a:lnTo>
                    <a:lnTo>
                      <a:pt x="172" y="39"/>
                    </a:lnTo>
                    <a:lnTo>
                      <a:pt x="171" y="37"/>
                    </a:lnTo>
                    <a:lnTo>
                      <a:pt x="152" y="37"/>
                    </a:lnTo>
                    <a:lnTo>
                      <a:pt x="136" y="39"/>
                    </a:lnTo>
                    <a:lnTo>
                      <a:pt x="81" y="39"/>
                    </a:lnTo>
                    <a:lnTo>
                      <a:pt x="65" y="41"/>
                    </a:lnTo>
                    <a:lnTo>
                      <a:pt x="43" y="41"/>
                    </a:lnTo>
                    <a:lnTo>
                      <a:pt x="43" y="42"/>
                    </a:lnTo>
                    <a:lnTo>
                      <a:pt x="42" y="44"/>
                    </a:lnTo>
                    <a:lnTo>
                      <a:pt x="42" y="79"/>
                    </a:lnTo>
                    <a:lnTo>
                      <a:pt x="40" y="99"/>
                    </a:lnTo>
                    <a:lnTo>
                      <a:pt x="42" y="98"/>
                    </a:lnTo>
                    <a:lnTo>
                      <a:pt x="42" y="101"/>
                    </a:lnTo>
                    <a:lnTo>
                      <a:pt x="40" y="104"/>
                    </a:lnTo>
                    <a:lnTo>
                      <a:pt x="40" y="110"/>
                    </a:lnTo>
                    <a:lnTo>
                      <a:pt x="42" y="112"/>
                    </a:lnTo>
                    <a:lnTo>
                      <a:pt x="42" y="120"/>
                    </a:lnTo>
                    <a:lnTo>
                      <a:pt x="40" y="117"/>
                    </a:lnTo>
                    <a:lnTo>
                      <a:pt x="40" y="131"/>
                    </a:lnTo>
                    <a:lnTo>
                      <a:pt x="42" y="135"/>
                    </a:lnTo>
                    <a:lnTo>
                      <a:pt x="40" y="132"/>
                    </a:lnTo>
                    <a:lnTo>
                      <a:pt x="40" y="227"/>
                    </a:lnTo>
                    <a:lnTo>
                      <a:pt x="39" y="227"/>
                    </a:lnTo>
                    <a:lnTo>
                      <a:pt x="39" y="239"/>
                    </a:lnTo>
                    <a:lnTo>
                      <a:pt x="40" y="239"/>
                    </a:lnTo>
                    <a:lnTo>
                      <a:pt x="40" y="236"/>
                    </a:lnTo>
                    <a:lnTo>
                      <a:pt x="42" y="235"/>
                    </a:lnTo>
                    <a:lnTo>
                      <a:pt x="42" y="244"/>
                    </a:lnTo>
                    <a:lnTo>
                      <a:pt x="40" y="247"/>
                    </a:lnTo>
                    <a:lnTo>
                      <a:pt x="40" y="280"/>
                    </a:lnTo>
                    <a:lnTo>
                      <a:pt x="42" y="303"/>
                    </a:lnTo>
                    <a:lnTo>
                      <a:pt x="42" y="326"/>
                    </a:lnTo>
                    <a:lnTo>
                      <a:pt x="40" y="328"/>
                    </a:lnTo>
                    <a:lnTo>
                      <a:pt x="40" y="331"/>
                    </a:lnTo>
                    <a:lnTo>
                      <a:pt x="39" y="332"/>
                    </a:lnTo>
                    <a:lnTo>
                      <a:pt x="40" y="338"/>
                    </a:lnTo>
                    <a:lnTo>
                      <a:pt x="39" y="338"/>
                    </a:lnTo>
                    <a:lnTo>
                      <a:pt x="39" y="348"/>
                    </a:lnTo>
                    <a:lnTo>
                      <a:pt x="40" y="349"/>
                    </a:lnTo>
                    <a:lnTo>
                      <a:pt x="40" y="340"/>
                    </a:lnTo>
                    <a:lnTo>
                      <a:pt x="42" y="337"/>
                    </a:lnTo>
                    <a:lnTo>
                      <a:pt x="42" y="345"/>
                    </a:lnTo>
                    <a:lnTo>
                      <a:pt x="40" y="354"/>
                    </a:lnTo>
                    <a:lnTo>
                      <a:pt x="40" y="368"/>
                    </a:lnTo>
                    <a:lnTo>
                      <a:pt x="42" y="368"/>
                    </a:lnTo>
                    <a:lnTo>
                      <a:pt x="42" y="486"/>
                    </a:lnTo>
                    <a:lnTo>
                      <a:pt x="40" y="491"/>
                    </a:lnTo>
                    <a:lnTo>
                      <a:pt x="40" y="560"/>
                    </a:lnTo>
                    <a:lnTo>
                      <a:pt x="39" y="563"/>
                    </a:lnTo>
                    <a:lnTo>
                      <a:pt x="40" y="573"/>
                    </a:lnTo>
                    <a:lnTo>
                      <a:pt x="40" y="585"/>
                    </a:lnTo>
                    <a:lnTo>
                      <a:pt x="42" y="585"/>
                    </a:lnTo>
                    <a:lnTo>
                      <a:pt x="42" y="635"/>
                    </a:lnTo>
                    <a:lnTo>
                      <a:pt x="40" y="636"/>
                    </a:lnTo>
                    <a:lnTo>
                      <a:pt x="42" y="672"/>
                    </a:lnTo>
                    <a:lnTo>
                      <a:pt x="42" y="745"/>
                    </a:lnTo>
                    <a:lnTo>
                      <a:pt x="40" y="765"/>
                    </a:lnTo>
                    <a:lnTo>
                      <a:pt x="40" y="782"/>
                    </a:lnTo>
                    <a:lnTo>
                      <a:pt x="39" y="802"/>
                    </a:lnTo>
                    <a:lnTo>
                      <a:pt x="39" y="810"/>
                    </a:lnTo>
                    <a:lnTo>
                      <a:pt x="40" y="810"/>
                    </a:lnTo>
                    <a:lnTo>
                      <a:pt x="40" y="1043"/>
                    </a:lnTo>
                    <a:lnTo>
                      <a:pt x="39" y="1076"/>
                    </a:lnTo>
                    <a:lnTo>
                      <a:pt x="39" y="1135"/>
                    </a:lnTo>
                    <a:lnTo>
                      <a:pt x="37" y="1153"/>
                    </a:lnTo>
                    <a:lnTo>
                      <a:pt x="39" y="1150"/>
                    </a:lnTo>
                    <a:lnTo>
                      <a:pt x="39" y="1156"/>
                    </a:lnTo>
                    <a:lnTo>
                      <a:pt x="37" y="1158"/>
                    </a:lnTo>
                    <a:lnTo>
                      <a:pt x="36" y="1156"/>
                    </a:lnTo>
                    <a:lnTo>
                      <a:pt x="37" y="1163"/>
                    </a:lnTo>
                    <a:lnTo>
                      <a:pt x="37" y="1175"/>
                    </a:lnTo>
                    <a:lnTo>
                      <a:pt x="39" y="1170"/>
                    </a:lnTo>
                    <a:lnTo>
                      <a:pt x="37" y="1197"/>
                    </a:lnTo>
                    <a:lnTo>
                      <a:pt x="37" y="1254"/>
                    </a:lnTo>
                    <a:lnTo>
                      <a:pt x="36" y="1257"/>
                    </a:lnTo>
                    <a:lnTo>
                      <a:pt x="36" y="1259"/>
                    </a:lnTo>
                    <a:lnTo>
                      <a:pt x="37" y="1259"/>
                    </a:lnTo>
                    <a:lnTo>
                      <a:pt x="37" y="1257"/>
                    </a:lnTo>
                    <a:lnTo>
                      <a:pt x="39" y="1257"/>
                    </a:lnTo>
                    <a:lnTo>
                      <a:pt x="42" y="1259"/>
                    </a:lnTo>
                    <a:lnTo>
                      <a:pt x="51" y="1259"/>
                    </a:lnTo>
                    <a:lnTo>
                      <a:pt x="53" y="1260"/>
                    </a:lnTo>
                    <a:lnTo>
                      <a:pt x="78" y="1260"/>
                    </a:lnTo>
                    <a:lnTo>
                      <a:pt x="76" y="1262"/>
                    </a:lnTo>
                    <a:lnTo>
                      <a:pt x="102" y="1262"/>
                    </a:lnTo>
                    <a:lnTo>
                      <a:pt x="124" y="1263"/>
                    </a:lnTo>
                    <a:lnTo>
                      <a:pt x="147" y="1267"/>
                    </a:lnTo>
                    <a:lnTo>
                      <a:pt x="175" y="1268"/>
                    </a:lnTo>
                    <a:lnTo>
                      <a:pt x="172" y="1268"/>
                    </a:lnTo>
                    <a:lnTo>
                      <a:pt x="169" y="1270"/>
                    </a:lnTo>
                    <a:lnTo>
                      <a:pt x="181" y="1270"/>
                    </a:lnTo>
                    <a:lnTo>
                      <a:pt x="180" y="1271"/>
                    </a:lnTo>
                    <a:lnTo>
                      <a:pt x="183" y="1271"/>
                    </a:lnTo>
                    <a:lnTo>
                      <a:pt x="184" y="1270"/>
                    </a:lnTo>
                    <a:lnTo>
                      <a:pt x="197" y="1270"/>
                    </a:lnTo>
                    <a:lnTo>
                      <a:pt x="198" y="1271"/>
                    </a:lnTo>
                    <a:lnTo>
                      <a:pt x="242" y="1271"/>
                    </a:lnTo>
                    <a:lnTo>
                      <a:pt x="243" y="1273"/>
                    </a:lnTo>
                    <a:lnTo>
                      <a:pt x="242" y="1273"/>
                    </a:lnTo>
                    <a:lnTo>
                      <a:pt x="245" y="1274"/>
                    </a:lnTo>
                    <a:lnTo>
                      <a:pt x="251" y="1274"/>
                    </a:lnTo>
                    <a:lnTo>
                      <a:pt x="254" y="1273"/>
                    </a:lnTo>
                    <a:lnTo>
                      <a:pt x="259" y="1273"/>
                    </a:lnTo>
                    <a:lnTo>
                      <a:pt x="260" y="1274"/>
                    </a:lnTo>
                    <a:lnTo>
                      <a:pt x="274" y="1273"/>
                    </a:lnTo>
                    <a:lnTo>
                      <a:pt x="273" y="1274"/>
                    </a:lnTo>
                    <a:lnTo>
                      <a:pt x="281" y="1274"/>
                    </a:lnTo>
                    <a:lnTo>
                      <a:pt x="281" y="1276"/>
                    </a:lnTo>
                    <a:lnTo>
                      <a:pt x="279" y="1276"/>
                    </a:lnTo>
                    <a:lnTo>
                      <a:pt x="288" y="1277"/>
                    </a:lnTo>
                    <a:lnTo>
                      <a:pt x="287" y="1277"/>
                    </a:lnTo>
                    <a:lnTo>
                      <a:pt x="287" y="1279"/>
                    </a:lnTo>
                    <a:lnTo>
                      <a:pt x="305" y="1279"/>
                    </a:lnTo>
                    <a:lnTo>
                      <a:pt x="308" y="1277"/>
                    </a:lnTo>
                    <a:lnTo>
                      <a:pt x="313" y="1277"/>
                    </a:lnTo>
                    <a:lnTo>
                      <a:pt x="315" y="1279"/>
                    </a:lnTo>
                    <a:lnTo>
                      <a:pt x="322" y="1279"/>
                    </a:lnTo>
                    <a:lnTo>
                      <a:pt x="324" y="1276"/>
                    </a:lnTo>
                    <a:lnTo>
                      <a:pt x="325" y="1276"/>
                    </a:lnTo>
                    <a:lnTo>
                      <a:pt x="327" y="1277"/>
                    </a:lnTo>
                    <a:lnTo>
                      <a:pt x="329" y="1277"/>
                    </a:lnTo>
                    <a:lnTo>
                      <a:pt x="329" y="1279"/>
                    </a:lnTo>
                    <a:lnTo>
                      <a:pt x="327" y="1280"/>
                    </a:lnTo>
                    <a:lnTo>
                      <a:pt x="329" y="1282"/>
                    </a:lnTo>
                    <a:lnTo>
                      <a:pt x="319" y="1282"/>
                    </a:lnTo>
                    <a:lnTo>
                      <a:pt x="319" y="1284"/>
                    </a:lnTo>
                    <a:lnTo>
                      <a:pt x="315" y="1284"/>
                    </a:lnTo>
                    <a:lnTo>
                      <a:pt x="312" y="1285"/>
                    </a:lnTo>
                    <a:lnTo>
                      <a:pt x="308" y="1285"/>
                    </a:lnTo>
                    <a:lnTo>
                      <a:pt x="287" y="1287"/>
                    </a:lnTo>
                    <a:lnTo>
                      <a:pt x="259" y="1288"/>
                    </a:lnTo>
                    <a:lnTo>
                      <a:pt x="228" y="1290"/>
                    </a:lnTo>
                    <a:lnTo>
                      <a:pt x="191" y="1291"/>
                    </a:lnTo>
                    <a:lnTo>
                      <a:pt x="150" y="1293"/>
                    </a:lnTo>
                    <a:lnTo>
                      <a:pt x="109" y="1293"/>
                    </a:lnTo>
                    <a:lnTo>
                      <a:pt x="65" y="1294"/>
                    </a:lnTo>
                    <a:lnTo>
                      <a:pt x="0" y="1294"/>
                    </a:lnTo>
                    <a:lnTo>
                      <a:pt x="0" y="1048"/>
                    </a:lnTo>
                    <a:lnTo>
                      <a:pt x="2" y="1023"/>
                    </a:lnTo>
                    <a:lnTo>
                      <a:pt x="2" y="986"/>
                    </a:lnTo>
                    <a:lnTo>
                      <a:pt x="3" y="983"/>
                    </a:lnTo>
                    <a:lnTo>
                      <a:pt x="3" y="972"/>
                    </a:lnTo>
                    <a:lnTo>
                      <a:pt x="2" y="970"/>
                    </a:lnTo>
                    <a:lnTo>
                      <a:pt x="3" y="970"/>
                    </a:lnTo>
                    <a:lnTo>
                      <a:pt x="3" y="969"/>
                    </a:lnTo>
                    <a:lnTo>
                      <a:pt x="5" y="965"/>
                    </a:lnTo>
                    <a:lnTo>
                      <a:pt x="5" y="956"/>
                    </a:lnTo>
                    <a:lnTo>
                      <a:pt x="3" y="931"/>
                    </a:lnTo>
                    <a:lnTo>
                      <a:pt x="3" y="920"/>
                    </a:lnTo>
                    <a:lnTo>
                      <a:pt x="2" y="908"/>
                    </a:lnTo>
                    <a:lnTo>
                      <a:pt x="3" y="900"/>
                    </a:lnTo>
                    <a:lnTo>
                      <a:pt x="3" y="804"/>
                    </a:lnTo>
                    <a:lnTo>
                      <a:pt x="2" y="771"/>
                    </a:lnTo>
                    <a:lnTo>
                      <a:pt x="3" y="764"/>
                    </a:lnTo>
                    <a:lnTo>
                      <a:pt x="3" y="731"/>
                    </a:lnTo>
                    <a:lnTo>
                      <a:pt x="5" y="730"/>
                    </a:lnTo>
                    <a:lnTo>
                      <a:pt x="3" y="722"/>
                    </a:lnTo>
                    <a:lnTo>
                      <a:pt x="5" y="720"/>
                    </a:lnTo>
                    <a:lnTo>
                      <a:pt x="5" y="709"/>
                    </a:lnTo>
                    <a:lnTo>
                      <a:pt x="3" y="708"/>
                    </a:lnTo>
                    <a:lnTo>
                      <a:pt x="5" y="708"/>
                    </a:lnTo>
                    <a:lnTo>
                      <a:pt x="5" y="705"/>
                    </a:lnTo>
                    <a:lnTo>
                      <a:pt x="3" y="702"/>
                    </a:lnTo>
                    <a:lnTo>
                      <a:pt x="3" y="697"/>
                    </a:lnTo>
                    <a:lnTo>
                      <a:pt x="5" y="697"/>
                    </a:lnTo>
                    <a:lnTo>
                      <a:pt x="3" y="680"/>
                    </a:lnTo>
                    <a:lnTo>
                      <a:pt x="3" y="666"/>
                    </a:lnTo>
                    <a:lnTo>
                      <a:pt x="2" y="650"/>
                    </a:lnTo>
                    <a:lnTo>
                      <a:pt x="3" y="650"/>
                    </a:lnTo>
                    <a:lnTo>
                      <a:pt x="2" y="644"/>
                    </a:lnTo>
                    <a:lnTo>
                      <a:pt x="3" y="640"/>
                    </a:lnTo>
                    <a:lnTo>
                      <a:pt x="3" y="636"/>
                    </a:lnTo>
                    <a:lnTo>
                      <a:pt x="5" y="632"/>
                    </a:lnTo>
                    <a:lnTo>
                      <a:pt x="3" y="622"/>
                    </a:lnTo>
                    <a:lnTo>
                      <a:pt x="3" y="565"/>
                    </a:lnTo>
                    <a:lnTo>
                      <a:pt x="5" y="540"/>
                    </a:lnTo>
                    <a:lnTo>
                      <a:pt x="5" y="534"/>
                    </a:lnTo>
                    <a:lnTo>
                      <a:pt x="3" y="526"/>
                    </a:lnTo>
                    <a:lnTo>
                      <a:pt x="3" y="492"/>
                    </a:lnTo>
                    <a:lnTo>
                      <a:pt x="2" y="461"/>
                    </a:lnTo>
                    <a:lnTo>
                      <a:pt x="3" y="419"/>
                    </a:lnTo>
                    <a:lnTo>
                      <a:pt x="5" y="376"/>
                    </a:lnTo>
                    <a:lnTo>
                      <a:pt x="6" y="335"/>
                    </a:lnTo>
                    <a:lnTo>
                      <a:pt x="3" y="331"/>
                    </a:lnTo>
                    <a:lnTo>
                      <a:pt x="3" y="329"/>
                    </a:lnTo>
                    <a:lnTo>
                      <a:pt x="5" y="329"/>
                    </a:lnTo>
                    <a:lnTo>
                      <a:pt x="5" y="326"/>
                    </a:lnTo>
                    <a:lnTo>
                      <a:pt x="6" y="323"/>
                    </a:lnTo>
                    <a:lnTo>
                      <a:pt x="6" y="320"/>
                    </a:lnTo>
                    <a:lnTo>
                      <a:pt x="5" y="317"/>
                    </a:lnTo>
                    <a:lnTo>
                      <a:pt x="3" y="315"/>
                    </a:lnTo>
                    <a:lnTo>
                      <a:pt x="5" y="306"/>
                    </a:lnTo>
                    <a:lnTo>
                      <a:pt x="3" y="301"/>
                    </a:lnTo>
                    <a:lnTo>
                      <a:pt x="3" y="293"/>
                    </a:lnTo>
                    <a:lnTo>
                      <a:pt x="5" y="284"/>
                    </a:lnTo>
                    <a:lnTo>
                      <a:pt x="3" y="276"/>
                    </a:lnTo>
                    <a:lnTo>
                      <a:pt x="3" y="275"/>
                    </a:lnTo>
                    <a:lnTo>
                      <a:pt x="5" y="272"/>
                    </a:lnTo>
                    <a:lnTo>
                      <a:pt x="5" y="262"/>
                    </a:lnTo>
                    <a:lnTo>
                      <a:pt x="3" y="259"/>
                    </a:lnTo>
                    <a:lnTo>
                      <a:pt x="3" y="255"/>
                    </a:lnTo>
                    <a:lnTo>
                      <a:pt x="6" y="255"/>
                    </a:lnTo>
                    <a:lnTo>
                      <a:pt x="6" y="248"/>
                    </a:lnTo>
                    <a:lnTo>
                      <a:pt x="5" y="248"/>
                    </a:lnTo>
                    <a:lnTo>
                      <a:pt x="5" y="245"/>
                    </a:lnTo>
                    <a:lnTo>
                      <a:pt x="3" y="242"/>
                    </a:lnTo>
                    <a:lnTo>
                      <a:pt x="3" y="227"/>
                    </a:lnTo>
                    <a:lnTo>
                      <a:pt x="5" y="222"/>
                    </a:lnTo>
                    <a:lnTo>
                      <a:pt x="5" y="219"/>
                    </a:lnTo>
                    <a:lnTo>
                      <a:pt x="6" y="214"/>
                    </a:lnTo>
                    <a:lnTo>
                      <a:pt x="6" y="210"/>
                    </a:lnTo>
                    <a:lnTo>
                      <a:pt x="5" y="205"/>
                    </a:lnTo>
                    <a:lnTo>
                      <a:pt x="5" y="200"/>
                    </a:lnTo>
                    <a:lnTo>
                      <a:pt x="3" y="202"/>
                    </a:lnTo>
                    <a:lnTo>
                      <a:pt x="3" y="197"/>
                    </a:lnTo>
                    <a:lnTo>
                      <a:pt x="5" y="196"/>
                    </a:lnTo>
                    <a:lnTo>
                      <a:pt x="6" y="199"/>
                    </a:lnTo>
                    <a:lnTo>
                      <a:pt x="6" y="191"/>
                    </a:lnTo>
                    <a:lnTo>
                      <a:pt x="5" y="188"/>
                    </a:lnTo>
                    <a:lnTo>
                      <a:pt x="5" y="183"/>
                    </a:lnTo>
                    <a:lnTo>
                      <a:pt x="3" y="189"/>
                    </a:lnTo>
                    <a:lnTo>
                      <a:pt x="5" y="155"/>
                    </a:lnTo>
                    <a:lnTo>
                      <a:pt x="5" y="149"/>
                    </a:lnTo>
                    <a:lnTo>
                      <a:pt x="3" y="144"/>
                    </a:lnTo>
                    <a:lnTo>
                      <a:pt x="3" y="134"/>
                    </a:lnTo>
                    <a:lnTo>
                      <a:pt x="5" y="127"/>
                    </a:lnTo>
                    <a:lnTo>
                      <a:pt x="5" y="124"/>
                    </a:lnTo>
                    <a:lnTo>
                      <a:pt x="3" y="115"/>
                    </a:lnTo>
                    <a:lnTo>
                      <a:pt x="5" y="112"/>
                    </a:lnTo>
                    <a:lnTo>
                      <a:pt x="5" y="98"/>
                    </a:lnTo>
                    <a:lnTo>
                      <a:pt x="3" y="103"/>
                    </a:lnTo>
                    <a:lnTo>
                      <a:pt x="3" y="87"/>
                    </a:lnTo>
                    <a:lnTo>
                      <a:pt x="5" y="87"/>
                    </a:lnTo>
                    <a:lnTo>
                      <a:pt x="5" y="36"/>
                    </a:lnTo>
                    <a:lnTo>
                      <a:pt x="3" y="17"/>
                    </a:lnTo>
                    <a:lnTo>
                      <a:pt x="5" y="13"/>
                    </a:lnTo>
                    <a:lnTo>
                      <a:pt x="5" y="6"/>
                    </a:lnTo>
                    <a:lnTo>
                      <a:pt x="3" y="2"/>
                    </a:lnTo>
                    <a:lnTo>
                      <a:pt x="23" y="0"/>
                    </a:lnTo>
                    <a:close/>
                  </a:path>
                </a:pathLst>
              </a:custGeom>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dirty="0"/>
              </a:p>
            </p:txBody>
          </p:sp>
          <p:sp>
            <p:nvSpPr>
              <p:cNvPr id="24" name="Freeform 176">
                <a:extLst>
                  <a:ext uri="{FF2B5EF4-FFF2-40B4-BE49-F238E27FC236}">
                    <a16:creationId xmlns:a16="http://schemas.microsoft.com/office/drawing/2014/main" id="{6BF39BAA-54F8-4885-9A19-88C132689478}"/>
                  </a:ext>
                </a:extLst>
              </p:cNvPr>
              <p:cNvSpPr>
                <a:spLocks noEditPoints="1"/>
              </p:cNvSpPr>
              <p:nvPr/>
            </p:nvSpPr>
            <p:spPr bwMode="auto">
              <a:xfrm>
                <a:off x="4805363" y="2304684"/>
                <a:ext cx="549275" cy="2526082"/>
              </a:xfrm>
              <a:custGeom>
                <a:avLst/>
                <a:gdLst/>
                <a:ahLst/>
                <a:cxnLst>
                  <a:cxn ang="0">
                    <a:pos x="321" y="211"/>
                  </a:cxn>
                  <a:cxn ang="0">
                    <a:pos x="346" y="76"/>
                  </a:cxn>
                  <a:cxn ang="0">
                    <a:pos x="225" y="35"/>
                  </a:cxn>
                  <a:cxn ang="0">
                    <a:pos x="45" y="0"/>
                  </a:cxn>
                  <a:cxn ang="0">
                    <a:pos x="138" y="1"/>
                  </a:cxn>
                  <a:cxn ang="0">
                    <a:pos x="184" y="3"/>
                  </a:cxn>
                  <a:cxn ang="0">
                    <a:pos x="267" y="6"/>
                  </a:cxn>
                  <a:cxn ang="0">
                    <a:pos x="305" y="7"/>
                  </a:cxn>
                  <a:cxn ang="0">
                    <a:pos x="344" y="55"/>
                  </a:cxn>
                  <a:cxn ang="0">
                    <a:pos x="344" y="104"/>
                  </a:cxn>
                  <a:cxn ang="0">
                    <a:pos x="344" y="150"/>
                  </a:cxn>
                  <a:cxn ang="0">
                    <a:pos x="339" y="197"/>
                  </a:cxn>
                  <a:cxn ang="0">
                    <a:pos x="341" y="223"/>
                  </a:cxn>
                  <a:cxn ang="0">
                    <a:pos x="339" y="259"/>
                  </a:cxn>
                  <a:cxn ang="0">
                    <a:pos x="336" y="298"/>
                  </a:cxn>
                  <a:cxn ang="0">
                    <a:pos x="335" y="353"/>
                  </a:cxn>
                  <a:cxn ang="0">
                    <a:pos x="333" y="378"/>
                  </a:cxn>
                  <a:cxn ang="0">
                    <a:pos x="333" y="417"/>
                  </a:cxn>
                  <a:cxn ang="0">
                    <a:pos x="330" y="442"/>
                  </a:cxn>
                  <a:cxn ang="0">
                    <a:pos x="325" y="464"/>
                  </a:cxn>
                  <a:cxn ang="0">
                    <a:pos x="319" y="456"/>
                  </a:cxn>
                  <a:cxn ang="0">
                    <a:pos x="325" y="439"/>
                  </a:cxn>
                  <a:cxn ang="0">
                    <a:pos x="322" y="391"/>
                  </a:cxn>
                  <a:cxn ang="0">
                    <a:pos x="319" y="366"/>
                  </a:cxn>
                  <a:cxn ang="0">
                    <a:pos x="324" y="347"/>
                  </a:cxn>
                  <a:cxn ang="0">
                    <a:pos x="319" y="330"/>
                  </a:cxn>
                  <a:cxn ang="0">
                    <a:pos x="327" y="321"/>
                  </a:cxn>
                  <a:cxn ang="0">
                    <a:pos x="322" y="302"/>
                  </a:cxn>
                  <a:cxn ang="0">
                    <a:pos x="321" y="267"/>
                  </a:cxn>
                  <a:cxn ang="0">
                    <a:pos x="324" y="231"/>
                  </a:cxn>
                  <a:cxn ang="0">
                    <a:pos x="321" y="186"/>
                  </a:cxn>
                  <a:cxn ang="0">
                    <a:pos x="316" y="147"/>
                  </a:cxn>
                  <a:cxn ang="0">
                    <a:pos x="322" y="125"/>
                  </a:cxn>
                  <a:cxn ang="0">
                    <a:pos x="319" y="93"/>
                  </a:cxn>
                  <a:cxn ang="0">
                    <a:pos x="318" y="43"/>
                  </a:cxn>
                  <a:cxn ang="0">
                    <a:pos x="316" y="35"/>
                  </a:cxn>
                  <a:cxn ang="0">
                    <a:pos x="304" y="31"/>
                  </a:cxn>
                  <a:cxn ang="0">
                    <a:pos x="282" y="29"/>
                  </a:cxn>
                  <a:cxn ang="0">
                    <a:pos x="253" y="34"/>
                  </a:cxn>
                  <a:cxn ang="0">
                    <a:pos x="191" y="34"/>
                  </a:cxn>
                  <a:cxn ang="0">
                    <a:pos x="141" y="42"/>
                  </a:cxn>
                  <a:cxn ang="0">
                    <a:pos x="85" y="37"/>
                  </a:cxn>
                  <a:cxn ang="0">
                    <a:pos x="42" y="73"/>
                  </a:cxn>
                  <a:cxn ang="0">
                    <a:pos x="39" y="122"/>
                  </a:cxn>
                  <a:cxn ang="0">
                    <a:pos x="39" y="173"/>
                  </a:cxn>
                  <a:cxn ang="0">
                    <a:pos x="40" y="274"/>
                  </a:cxn>
                  <a:cxn ang="0">
                    <a:pos x="39" y="388"/>
                  </a:cxn>
                  <a:cxn ang="0">
                    <a:pos x="119" y="465"/>
                  </a:cxn>
                  <a:cxn ang="0">
                    <a:pos x="205" y="470"/>
                  </a:cxn>
                  <a:cxn ang="0">
                    <a:pos x="287" y="479"/>
                  </a:cxn>
                  <a:cxn ang="0">
                    <a:pos x="308" y="487"/>
                  </a:cxn>
                  <a:cxn ang="0">
                    <a:pos x="329" y="488"/>
                  </a:cxn>
                  <a:cxn ang="0">
                    <a:pos x="53" y="501"/>
                  </a:cxn>
                  <a:cxn ang="0">
                    <a:pos x="3" y="479"/>
                  </a:cxn>
                  <a:cxn ang="0">
                    <a:pos x="3" y="371"/>
                  </a:cxn>
                  <a:cxn ang="0">
                    <a:pos x="3" y="326"/>
                  </a:cxn>
                  <a:cxn ang="0">
                    <a:pos x="3" y="195"/>
                  </a:cxn>
                  <a:cxn ang="0">
                    <a:pos x="3" y="153"/>
                  </a:cxn>
                  <a:cxn ang="0">
                    <a:pos x="3" y="118"/>
                  </a:cxn>
                  <a:cxn ang="0">
                    <a:pos x="2" y="77"/>
                  </a:cxn>
                  <a:cxn ang="0">
                    <a:pos x="16" y="1"/>
                  </a:cxn>
                </a:cxnLst>
                <a:rect l="0" t="0" r="r" b="b"/>
                <a:pathLst>
                  <a:path w="346" h="502">
                    <a:moveTo>
                      <a:pt x="321" y="468"/>
                    </a:moveTo>
                    <a:lnTo>
                      <a:pt x="322" y="468"/>
                    </a:lnTo>
                    <a:lnTo>
                      <a:pt x="321" y="470"/>
                    </a:lnTo>
                    <a:lnTo>
                      <a:pt x="321" y="468"/>
                    </a:lnTo>
                    <a:close/>
                    <a:moveTo>
                      <a:pt x="327" y="434"/>
                    </a:moveTo>
                    <a:lnTo>
                      <a:pt x="329" y="434"/>
                    </a:lnTo>
                    <a:lnTo>
                      <a:pt x="329" y="436"/>
                    </a:lnTo>
                    <a:lnTo>
                      <a:pt x="327" y="434"/>
                    </a:lnTo>
                    <a:close/>
                    <a:moveTo>
                      <a:pt x="333" y="417"/>
                    </a:moveTo>
                    <a:lnTo>
                      <a:pt x="333" y="419"/>
                    </a:lnTo>
                    <a:lnTo>
                      <a:pt x="333" y="417"/>
                    </a:lnTo>
                    <a:close/>
                    <a:moveTo>
                      <a:pt x="321" y="211"/>
                    </a:moveTo>
                    <a:lnTo>
                      <a:pt x="319" y="214"/>
                    </a:lnTo>
                    <a:lnTo>
                      <a:pt x="321" y="211"/>
                    </a:lnTo>
                    <a:close/>
                    <a:moveTo>
                      <a:pt x="3" y="108"/>
                    </a:moveTo>
                    <a:lnTo>
                      <a:pt x="3" y="110"/>
                    </a:lnTo>
                    <a:lnTo>
                      <a:pt x="2" y="110"/>
                    </a:lnTo>
                    <a:lnTo>
                      <a:pt x="3" y="108"/>
                    </a:lnTo>
                    <a:close/>
                    <a:moveTo>
                      <a:pt x="318" y="83"/>
                    </a:moveTo>
                    <a:lnTo>
                      <a:pt x="319" y="83"/>
                    </a:lnTo>
                    <a:lnTo>
                      <a:pt x="318" y="85"/>
                    </a:lnTo>
                    <a:lnTo>
                      <a:pt x="318" y="83"/>
                    </a:lnTo>
                    <a:close/>
                    <a:moveTo>
                      <a:pt x="344" y="76"/>
                    </a:moveTo>
                    <a:lnTo>
                      <a:pt x="346" y="76"/>
                    </a:lnTo>
                    <a:lnTo>
                      <a:pt x="346" y="77"/>
                    </a:lnTo>
                    <a:lnTo>
                      <a:pt x="344" y="76"/>
                    </a:lnTo>
                    <a:close/>
                    <a:moveTo>
                      <a:pt x="166" y="35"/>
                    </a:moveTo>
                    <a:lnTo>
                      <a:pt x="167" y="37"/>
                    </a:lnTo>
                    <a:lnTo>
                      <a:pt x="164" y="37"/>
                    </a:lnTo>
                    <a:lnTo>
                      <a:pt x="166" y="35"/>
                    </a:lnTo>
                    <a:close/>
                    <a:moveTo>
                      <a:pt x="225" y="35"/>
                    </a:moveTo>
                    <a:lnTo>
                      <a:pt x="223" y="35"/>
                    </a:lnTo>
                    <a:lnTo>
                      <a:pt x="225" y="35"/>
                    </a:lnTo>
                    <a:close/>
                    <a:moveTo>
                      <a:pt x="225" y="34"/>
                    </a:moveTo>
                    <a:lnTo>
                      <a:pt x="226" y="34"/>
                    </a:lnTo>
                    <a:lnTo>
                      <a:pt x="225" y="35"/>
                    </a:lnTo>
                    <a:lnTo>
                      <a:pt x="225" y="34"/>
                    </a:lnTo>
                    <a:close/>
                    <a:moveTo>
                      <a:pt x="267" y="29"/>
                    </a:moveTo>
                    <a:lnTo>
                      <a:pt x="270" y="29"/>
                    </a:lnTo>
                    <a:lnTo>
                      <a:pt x="268" y="31"/>
                    </a:lnTo>
                    <a:lnTo>
                      <a:pt x="270" y="31"/>
                    </a:lnTo>
                    <a:lnTo>
                      <a:pt x="270" y="32"/>
                    </a:lnTo>
                    <a:lnTo>
                      <a:pt x="265" y="32"/>
                    </a:lnTo>
                    <a:lnTo>
                      <a:pt x="263" y="34"/>
                    </a:lnTo>
                    <a:lnTo>
                      <a:pt x="262" y="34"/>
                    </a:lnTo>
                    <a:lnTo>
                      <a:pt x="267" y="29"/>
                    </a:lnTo>
                    <a:close/>
                    <a:moveTo>
                      <a:pt x="20" y="0"/>
                    </a:moveTo>
                    <a:lnTo>
                      <a:pt x="45" y="0"/>
                    </a:lnTo>
                    <a:lnTo>
                      <a:pt x="47" y="1"/>
                    </a:lnTo>
                    <a:lnTo>
                      <a:pt x="71" y="1"/>
                    </a:lnTo>
                    <a:lnTo>
                      <a:pt x="74" y="0"/>
                    </a:lnTo>
                    <a:lnTo>
                      <a:pt x="74" y="1"/>
                    </a:lnTo>
                    <a:lnTo>
                      <a:pt x="93" y="3"/>
                    </a:lnTo>
                    <a:lnTo>
                      <a:pt x="110" y="4"/>
                    </a:lnTo>
                    <a:lnTo>
                      <a:pt x="110" y="3"/>
                    </a:lnTo>
                    <a:lnTo>
                      <a:pt x="115" y="3"/>
                    </a:lnTo>
                    <a:lnTo>
                      <a:pt x="116" y="4"/>
                    </a:lnTo>
                    <a:lnTo>
                      <a:pt x="124" y="3"/>
                    </a:lnTo>
                    <a:lnTo>
                      <a:pt x="130" y="3"/>
                    </a:lnTo>
                    <a:lnTo>
                      <a:pt x="138" y="1"/>
                    </a:lnTo>
                    <a:lnTo>
                      <a:pt x="138" y="3"/>
                    </a:lnTo>
                    <a:lnTo>
                      <a:pt x="146" y="3"/>
                    </a:lnTo>
                    <a:lnTo>
                      <a:pt x="149" y="1"/>
                    </a:lnTo>
                    <a:lnTo>
                      <a:pt x="150" y="1"/>
                    </a:lnTo>
                    <a:lnTo>
                      <a:pt x="152" y="3"/>
                    </a:lnTo>
                    <a:lnTo>
                      <a:pt x="163" y="3"/>
                    </a:lnTo>
                    <a:lnTo>
                      <a:pt x="166" y="1"/>
                    </a:lnTo>
                    <a:lnTo>
                      <a:pt x="166" y="3"/>
                    </a:lnTo>
                    <a:lnTo>
                      <a:pt x="178" y="3"/>
                    </a:lnTo>
                    <a:lnTo>
                      <a:pt x="178" y="4"/>
                    </a:lnTo>
                    <a:lnTo>
                      <a:pt x="181" y="4"/>
                    </a:lnTo>
                    <a:lnTo>
                      <a:pt x="184" y="3"/>
                    </a:lnTo>
                    <a:lnTo>
                      <a:pt x="189" y="1"/>
                    </a:lnTo>
                    <a:lnTo>
                      <a:pt x="198" y="1"/>
                    </a:lnTo>
                    <a:lnTo>
                      <a:pt x="197" y="3"/>
                    </a:lnTo>
                    <a:lnTo>
                      <a:pt x="239" y="3"/>
                    </a:lnTo>
                    <a:lnTo>
                      <a:pt x="239" y="4"/>
                    </a:lnTo>
                    <a:lnTo>
                      <a:pt x="248" y="1"/>
                    </a:lnTo>
                    <a:lnTo>
                      <a:pt x="246" y="3"/>
                    </a:lnTo>
                    <a:lnTo>
                      <a:pt x="251" y="3"/>
                    </a:lnTo>
                    <a:lnTo>
                      <a:pt x="251" y="4"/>
                    </a:lnTo>
                    <a:lnTo>
                      <a:pt x="256" y="3"/>
                    </a:lnTo>
                    <a:lnTo>
                      <a:pt x="260" y="4"/>
                    </a:lnTo>
                    <a:lnTo>
                      <a:pt x="267" y="6"/>
                    </a:lnTo>
                    <a:lnTo>
                      <a:pt x="273" y="6"/>
                    </a:lnTo>
                    <a:lnTo>
                      <a:pt x="276" y="7"/>
                    </a:lnTo>
                    <a:lnTo>
                      <a:pt x="281" y="7"/>
                    </a:lnTo>
                    <a:lnTo>
                      <a:pt x="284" y="4"/>
                    </a:lnTo>
                    <a:lnTo>
                      <a:pt x="287" y="4"/>
                    </a:lnTo>
                    <a:lnTo>
                      <a:pt x="284" y="6"/>
                    </a:lnTo>
                    <a:lnTo>
                      <a:pt x="288" y="6"/>
                    </a:lnTo>
                    <a:lnTo>
                      <a:pt x="290" y="7"/>
                    </a:lnTo>
                    <a:lnTo>
                      <a:pt x="294" y="7"/>
                    </a:lnTo>
                    <a:lnTo>
                      <a:pt x="294" y="6"/>
                    </a:lnTo>
                    <a:lnTo>
                      <a:pt x="304" y="6"/>
                    </a:lnTo>
                    <a:lnTo>
                      <a:pt x="305" y="7"/>
                    </a:lnTo>
                    <a:lnTo>
                      <a:pt x="307" y="6"/>
                    </a:lnTo>
                    <a:lnTo>
                      <a:pt x="346" y="6"/>
                    </a:lnTo>
                    <a:lnTo>
                      <a:pt x="346" y="10"/>
                    </a:lnTo>
                    <a:lnTo>
                      <a:pt x="344" y="14"/>
                    </a:lnTo>
                    <a:lnTo>
                      <a:pt x="344" y="18"/>
                    </a:lnTo>
                    <a:lnTo>
                      <a:pt x="346" y="18"/>
                    </a:lnTo>
                    <a:lnTo>
                      <a:pt x="346" y="37"/>
                    </a:lnTo>
                    <a:lnTo>
                      <a:pt x="344" y="34"/>
                    </a:lnTo>
                    <a:lnTo>
                      <a:pt x="344" y="48"/>
                    </a:lnTo>
                    <a:lnTo>
                      <a:pt x="342" y="51"/>
                    </a:lnTo>
                    <a:lnTo>
                      <a:pt x="342" y="54"/>
                    </a:lnTo>
                    <a:lnTo>
                      <a:pt x="344" y="55"/>
                    </a:lnTo>
                    <a:lnTo>
                      <a:pt x="344" y="76"/>
                    </a:lnTo>
                    <a:lnTo>
                      <a:pt x="342" y="73"/>
                    </a:lnTo>
                    <a:lnTo>
                      <a:pt x="342" y="74"/>
                    </a:lnTo>
                    <a:lnTo>
                      <a:pt x="344" y="77"/>
                    </a:lnTo>
                    <a:lnTo>
                      <a:pt x="344" y="79"/>
                    </a:lnTo>
                    <a:lnTo>
                      <a:pt x="346" y="80"/>
                    </a:lnTo>
                    <a:lnTo>
                      <a:pt x="346" y="82"/>
                    </a:lnTo>
                    <a:lnTo>
                      <a:pt x="344" y="82"/>
                    </a:lnTo>
                    <a:lnTo>
                      <a:pt x="344" y="83"/>
                    </a:lnTo>
                    <a:lnTo>
                      <a:pt x="346" y="90"/>
                    </a:lnTo>
                    <a:lnTo>
                      <a:pt x="344" y="90"/>
                    </a:lnTo>
                    <a:lnTo>
                      <a:pt x="344" y="104"/>
                    </a:lnTo>
                    <a:lnTo>
                      <a:pt x="342" y="118"/>
                    </a:lnTo>
                    <a:lnTo>
                      <a:pt x="344" y="130"/>
                    </a:lnTo>
                    <a:lnTo>
                      <a:pt x="346" y="128"/>
                    </a:lnTo>
                    <a:lnTo>
                      <a:pt x="346" y="132"/>
                    </a:lnTo>
                    <a:lnTo>
                      <a:pt x="344" y="136"/>
                    </a:lnTo>
                    <a:lnTo>
                      <a:pt x="344" y="139"/>
                    </a:lnTo>
                    <a:lnTo>
                      <a:pt x="342" y="142"/>
                    </a:lnTo>
                    <a:lnTo>
                      <a:pt x="344" y="144"/>
                    </a:lnTo>
                    <a:lnTo>
                      <a:pt x="342" y="146"/>
                    </a:lnTo>
                    <a:lnTo>
                      <a:pt x="344" y="147"/>
                    </a:lnTo>
                    <a:lnTo>
                      <a:pt x="342" y="147"/>
                    </a:lnTo>
                    <a:lnTo>
                      <a:pt x="344" y="150"/>
                    </a:lnTo>
                    <a:lnTo>
                      <a:pt x="342" y="150"/>
                    </a:lnTo>
                    <a:lnTo>
                      <a:pt x="342" y="161"/>
                    </a:lnTo>
                    <a:lnTo>
                      <a:pt x="341" y="161"/>
                    </a:lnTo>
                    <a:lnTo>
                      <a:pt x="341" y="178"/>
                    </a:lnTo>
                    <a:lnTo>
                      <a:pt x="339" y="177"/>
                    </a:lnTo>
                    <a:lnTo>
                      <a:pt x="339" y="180"/>
                    </a:lnTo>
                    <a:lnTo>
                      <a:pt x="341" y="181"/>
                    </a:lnTo>
                    <a:lnTo>
                      <a:pt x="341" y="183"/>
                    </a:lnTo>
                    <a:lnTo>
                      <a:pt x="339" y="187"/>
                    </a:lnTo>
                    <a:lnTo>
                      <a:pt x="341" y="191"/>
                    </a:lnTo>
                    <a:lnTo>
                      <a:pt x="339" y="191"/>
                    </a:lnTo>
                    <a:lnTo>
                      <a:pt x="339" y="197"/>
                    </a:lnTo>
                    <a:lnTo>
                      <a:pt x="341" y="197"/>
                    </a:lnTo>
                    <a:lnTo>
                      <a:pt x="341" y="201"/>
                    </a:lnTo>
                    <a:lnTo>
                      <a:pt x="339" y="201"/>
                    </a:lnTo>
                    <a:lnTo>
                      <a:pt x="339" y="214"/>
                    </a:lnTo>
                    <a:lnTo>
                      <a:pt x="338" y="215"/>
                    </a:lnTo>
                    <a:lnTo>
                      <a:pt x="338" y="217"/>
                    </a:lnTo>
                    <a:lnTo>
                      <a:pt x="339" y="218"/>
                    </a:lnTo>
                    <a:lnTo>
                      <a:pt x="341" y="218"/>
                    </a:lnTo>
                    <a:lnTo>
                      <a:pt x="341" y="220"/>
                    </a:lnTo>
                    <a:lnTo>
                      <a:pt x="339" y="222"/>
                    </a:lnTo>
                    <a:lnTo>
                      <a:pt x="339" y="223"/>
                    </a:lnTo>
                    <a:lnTo>
                      <a:pt x="341" y="223"/>
                    </a:lnTo>
                    <a:lnTo>
                      <a:pt x="341" y="226"/>
                    </a:lnTo>
                    <a:lnTo>
                      <a:pt x="339" y="228"/>
                    </a:lnTo>
                    <a:lnTo>
                      <a:pt x="339" y="231"/>
                    </a:lnTo>
                    <a:lnTo>
                      <a:pt x="338" y="229"/>
                    </a:lnTo>
                    <a:lnTo>
                      <a:pt x="338" y="232"/>
                    </a:lnTo>
                    <a:lnTo>
                      <a:pt x="339" y="234"/>
                    </a:lnTo>
                    <a:lnTo>
                      <a:pt x="339" y="246"/>
                    </a:lnTo>
                    <a:lnTo>
                      <a:pt x="338" y="246"/>
                    </a:lnTo>
                    <a:lnTo>
                      <a:pt x="339" y="249"/>
                    </a:lnTo>
                    <a:lnTo>
                      <a:pt x="338" y="248"/>
                    </a:lnTo>
                    <a:lnTo>
                      <a:pt x="338" y="256"/>
                    </a:lnTo>
                    <a:lnTo>
                      <a:pt x="339" y="259"/>
                    </a:lnTo>
                    <a:lnTo>
                      <a:pt x="339" y="263"/>
                    </a:lnTo>
                    <a:lnTo>
                      <a:pt x="338" y="267"/>
                    </a:lnTo>
                    <a:lnTo>
                      <a:pt x="338" y="270"/>
                    </a:lnTo>
                    <a:lnTo>
                      <a:pt x="339" y="271"/>
                    </a:lnTo>
                    <a:lnTo>
                      <a:pt x="339" y="276"/>
                    </a:lnTo>
                    <a:lnTo>
                      <a:pt x="338" y="277"/>
                    </a:lnTo>
                    <a:lnTo>
                      <a:pt x="338" y="284"/>
                    </a:lnTo>
                    <a:lnTo>
                      <a:pt x="339" y="285"/>
                    </a:lnTo>
                    <a:lnTo>
                      <a:pt x="339" y="290"/>
                    </a:lnTo>
                    <a:lnTo>
                      <a:pt x="338" y="293"/>
                    </a:lnTo>
                    <a:lnTo>
                      <a:pt x="338" y="296"/>
                    </a:lnTo>
                    <a:lnTo>
                      <a:pt x="336" y="298"/>
                    </a:lnTo>
                    <a:lnTo>
                      <a:pt x="338" y="302"/>
                    </a:lnTo>
                    <a:lnTo>
                      <a:pt x="338" y="316"/>
                    </a:lnTo>
                    <a:lnTo>
                      <a:pt x="336" y="316"/>
                    </a:lnTo>
                    <a:lnTo>
                      <a:pt x="336" y="332"/>
                    </a:lnTo>
                    <a:lnTo>
                      <a:pt x="338" y="332"/>
                    </a:lnTo>
                    <a:lnTo>
                      <a:pt x="338" y="335"/>
                    </a:lnTo>
                    <a:lnTo>
                      <a:pt x="336" y="335"/>
                    </a:lnTo>
                    <a:lnTo>
                      <a:pt x="336" y="347"/>
                    </a:lnTo>
                    <a:lnTo>
                      <a:pt x="335" y="349"/>
                    </a:lnTo>
                    <a:lnTo>
                      <a:pt x="336" y="350"/>
                    </a:lnTo>
                    <a:lnTo>
                      <a:pt x="335" y="350"/>
                    </a:lnTo>
                    <a:lnTo>
                      <a:pt x="335" y="353"/>
                    </a:lnTo>
                    <a:lnTo>
                      <a:pt x="336" y="353"/>
                    </a:lnTo>
                    <a:lnTo>
                      <a:pt x="336" y="357"/>
                    </a:lnTo>
                    <a:lnTo>
                      <a:pt x="338" y="358"/>
                    </a:lnTo>
                    <a:lnTo>
                      <a:pt x="335" y="361"/>
                    </a:lnTo>
                    <a:lnTo>
                      <a:pt x="336" y="366"/>
                    </a:lnTo>
                    <a:lnTo>
                      <a:pt x="336" y="367"/>
                    </a:lnTo>
                    <a:lnTo>
                      <a:pt x="335" y="366"/>
                    </a:lnTo>
                    <a:lnTo>
                      <a:pt x="333" y="367"/>
                    </a:lnTo>
                    <a:lnTo>
                      <a:pt x="333" y="369"/>
                    </a:lnTo>
                    <a:lnTo>
                      <a:pt x="335" y="372"/>
                    </a:lnTo>
                    <a:lnTo>
                      <a:pt x="335" y="375"/>
                    </a:lnTo>
                    <a:lnTo>
                      <a:pt x="333" y="378"/>
                    </a:lnTo>
                    <a:lnTo>
                      <a:pt x="332" y="378"/>
                    </a:lnTo>
                    <a:lnTo>
                      <a:pt x="332" y="386"/>
                    </a:lnTo>
                    <a:lnTo>
                      <a:pt x="333" y="389"/>
                    </a:lnTo>
                    <a:lnTo>
                      <a:pt x="333" y="395"/>
                    </a:lnTo>
                    <a:lnTo>
                      <a:pt x="332" y="395"/>
                    </a:lnTo>
                    <a:lnTo>
                      <a:pt x="332" y="402"/>
                    </a:lnTo>
                    <a:lnTo>
                      <a:pt x="333" y="405"/>
                    </a:lnTo>
                    <a:lnTo>
                      <a:pt x="333" y="406"/>
                    </a:lnTo>
                    <a:lnTo>
                      <a:pt x="335" y="408"/>
                    </a:lnTo>
                    <a:lnTo>
                      <a:pt x="333" y="409"/>
                    </a:lnTo>
                    <a:lnTo>
                      <a:pt x="332" y="409"/>
                    </a:lnTo>
                    <a:lnTo>
                      <a:pt x="333" y="417"/>
                    </a:lnTo>
                    <a:lnTo>
                      <a:pt x="332" y="417"/>
                    </a:lnTo>
                    <a:lnTo>
                      <a:pt x="332" y="419"/>
                    </a:lnTo>
                    <a:lnTo>
                      <a:pt x="330" y="419"/>
                    </a:lnTo>
                    <a:lnTo>
                      <a:pt x="332" y="426"/>
                    </a:lnTo>
                    <a:lnTo>
                      <a:pt x="330" y="425"/>
                    </a:lnTo>
                    <a:lnTo>
                      <a:pt x="330" y="433"/>
                    </a:lnTo>
                    <a:lnTo>
                      <a:pt x="329" y="431"/>
                    </a:lnTo>
                    <a:lnTo>
                      <a:pt x="329" y="429"/>
                    </a:lnTo>
                    <a:lnTo>
                      <a:pt x="327" y="428"/>
                    </a:lnTo>
                    <a:lnTo>
                      <a:pt x="327" y="434"/>
                    </a:lnTo>
                    <a:lnTo>
                      <a:pt x="329" y="437"/>
                    </a:lnTo>
                    <a:lnTo>
                      <a:pt x="330" y="442"/>
                    </a:lnTo>
                    <a:lnTo>
                      <a:pt x="330" y="447"/>
                    </a:lnTo>
                    <a:lnTo>
                      <a:pt x="329" y="447"/>
                    </a:lnTo>
                    <a:lnTo>
                      <a:pt x="327" y="445"/>
                    </a:lnTo>
                    <a:lnTo>
                      <a:pt x="327" y="448"/>
                    </a:lnTo>
                    <a:lnTo>
                      <a:pt x="325" y="450"/>
                    </a:lnTo>
                    <a:lnTo>
                      <a:pt x="329" y="450"/>
                    </a:lnTo>
                    <a:lnTo>
                      <a:pt x="329" y="453"/>
                    </a:lnTo>
                    <a:lnTo>
                      <a:pt x="325" y="453"/>
                    </a:lnTo>
                    <a:lnTo>
                      <a:pt x="325" y="457"/>
                    </a:lnTo>
                    <a:lnTo>
                      <a:pt x="327" y="457"/>
                    </a:lnTo>
                    <a:lnTo>
                      <a:pt x="325" y="459"/>
                    </a:lnTo>
                    <a:lnTo>
                      <a:pt x="325" y="464"/>
                    </a:lnTo>
                    <a:lnTo>
                      <a:pt x="327" y="465"/>
                    </a:lnTo>
                    <a:lnTo>
                      <a:pt x="325" y="468"/>
                    </a:lnTo>
                    <a:lnTo>
                      <a:pt x="325" y="478"/>
                    </a:lnTo>
                    <a:lnTo>
                      <a:pt x="324" y="481"/>
                    </a:lnTo>
                    <a:lnTo>
                      <a:pt x="324" y="479"/>
                    </a:lnTo>
                    <a:lnTo>
                      <a:pt x="322" y="476"/>
                    </a:lnTo>
                    <a:lnTo>
                      <a:pt x="322" y="471"/>
                    </a:lnTo>
                    <a:lnTo>
                      <a:pt x="324" y="468"/>
                    </a:lnTo>
                    <a:lnTo>
                      <a:pt x="322" y="468"/>
                    </a:lnTo>
                    <a:lnTo>
                      <a:pt x="322" y="461"/>
                    </a:lnTo>
                    <a:lnTo>
                      <a:pt x="319" y="461"/>
                    </a:lnTo>
                    <a:lnTo>
                      <a:pt x="319" y="456"/>
                    </a:lnTo>
                    <a:lnTo>
                      <a:pt x="321" y="457"/>
                    </a:lnTo>
                    <a:lnTo>
                      <a:pt x="321" y="454"/>
                    </a:lnTo>
                    <a:lnTo>
                      <a:pt x="322" y="454"/>
                    </a:lnTo>
                    <a:lnTo>
                      <a:pt x="322" y="450"/>
                    </a:lnTo>
                    <a:lnTo>
                      <a:pt x="319" y="443"/>
                    </a:lnTo>
                    <a:lnTo>
                      <a:pt x="319" y="440"/>
                    </a:lnTo>
                    <a:lnTo>
                      <a:pt x="321" y="439"/>
                    </a:lnTo>
                    <a:lnTo>
                      <a:pt x="321" y="442"/>
                    </a:lnTo>
                    <a:lnTo>
                      <a:pt x="322" y="443"/>
                    </a:lnTo>
                    <a:lnTo>
                      <a:pt x="322" y="440"/>
                    </a:lnTo>
                    <a:lnTo>
                      <a:pt x="324" y="440"/>
                    </a:lnTo>
                    <a:lnTo>
                      <a:pt x="325" y="439"/>
                    </a:lnTo>
                    <a:lnTo>
                      <a:pt x="325" y="436"/>
                    </a:lnTo>
                    <a:lnTo>
                      <a:pt x="324" y="434"/>
                    </a:lnTo>
                    <a:lnTo>
                      <a:pt x="324" y="433"/>
                    </a:lnTo>
                    <a:lnTo>
                      <a:pt x="322" y="434"/>
                    </a:lnTo>
                    <a:lnTo>
                      <a:pt x="322" y="416"/>
                    </a:lnTo>
                    <a:lnTo>
                      <a:pt x="324" y="409"/>
                    </a:lnTo>
                    <a:lnTo>
                      <a:pt x="324" y="408"/>
                    </a:lnTo>
                    <a:lnTo>
                      <a:pt x="322" y="409"/>
                    </a:lnTo>
                    <a:lnTo>
                      <a:pt x="322" y="394"/>
                    </a:lnTo>
                    <a:lnTo>
                      <a:pt x="324" y="394"/>
                    </a:lnTo>
                    <a:lnTo>
                      <a:pt x="324" y="391"/>
                    </a:lnTo>
                    <a:lnTo>
                      <a:pt x="322" y="391"/>
                    </a:lnTo>
                    <a:lnTo>
                      <a:pt x="322" y="386"/>
                    </a:lnTo>
                    <a:lnTo>
                      <a:pt x="324" y="386"/>
                    </a:lnTo>
                    <a:lnTo>
                      <a:pt x="324" y="380"/>
                    </a:lnTo>
                    <a:lnTo>
                      <a:pt x="322" y="375"/>
                    </a:lnTo>
                    <a:lnTo>
                      <a:pt x="324" y="375"/>
                    </a:lnTo>
                    <a:lnTo>
                      <a:pt x="324" y="372"/>
                    </a:lnTo>
                    <a:lnTo>
                      <a:pt x="322" y="374"/>
                    </a:lnTo>
                    <a:lnTo>
                      <a:pt x="322" y="375"/>
                    </a:lnTo>
                    <a:lnTo>
                      <a:pt x="321" y="377"/>
                    </a:lnTo>
                    <a:lnTo>
                      <a:pt x="321" y="374"/>
                    </a:lnTo>
                    <a:lnTo>
                      <a:pt x="319" y="374"/>
                    </a:lnTo>
                    <a:lnTo>
                      <a:pt x="319" y="366"/>
                    </a:lnTo>
                    <a:lnTo>
                      <a:pt x="322" y="369"/>
                    </a:lnTo>
                    <a:lnTo>
                      <a:pt x="322" y="363"/>
                    </a:lnTo>
                    <a:lnTo>
                      <a:pt x="321" y="364"/>
                    </a:lnTo>
                    <a:lnTo>
                      <a:pt x="322" y="360"/>
                    </a:lnTo>
                    <a:lnTo>
                      <a:pt x="324" y="357"/>
                    </a:lnTo>
                    <a:lnTo>
                      <a:pt x="324" y="353"/>
                    </a:lnTo>
                    <a:lnTo>
                      <a:pt x="322" y="355"/>
                    </a:lnTo>
                    <a:lnTo>
                      <a:pt x="322" y="353"/>
                    </a:lnTo>
                    <a:lnTo>
                      <a:pt x="324" y="352"/>
                    </a:lnTo>
                    <a:lnTo>
                      <a:pt x="325" y="353"/>
                    </a:lnTo>
                    <a:lnTo>
                      <a:pt x="325" y="349"/>
                    </a:lnTo>
                    <a:lnTo>
                      <a:pt x="324" y="347"/>
                    </a:lnTo>
                    <a:lnTo>
                      <a:pt x="324" y="344"/>
                    </a:lnTo>
                    <a:lnTo>
                      <a:pt x="322" y="341"/>
                    </a:lnTo>
                    <a:lnTo>
                      <a:pt x="321" y="343"/>
                    </a:lnTo>
                    <a:lnTo>
                      <a:pt x="321" y="335"/>
                    </a:lnTo>
                    <a:lnTo>
                      <a:pt x="319" y="335"/>
                    </a:lnTo>
                    <a:lnTo>
                      <a:pt x="319" y="336"/>
                    </a:lnTo>
                    <a:lnTo>
                      <a:pt x="318" y="336"/>
                    </a:lnTo>
                    <a:lnTo>
                      <a:pt x="318" y="335"/>
                    </a:lnTo>
                    <a:lnTo>
                      <a:pt x="319" y="333"/>
                    </a:lnTo>
                    <a:lnTo>
                      <a:pt x="321" y="333"/>
                    </a:lnTo>
                    <a:lnTo>
                      <a:pt x="321" y="332"/>
                    </a:lnTo>
                    <a:lnTo>
                      <a:pt x="319" y="330"/>
                    </a:lnTo>
                    <a:lnTo>
                      <a:pt x="319" y="326"/>
                    </a:lnTo>
                    <a:lnTo>
                      <a:pt x="321" y="329"/>
                    </a:lnTo>
                    <a:lnTo>
                      <a:pt x="321" y="330"/>
                    </a:lnTo>
                    <a:lnTo>
                      <a:pt x="322" y="333"/>
                    </a:lnTo>
                    <a:lnTo>
                      <a:pt x="322" y="330"/>
                    </a:lnTo>
                    <a:lnTo>
                      <a:pt x="324" y="330"/>
                    </a:lnTo>
                    <a:lnTo>
                      <a:pt x="325" y="332"/>
                    </a:lnTo>
                    <a:lnTo>
                      <a:pt x="325" y="330"/>
                    </a:lnTo>
                    <a:lnTo>
                      <a:pt x="327" y="329"/>
                    </a:lnTo>
                    <a:lnTo>
                      <a:pt x="327" y="326"/>
                    </a:lnTo>
                    <a:lnTo>
                      <a:pt x="324" y="322"/>
                    </a:lnTo>
                    <a:lnTo>
                      <a:pt x="327" y="321"/>
                    </a:lnTo>
                    <a:lnTo>
                      <a:pt x="327" y="316"/>
                    </a:lnTo>
                    <a:lnTo>
                      <a:pt x="325" y="316"/>
                    </a:lnTo>
                    <a:lnTo>
                      <a:pt x="324" y="318"/>
                    </a:lnTo>
                    <a:lnTo>
                      <a:pt x="322" y="318"/>
                    </a:lnTo>
                    <a:lnTo>
                      <a:pt x="322" y="316"/>
                    </a:lnTo>
                    <a:lnTo>
                      <a:pt x="321" y="315"/>
                    </a:lnTo>
                    <a:lnTo>
                      <a:pt x="321" y="313"/>
                    </a:lnTo>
                    <a:lnTo>
                      <a:pt x="322" y="313"/>
                    </a:lnTo>
                    <a:lnTo>
                      <a:pt x="324" y="312"/>
                    </a:lnTo>
                    <a:lnTo>
                      <a:pt x="324" y="308"/>
                    </a:lnTo>
                    <a:lnTo>
                      <a:pt x="322" y="307"/>
                    </a:lnTo>
                    <a:lnTo>
                      <a:pt x="322" y="302"/>
                    </a:lnTo>
                    <a:lnTo>
                      <a:pt x="321" y="302"/>
                    </a:lnTo>
                    <a:lnTo>
                      <a:pt x="321" y="299"/>
                    </a:lnTo>
                    <a:lnTo>
                      <a:pt x="319" y="294"/>
                    </a:lnTo>
                    <a:lnTo>
                      <a:pt x="319" y="287"/>
                    </a:lnTo>
                    <a:lnTo>
                      <a:pt x="321" y="284"/>
                    </a:lnTo>
                    <a:lnTo>
                      <a:pt x="321" y="279"/>
                    </a:lnTo>
                    <a:lnTo>
                      <a:pt x="322" y="279"/>
                    </a:lnTo>
                    <a:lnTo>
                      <a:pt x="324" y="277"/>
                    </a:lnTo>
                    <a:lnTo>
                      <a:pt x="324" y="274"/>
                    </a:lnTo>
                    <a:lnTo>
                      <a:pt x="322" y="273"/>
                    </a:lnTo>
                    <a:lnTo>
                      <a:pt x="322" y="270"/>
                    </a:lnTo>
                    <a:lnTo>
                      <a:pt x="321" y="267"/>
                    </a:lnTo>
                    <a:lnTo>
                      <a:pt x="321" y="265"/>
                    </a:lnTo>
                    <a:lnTo>
                      <a:pt x="322" y="263"/>
                    </a:lnTo>
                    <a:lnTo>
                      <a:pt x="322" y="257"/>
                    </a:lnTo>
                    <a:lnTo>
                      <a:pt x="324" y="257"/>
                    </a:lnTo>
                    <a:lnTo>
                      <a:pt x="324" y="254"/>
                    </a:lnTo>
                    <a:lnTo>
                      <a:pt x="322" y="251"/>
                    </a:lnTo>
                    <a:lnTo>
                      <a:pt x="322" y="248"/>
                    </a:lnTo>
                    <a:lnTo>
                      <a:pt x="321" y="246"/>
                    </a:lnTo>
                    <a:lnTo>
                      <a:pt x="321" y="245"/>
                    </a:lnTo>
                    <a:lnTo>
                      <a:pt x="322" y="245"/>
                    </a:lnTo>
                    <a:lnTo>
                      <a:pt x="322" y="231"/>
                    </a:lnTo>
                    <a:lnTo>
                      <a:pt x="324" y="231"/>
                    </a:lnTo>
                    <a:lnTo>
                      <a:pt x="324" y="228"/>
                    </a:lnTo>
                    <a:lnTo>
                      <a:pt x="322" y="228"/>
                    </a:lnTo>
                    <a:lnTo>
                      <a:pt x="322" y="212"/>
                    </a:lnTo>
                    <a:lnTo>
                      <a:pt x="321" y="211"/>
                    </a:lnTo>
                    <a:lnTo>
                      <a:pt x="322" y="209"/>
                    </a:lnTo>
                    <a:lnTo>
                      <a:pt x="322" y="198"/>
                    </a:lnTo>
                    <a:lnTo>
                      <a:pt x="324" y="198"/>
                    </a:lnTo>
                    <a:lnTo>
                      <a:pt x="324" y="194"/>
                    </a:lnTo>
                    <a:lnTo>
                      <a:pt x="322" y="194"/>
                    </a:lnTo>
                    <a:lnTo>
                      <a:pt x="322" y="195"/>
                    </a:lnTo>
                    <a:lnTo>
                      <a:pt x="321" y="197"/>
                    </a:lnTo>
                    <a:lnTo>
                      <a:pt x="321" y="186"/>
                    </a:lnTo>
                    <a:lnTo>
                      <a:pt x="324" y="183"/>
                    </a:lnTo>
                    <a:lnTo>
                      <a:pt x="325" y="183"/>
                    </a:lnTo>
                    <a:lnTo>
                      <a:pt x="324" y="181"/>
                    </a:lnTo>
                    <a:lnTo>
                      <a:pt x="324" y="178"/>
                    </a:lnTo>
                    <a:lnTo>
                      <a:pt x="322" y="175"/>
                    </a:lnTo>
                    <a:lnTo>
                      <a:pt x="322" y="172"/>
                    </a:lnTo>
                    <a:lnTo>
                      <a:pt x="319" y="166"/>
                    </a:lnTo>
                    <a:lnTo>
                      <a:pt x="319" y="163"/>
                    </a:lnTo>
                    <a:lnTo>
                      <a:pt x="318" y="156"/>
                    </a:lnTo>
                    <a:lnTo>
                      <a:pt x="318" y="158"/>
                    </a:lnTo>
                    <a:lnTo>
                      <a:pt x="316" y="159"/>
                    </a:lnTo>
                    <a:lnTo>
                      <a:pt x="316" y="147"/>
                    </a:lnTo>
                    <a:lnTo>
                      <a:pt x="319" y="147"/>
                    </a:lnTo>
                    <a:lnTo>
                      <a:pt x="319" y="146"/>
                    </a:lnTo>
                    <a:lnTo>
                      <a:pt x="321" y="146"/>
                    </a:lnTo>
                    <a:lnTo>
                      <a:pt x="321" y="142"/>
                    </a:lnTo>
                    <a:lnTo>
                      <a:pt x="319" y="142"/>
                    </a:lnTo>
                    <a:lnTo>
                      <a:pt x="319" y="141"/>
                    </a:lnTo>
                    <a:lnTo>
                      <a:pt x="318" y="139"/>
                    </a:lnTo>
                    <a:lnTo>
                      <a:pt x="322" y="139"/>
                    </a:lnTo>
                    <a:lnTo>
                      <a:pt x="322" y="132"/>
                    </a:lnTo>
                    <a:lnTo>
                      <a:pt x="321" y="132"/>
                    </a:lnTo>
                    <a:lnTo>
                      <a:pt x="321" y="125"/>
                    </a:lnTo>
                    <a:lnTo>
                      <a:pt x="322" y="125"/>
                    </a:lnTo>
                    <a:lnTo>
                      <a:pt x="322" y="118"/>
                    </a:lnTo>
                    <a:lnTo>
                      <a:pt x="321" y="116"/>
                    </a:lnTo>
                    <a:lnTo>
                      <a:pt x="321" y="114"/>
                    </a:lnTo>
                    <a:lnTo>
                      <a:pt x="322" y="114"/>
                    </a:lnTo>
                    <a:lnTo>
                      <a:pt x="322" y="111"/>
                    </a:lnTo>
                    <a:lnTo>
                      <a:pt x="321" y="110"/>
                    </a:lnTo>
                    <a:lnTo>
                      <a:pt x="321" y="107"/>
                    </a:lnTo>
                    <a:lnTo>
                      <a:pt x="319" y="105"/>
                    </a:lnTo>
                    <a:lnTo>
                      <a:pt x="319" y="102"/>
                    </a:lnTo>
                    <a:lnTo>
                      <a:pt x="321" y="102"/>
                    </a:lnTo>
                    <a:lnTo>
                      <a:pt x="321" y="91"/>
                    </a:lnTo>
                    <a:lnTo>
                      <a:pt x="319" y="93"/>
                    </a:lnTo>
                    <a:lnTo>
                      <a:pt x="319" y="82"/>
                    </a:lnTo>
                    <a:lnTo>
                      <a:pt x="321" y="79"/>
                    </a:lnTo>
                    <a:lnTo>
                      <a:pt x="321" y="80"/>
                    </a:lnTo>
                    <a:lnTo>
                      <a:pt x="322" y="80"/>
                    </a:lnTo>
                    <a:lnTo>
                      <a:pt x="322" y="79"/>
                    </a:lnTo>
                    <a:lnTo>
                      <a:pt x="321" y="76"/>
                    </a:lnTo>
                    <a:lnTo>
                      <a:pt x="321" y="73"/>
                    </a:lnTo>
                    <a:lnTo>
                      <a:pt x="318" y="66"/>
                    </a:lnTo>
                    <a:lnTo>
                      <a:pt x="318" y="49"/>
                    </a:lnTo>
                    <a:lnTo>
                      <a:pt x="319" y="46"/>
                    </a:lnTo>
                    <a:lnTo>
                      <a:pt x="319" y="45"/>
                    </a:lnTo>
                    <a:lnTo>
                      <a:pt x="318" y="43"/>
                    </a:lnTo>
                    <a:lnTo>
                      <a:pt x="318" y="42"/>
                    </a:lnTo>
                    <a:lnTo>
                      <a:pt x="319" y="42"/>
                    </a:lnTo>
                    <a:lnTo>
                      <a:pt x="319" y="43"/>
                    </a:lnTo>
                    <a:lnTo>
                      <a:pt x="321" y="43"/>
                    </a:lnTo>
                    <a:lnTo>
                      <a:pt x="321" y="40"/>
                    </a:lnTo>
                    <a:lnTo>
                      <a:pt x="319" y="38"/>
                    </a:lnTo>
                    <a:lnTo>
                      <a:pt x="319" y="35"/>
                    </a:lnTo>
                    <a:lnTo>
                      <a:pt x="318" y="35"/>
                    </a:lnTo>
                    <a:lnTo>
                      <a:pt x="318" y="34"/>
                    </a:lnTo>
                    <a:lnTo>
                      <a:pt x="315" y="34"/>
                    </a:lnTo>
                    <a:lnTo>
                      <a:pt x="315" y="35"/>
                    </a:lnTo>
                    <a:lnTo>
                      <a:pt x="316" y="35"/>
                    </a:lnTo>
                    <a:lnTo>
                      <a:pt x="315" y="37"/>
                    </a:lnTo>
                    <a:lnTo>
                      <a:pt x="313" y="37"/>
                    </a:lnTo>
                    <a:lnTo>
                      <a:pt x="313" y="34"/>
                    </a:lnTo>
                    <a:lnTo>
                      <a:pt x="310" y="34"/>
                    </a:lnTo>
                    <a:lnTo>
                      <a:pt x="310" y="32"/>
                    </a:lnTo>
                    <a:lnTo>
                      <a:pt x="308" y="32"/>
                    </a:lnTo>
                    <a:lnTo>
                      <a:pt x="308" y="34"/>
                    </a:lnTo>
                    <a:lnTo>
                      <a:pt x="304" y="34"/>
                    </a:lnTo>
                    <a:lnTo>
                      <a:pt x="304" y="32"/>
                    </a:lnTo>
                    <a:lnTo>
                      <a:pt x="302" y="32"/>
                    </a:lnTo>
                    <a:lnTo>
                      <a:pt x="302" y="31"/>
                    </a:lnTo>
                    <a:lnTo>
                      <a:pt x="304" y="31"/>
                    </a:lnTo>
                    <a:lnTo>
                      <a:pt x="302" y="29"/>
                    </a:lnTo>
                    <a:lnTo>
                      <a:pt x="302" y="31"/>
                    </a:lnTo>
                    <a:lnTo>
                      <a:pt x="299" y="31"/>
                    </a:lnTo>
                    <a:lnTo>
                      <a:pt x="299" y="32"/>
                    </a:lnTo>
                    <a:lnTo>
                      <a:pt x="293" y="32"/>
                    </a:lnTo>
                    <a:lnTo>
                      <a:pt x="291" y="34"/>
                    </a:lnTo>
                    <a:lnTo>
                      <a:pt x="288" y="34"/>
                    </a:lnTo>
                    <a:lnTo>
                      <a:pt x="287" y="32"/>
                    </a:lnTo>
                    <a:lnTo>
                      <a:pt x="290" y="32"/>
                    </a:lnTo>
                    <a:lnTo>
                      <a:pt x="291" y="31"/>
                    </a:lnTo>
                    <a:lnTo>
                      <a:pt x="287" y="31"/>
                    </a:lnTo>
                    <a:lnTo>
                      <a:pt x="282" y="29"/>
                    </a:lnTo>
                    <a:lnTo>
                      <a:pt x="276" y="29"/>
                    </a:lnTo>
                    <a:lnTo>
                      <a:pt x="273" y="31"/>
                    </a:lnTo>
                    <a:lnTo>
                      <a:pt x="273" y="29"/>
                    </a:lnTo>
                    <a:lnTo>
                      <a:pt x="270" y="29"/>
                    </a:lnTo>
                    <a:lnTo>
                      <a:pt x="270" y="28"/>
                    </a:lnTo>
                    <a:lnTo>
                      <a:pt x="265" y="28"/>
                    </a:lnTo>
                    <a:lnTo>
                      <a:pt x="263" y="29"/>
                    </a:lnTo>
                    <a:lnTo>
                      <a:pt x="256" y="29"/>
                    </a:lnTo>
                    <a:lnTo>
                      <a:pt x="256" y="31"/>
                    </a:lnTo>
                    <a:lnTo>
                      <a:pt x="259" y="32"/>
                    </a:lnTo>
                    <a:lnTo>
                      <a:pt x="256" y="32"/>
                    </a:lnTo>
                    <a:lnTo>
                      <a:pt x="253" y="34"/>
                    </a:lnTo>
                    <a:lnTo>
                      <a:pt x="254" y="32"/>
                    </a:lnTo>
                    <a:lnTo>
                      <a:pt x="234" y="32"/>
                    </a:lnTo>
                    <a:lnTo>
                      <a:pt x="232" y="34"/>
                    </a:lnTo>
                    <a:lnTo>
                      <a:pt x="229" y="34"/>
                    </a:lnTo>
                    <a:lnTo>
                      <a:pt x="232" y="32"/>
                    </a:lnTo>
                    <a:lnTo>
                      <a:pt x="225" y="32"/>
                    </a:lnTo>
                    <a:lnTo>
                      <a:pt x="225" y="34"/>
                    </a:lnTo>
                    <a:lnTo>
                      <a:pt x="201" y="34"/>
                    </a:lnTo>
                    <a:lnTo>
                      <a:pt x="201" y="32"/>
                    </a:lnTo>
                    <a:lnTo>
                      <a:pt x="195" y="32"/>
                    </a:lnTo>
                    <a:lnTo>
                      <a:pt x="194" y="34"/>
                    </a:lnTo>
                    <a:lnTo>
                      <a:pt x="191" y="34"/>
                    </a:lnTo>
                    <a:lnTo>
                      <a:pt x="189" y="35"/>
                    </a:lnTo>
                    <a:lnTo>
                      <a:pt x="186" y="34"/>
                    </a:lnTo>
                    <a:lnTo>
                      <a:pt x="178" y="34"/>
                    </a:lnTo>
                    <a:lnTo>
                      <a:pt x="174" y="32"/>
                    </a:lnTo>
                    <a:lnTo>
                      <a:pt x="172" y="34"/>
                    </a:lnTo>
                    <a:lnTo>
                      <a:pt x="166" y="34"/>
                    </a:lnTo>
                    <a:lnTo>
                      <a:pt x="164" y="35"/>
                    </a:lnTo>
                    <a:lnTo>
                      <a:pt x="161" y="35"/>
                    </a:lnTo>
                    <a:lnTo>
                      <a:pt x="161" y="37"/>
                    </a:lnTo>
                    <a:lnTo>
                      <a:pt x="153" y="37"/>
                    </a:lnTo>
                    <a:lnTo>
                      <a:pt x="147" y="40"/>
                    </a:lnTo>
                    <a:lnTo>
                      <a:pt x="141" y="42"/>
                    </a:lnTo>
                    <a:lnTo>
                      <a:pt x="132" y="42"/>
                    </a:lnTo>
                    <a:lnTo>
                      <a:pt x="132" y="40"/>
                    </a:lnTo>
                    <a:lnTo>
                      <a:pt x="129" y="40"/>
                    </a:lnTo>
                    <a:lnTo>
                      <a:pt x="127" y="42"/>
                    </a:lnTo>
                    <a:lnTo>
                      <a:pt x="108" y="42"/>
                    </a:lnTo>
                    <a:lnTo>
                      <a:pt x="108" y="40"/>
                    </a:lnTo>
                    <a:lnTo>
                      <a:pt x="104" y="40"/>
                    </a:lnTo>
                    <a:lnTo>
                      <a:pt x="102" y="38"/>
                    </a:lnTo>
                    <a:lnTo>
                      <a:pt x="99" y="38"/>
                    </a:lnTo>
                    <a:lnTo>
                      <a:pt x="95" y="40"/>
                    </a:lnTo>
                    <a:lnTo>
                      <a:pt x="95" y="37"/>
                    </a:lnTo>
                    <a:lnTo>
                      <a:pt x="85" y="37"/>
                    </a:lnTo>
                    <a:lnTo>
                      <a:pt x="81" y="38"/>
                    </a:lnTo>
                    <a:lnTo>
                      <a:pt x="77" y="40"/>
                    </a:lnTo>
                    <a:lnTo>
                      <a:pt x="42" y="40"/>
                    </a:lnTo>
                    <a:lnTo>
                      <a:pt x="42" y="42"/>
                    </a:lnTo>
                    <a:lnTo>
                      <a:pt x="40" y="42"/>
                    </a:lnTo>
                    <a:lnTo>
                      <a:pt x="40" y="54"/>
                    </a:lnTo>
                    <a:lnTo>
                      <a:pt x="39" y="59"/>
                    </a:lnTo>
                    <a:lnTo>
                      <a:pt x="39" y="60"/>
                    </a:lnTo>
                    <a:lnTo>
                      <a:pt x="40" y="60"/>
                    </a:lnTo>
                    <a:lnTo>
                      <a:pt x="40" y="66"/>
                    </a:lnTo>
                    <a:lnTo>
                      <a:pt x="42" y="69"/>
                    </a:lnTo>
                    <a:lnTo>
                      <a:pt x="42" y="73"/>
                    </a:lnTo>
                    <a:lnTo>
                      <a:pt x="40" y="71"/>
                    </a:lnTo>
                    <a:lnTo>
                      <a:pt x="40" y="69"/>
                    </a:lnTo>
                    <a:lnTo>
                      <a:pt x="39" y="68"/>
                    </a:lnTo>
                    <a:lnTo>
                      <a:pt x="39" y="73"/>
                    </a:lnTo>
                    <a:lnTo>
                      <a:pt x="40" y="76"/>
                    </a:lnTo>
                    <a:lnTo>
                      <a:pt x="40" y="77"/>
                    </a:lnTo>
                    <a:lnTo>
                      <a:pt x="39" y="76"/>
                    </a:lnTo>
                    <a:lnTo>
                      <a:pt x="39" y="91"/>
                    </a:lnTo>
                    <a:lnTo>
                      <a:pt x="40" y="90"/>
                    </a:lnTo>
                    <a:lnTo>
                      <a:pt x="40" y="118"/>
                    </a:lnTo>
                    <a:lnTo>
                      <a:pt x="39" y="118"/>
                    </a:lnTo>
                    <a:lnTo>
                      <a:pt x="39" y="122"/>
                    </a:lnTo>
                    <a:lnTo>
                      <a:pt x="37" y="122"/>
                    </a:lnTo>
                    <a:lnTo>
                      <a:pt x="37" y="128"/>
                    </a:lnTo>
                    <a:lnTo>
                      <a:pt x="39" y="128"/>
                    </a:lnTo>
                    <a:lnTo>
                      <a:pt x="39" y="127"/>
                    </a:lnTo>
                    <a:lnTo>
                      <a:pt x="40" y="127"/>
                    </a:lnTo>
                    <a:lnTo>
                      <a:pt x="42" y="130"/>
                    </a:lnTo>
                    <a:lnTo>
                      <a:pt x="40" y="130"/>
                    </a:lnTo>
                    <a:lnTo>
                      <a:pt x="40" y="133"/>
                    </a:lnTo>
                    <a:lnTo>
                      <a:pt x="39" y="135"/>
                    </a:lnTo>
                    <a:lnTo>
                      <a:pt x="39" y="153"/>
                    </a:lnTo>
                    <a:lnTo>
                      <a:pt x="40" y="170"/>
                    </a:lnTo>
                    <a:lnTo>
                      <a:pt x="39" y="173"/>
                    </a:lnTo>
                    <a:lnTo>
                      <a:pt x="37" y="175"/>
                    </a:lnTo>
                    <a:lnTo>
                      <a:pt x="39" y="177"/>
                    </a:lnTo>
                    <a:lnTo>
                      <a:pt x="39" y="183"/>
                    </a:lnTo>
                    <a:lnTo>
                      <a:pt x="40" y="181"/>
                    </a:lnTo>
                    <a:lnTo>
                      <a:pt x="40" y="187"/>
                    </a:lnTo>
                    <a:lnTo>
                      <a:pt x="39" y="189"/>
                    </a:lnTo>
                    <a:lnTo>
                      <a:pt x="39" y="192"/>
                    </a:lnTo>
                    <a:lnTo>
                      <a:pt x="40" y="192"/>
                    </a:lnTo>
                    <a:lnTo>
                      <a:pt x="40" y="248"/>
                    </a:lnTo>
                    <a:lnTo>
                      <a:pt x="39" y="251"/>
                    </a:lnTo>
                    <a:lnTo>
                      <a:pt x="39" y="270"/>
                    </a:lnTo>
                    <a:lnTo>
                      <a:pt x="40" y="274"/>
                    </a:lnTo>
                    <a:lnTo>
                      <a:pt x="40" y="279"/>
                    </a:lnTo>
                    <a:lnTo>
                      <a:pt x="39" y="282"/>
                    </a:lnTo>
                    <a:lnTo>
                      <a:pt x="39" y="288"/>
                    </a:lnTo>
                    <a:lnTo>
                      <a:pt x="40" y="293"/>
                    </a:lnTo>
                    <a:lnTo>
                      <a:pt x="39" y="293"/>
                    </a:lnTo>
                    <a:lnTo>
                      <a:pt x="39" y="299"/>
                    </a:lnTo>
                    <a:lnTo>
                      <a:pt x="40" y="299"/>
                    </a:lnTo>
                    <a:lnTo>
                      <a:pt x="40" y="324"/>
                    </a:lnTo>
                    <a:lnTo>
                      <a:pt x="39" y="324"/>
                    </a:lnTo>
                    <a:lnTo>
                      <a:pt x="40" y="341"/>
                    </a:lnTo>
                    <a:lnTo>
                      <a:pt x="40" y="378"/>
                    </a:lnTo>
                    <a:lnTo>
                      <a:pt x="39" y="388"/>
                    </a:lnTo>
                    <a:lnTo>
                      <a:pt x="39" y="397"/>
                    </a:lnTo>
                    <a:lnTo>
                      <a:pt x="37" y="406"/>
                    </a:lnTo>
                    <a:lnTo>
                      <a:pt x="37" y="408"/>
                    </a:lnTo>
                    <a:lnTo>
                      <a:pt x="39" y="409"/>
                    </a:lnTo>
                    <a:lnTo>
                      <a:pt x="40" y="409"/>
                    </a:lnTo>
                    <a:lnTo>
                      <a:pt x="40" y="453"/>
                    </a:lnTo>
                    <a:lnTo>
                      <a:pt x="39" y="457"/>
                    </a:lnTo>
                    <a:lnTo>
                      <a:pt x="39" y="462"/>
                    </a:lnTo>
                    <a:lnTo>
                      <a:pt x="70" y="462"/>
                    </a:lnTo>
                    <a:lnTo>
                      <a:pt x="88" y="464"/>
                    </a:lnTo>
                    <a:lnTo>
                      <a:pt x="107" y="464"/>
                    </a:lnTo>
                    <a:lnTo>
                      <a:pt x="119" y="465"/>
                    </a:lnTo>
                    <a:lnTo>
                      <a:pt x="118" y="464"/>
                    </a:lnTo>
                    <a:lnTo>
                      <a:pt x="121" y="464"/>
                    </a:lnTo>
                    <a:lnTo>
                      <a:pt x="121" y="467"/>
                    </a:lnTo>
                    <a:lnTo>
                      <a:pt x="126" y="465"/>
                    </a:lnTo>
                    <a:lnTo>
                      <a:pt x="130" y="465"/>
                    </a:lnTo>
                    <a:lnTo>
                      <a:pt x="127" y="464"/>
                    </a:lnTo>
                    <a:lnTo>
                      <a:pt x="155" y="465"/>
                    </a:lnTo>
                    <a:lnTo>
                      <a:pt x="180" y="467"/>
                    </a:lnTo>
                    <a:lnTo>
                      <a:pt x="180" y="465"/>
                    </a:lnTo>
                    <a:lnTo>
                      <a:pt x="198" y="468"/>
                    </a:lnTo>
                    <a:lnTo>
                      <a:pt x="206" y="468"/>
                    </a:lnTo>
                    <a:lnTo>
                      <a:pt x="205" y="470"/>
                    </a:lnTo>
                    <a:lnTo>
                      <a:pt x="222" y="470"/>
                    </a:lnTo>
                    <a:lnTo>
                      <a:pt x="236" y="473"/>
                    </a:lnTo>
                    <a:lnTo>
                      <a:pt x="253" y="476"/>
                    </a:lnTo>
                    <a:lnTo>
                      <a:pt x="251" y="476"/>
                    </a:lnTo>
                    <a:lnTo>
                      <a:pt x="250" y="478"/>
                    </a:lnTo>
                    <a:lnTo>
                      <a:pt x="256" y="478"/>
                    </a:lnTo>
                    <a:lnTo>
                      <a:pt x="254" y="479"/>
                    </a:lnTo>
                    <a:lnTo>
                      <a:pt x="257" y="479"/>
                    </a:lnTo>
                    <a:lnTo>
                      <a:pt x="259" y="478"/>
                    </a:lnTo>
                    <a:lnTo>
                      <a:pt x="265" y="478"/>
                    </a:lnTo>
                    <a:lnTo>
                      <a:pt x="267" y="479"/>
                    </a:lnTo>
                    <a:lnTo>
                      <a:pt x="287" y="479"/>
                    </a:lnTo>
                    <a:lnTo>
                      <a:pt x="287" y="481"/>
                    </a:lnTo>
                    <a:lnTo>
                      <a:pt x="288" y="482"/>
                    </a:lnTo>
                    <a:lnTo>
                      <a:pt x="290" y="482"/>
                    </a:lnTo>
                    <a:lnTo>
                      <a:pt x="293" y="481"/>
                    </a:lnTo>
                    <a:lnTo>
                      <a:pt x="294" y="481"/>
                    </a:lnTo>
                    <a:lnTo>
                      <a:pt x="296" y="482"/>
                    </a:lnTo>
                    <a:lnTo>
                      <a:pt x="302" y="481"/>
                    </a:lnTo>
                    <a:lnTo>
                      <a:pt x="302" y="482"/>
                    </a:lnTo>
                    <a:lnTo>
                      <a:pt x="305" y="482"/>
                    </a:lnTo>
                    <a:lnTo>
                      <a:pt x="305" y="484"/>
                    </a:lnTo>
                    <a:lnTo>
                      <a:pt x="308" y="485"/>
                    </a:lnTo>
                    <a:lnTo>
                      <a:pt x="308" y="487"/>
                    </a:lnTo>
                    <a:lnTo>
                      <a:pt x="318" y="487"/>
                    </a:lnTo>
                    <a:lnTo>
                      <a:pt x="319" y="485"/>
                    </a:lnTo>
                    <a:lnTo>
                      <a:pt x="321" y="485"/>
                    </a:lnTo>
                    <a:lnTo>
                      <a:pt x="322" y="487"/>
                    </a:lnTo>
                    <a:lnTo>
                      <a:pt x="325" y="487"/>
                    </a:lnTo>
                    <a:lnTo>
                      <a:pt x="327" y="484"/>
                    </a:lnTo>
                    <a:lnTo>
                      <a:pt x="329" y="484"/>
                    </a:lnTo>
                    <a:lnTo>
                      <a:pt x="329" y="485"/>
                    </a:lnTo>
                    <a:lnTo>
                      <a:pt x="327" y="485"/>
                    </a:lnTo>
                    <a:lnTo>
                      <a:pt x="329" y="487"/>
                    </a:lnTo>
                    <a:lnTo>
                      <a:pt x="330" y="487"/>
                    </a:lnTo>
                    <a:lnTo>
                      <a:pt x="329" y="488"/>
                    </a:lnTo>
                    <a:lnTo>
                      <a:pt x="330" y="490"/>
                    </a:lnTo>
                    <a:lnTo>
                      <a:pt x="325" y="490"/>
                    </a:lnTo>
                    <a:lnTo>
                      <a:pt x="324" y="492"/>
                    </a:lnTo>
                    <a:lnTo>
                      <a:pt x="322" y="492"/>
                    </a:lnTo>
                    <a:lnTo>
                      <a:pt x="321" y="493"/>
                    </a:lnTo>
                    <a:lnTo>
                      <a:pt x="319" y="493"/>
                    </a:lnTo>
                    <a:lnTo>
                      <a:pt x="298" y="498"/>
                    </a:lnTo>
                    <a:lnTo>
                      <a:pt x="268" y="499"/>
                    </a:lnTo>
                    <a:lnTo>
                      <a:pt x="234" y="501"/>
                    </a:lnTo>
                    <a:lnTo>
                      <a:pt x="197" y="502"/>
                    </a:lnTo>
                    <a:lnTo>
                      <a:pt x="74" y="502"/>
                    </a:lnTo>
                    <a:lnTo>
                      <a:pt x="53" y="501"/>
                    </a:lnTo>
                    <a:lnTo>
                      <a:pt x="29" y="501"/>
                    </a:lnTo>
                    <a:lnTo>
                      <a:pt x="26" y="499"/>
                    </a:lnTo>
                    <a:lnTo>
                      <a:pt x="19" y="499"/>
                    </a:lnTo>
                    <a:lnTo>
                      <a:pt x="17" y="501"/>
                    </a:lnTo>
                    <a:lnTo>
                      <a:pt x="17" y="499"/>
                    </a:lnTo>
                    <a:lnTo>
                      <a:pt x="16" y="499"/>
                    </a:lnTo>
                    <a:lnTo>
                      <a:pt x="14" y="498"/>
                    </a:lnTo>
                    <a:lnTo>
                      <a:pt x="3" y="498"/>
                    </a:lnTo>
                    <a:lnTo>
                      <a:pt x="3" y="493"/>
                    </a:lnTo>
                    <a:lnTo>
                      <a:pt x="2" y="488"/>
                    </a:lnTo>
                    <a:lnTo>
                      <a:pt x="2" y="479"/>
                    </a:lnTo>
                    <a:lnTo>
                      <a:pt x="3" y="479"/>
                    </a:lnTo>
                    <a:lnTo>
                      <a:pt x="3" y="470"/>
                    </a:lnTo>
                    <a:lnTo>
                      <a:pt x="2" y="467"/>
                    </a:lnTo>
                    <a:lnTo>
                      <a:pt x="2" y="459"/>
                    </a:lnTo>
                    <a:lnTo>
                      <a:pt x="3" y="454"/>
                    </a:lnTo>
                    <a:lnTo>
                      <a:pt x="3" y="445"/>
                    </a:lnTo>
                    <a:lnTo>
                      <a:pt x="2" y="443"/>
                    </a:lnTo>
                    <a:lnTo>
                      <a:pt x="2" y="406"/>
                    </a:lnTo>
                    <a:lnTo>
                      <a:pt x="0" y="391"/>
                    </a:lnTo>
                    <a:lnTo>
                      <a:pt x="2" y="388"/>
                    </a:lnTo>
                    <a:lnTo>
                      <a:pt x="2" y="380"/>
                    </a:lnTo>
                    <a:lnTo>
                      <a:pt x="3" y="375"/>
                    </a:lnTo>
                    <a:lnTo>
                      <a:pt x="3" y="371"/>
                    </a:lnTo>
                    <a:lnTo>
                      <a:pt x="2" y="366"/>
                    </a:lnTo>
                    <a:lnTo>
                      <a:pt x="3" y="366"/>
                    </a:lnTo>
                    <a:lnTo>
                      <a:pt x="3" y="363"/>
                    </a:lnTo>
                    <a:lnTo>
                      <a:pt x="5" y="360"/>
                    </a:lnTo>
                    <a:lnTo>
                      <a:pt x="3" y="360"/>
                    </a:lnTo>
                    <a:lnTo>
                      <a:pt x="3" y="353"/>
                    </a:lnTo>
                    <a:lnTo>
                      <a:pt x="5" y="353"/>
                    </a:lnTo>
                    <a:lnTo>
                      <a:pt x="3" y="347"/>
                    </a:lnTo>
                    <a:lnTo>
                      <a:pt x="3" y="343"/>
                    </a:lnTo>
                    <a:lnTo>
                      <a:pt x="2" y="336"/>
                    </a:lnTo>
                    <a:lnTo>
                      <a:pt x="2" y="326"/>
                    </a:lnTo>
                    <a:lnTo>
                      <a:pt x="3" y="326"/>
                    </a:lnTo>
                    <a:lnTo>
                      <a:pt x="3" y="324"/>
                    </a:lnTo>
                    <a:lnTo>
                      <a:pt x="5" y="322"/>
                    </a:lnTo>
                    <a:lnTo>
                      <a:pt x="5" y="321"/>
                    </a:lnTo>
                    <a:lnTo>
                      <a:pt x="3" y="318"/>
                    </a:lnTo>
                    <a:lnTo>
                      <a:pt x="3" y="270"/>
                    </a:lnTo>
                    <a:lnTo>
                      <a:pt x="2" y="277"/>
                    </a:lnTo>
                    <a:lnTo>
                      <a:pt x="2" y="268"/>
                    </a:lnTo>
                    <a:lnTo>
                      <a:pt x="3" y="268"/>
                    </a:lnTo>
                    <a:lnTo>
                      <a:pt x="2" y="253"/>
                    </a:lnTo>
                    <a:lnTo>
                      <a:pt x="2" y="239"/>
                    </a:lnTo>
                    <a:lnTo>
                      <a:pt x="3" y="217"/>
                    </a:lnTo>
                    <a:lnTo>
                      <a:pt x="3" y="195"/>
                    </a:lnTo>
                    <a:lnTo>
                      <a:pt x="5" y="175"/>
                    </a:lnTo>
                    <a:lnTo>
                      <a:pt x="2" y="173"/>
                    </a:lnTo>
                    <a:lnTo>
                      <a:pt x="3" y="173"/>
                    </a:lnTo>
                    <a:lnTo>
                      <a:pt x="3" y="172"/>
                    </a:lnTo>
                    <a:lnTo>
                      <a:pt x="5" y="170"/>
                    </a:lnTo>
                    <a:lnTo>
                      <a:pt x="5" y="167"/>
                    </a:lnTo>
                    <a:lnTo>
                      <a:pt x="3" y="166"/>
                    </a:lnTo>
                    <a:lnTo>
                      <a:pt x="2" y="166"/>
                    </a:lnTo>
                    <a:lnTo>
                      <a:pt x="3" y="161"/>
                    </a:lnTo>
                    <a:lnTo>
                      <a:pt x="2" y="161"/>
                    </a:lnTo>
                    <a:lnTo>
                      <a:pt x="2" y="156"/>
                    </a:lnTo>
                    <a:lnTo>
                      <a:pt x="3" y="153"/>
                    </a:lnTo>
                    <a:lnTo>
                      <a:pt x="3" y="149"/>
                    </a:lnTo>
                    <a:lnTo>
                      <a:pt x="2" y="147"/>
                    </a:lnTo>
                    <a:lnTo>
                      <a:pt x="3" y="146"/>
                    </a:lnTo>
                    <a:lnTo>
                      <a:pt x="3" y="136"/>
                    </a:lnTo>
                    <a:lnTo>
                      <a:pt x="5" y="136"/>
                    </a:lnTo>
                    <a:lnTo>
                      <a:pt x="5" y="133"/>
                    </a:lnTo>
                    <a:lnTo>
                      <a:pt x="3" y="133"/>
                    </a:lnTo>
                    <a:lnTo>
                      <a:pt x="3" y="132"/>
                    </a:lnTo>
                    <a:lnTo>
                      <a:pt x="2" y="130"/>
                    </a:lnTo>
                    <a:lnTo>
                      <a:pt x="2" y="125"/>
                    </a:lnTo>
                    <a:lnTo>
                      <a:pt x="3" y="122"/>
                    </a:lnTo>
                    <a:lnTo>
                      <a:pt x="3" y="118"/>
                    </a:lnTo>
                    <a:lnTo>
                      <a:pt x="5" y="119"/>
                    </a:lnTo>
                    <a:lnTo>
                      <a:pt x="5" y="111"/>
                    </a:lnTo>
                    <a:lnTo>
                      <a:pt x="3" y="108"/>
                    </a:lnTo>
                    <a:lnTo>
                      <a:pt x="3" y="107"/>
                    </a:lnTo>
                    <a:lnTo>
                      <a:pt x="5" y="108"/>
                    </a:lnTo>
                    <a:lnTo>
                      <a:pt x="5" y="102"/>
                    </a:lnTo>
                    <a:lnTo>
                      <a:pt x="3" y="100"/>
                    </a:lnTo>
                    <a:lnTo>
                      <a:pt x="3" y="85"/>
                    </a:lnTo>
                    <a:lnTo>
                      <a:pt x="5" y="85"/>
                    </a:lnTo>
                    <a:lnTo>
                      <a:pt x="3" y="83"/>
                    </a:lnTo>
                    <a:lnTo>
                      <a:pt x="3" y="80"/>
                    </a:lnTo>
                    <a:lnTo>
                      <a:pt x="2" y="77"/>
                    </a:lnTo>
                    <a:lnTo>
                      <a:pt x="2" y="76"/>
                    </a:lnTo>
                    <a:lnTo>
                      <a:pt x="3" y="74"/>
                    </a:lnTo>
                    <a:lnTo>
                      <a:pt x="3" y="71"/>
                    </a:lnTo>
                    <a:lnTo>
                      <a:pt x="2" y="66"/>
                    </a:lnTo>
                    <a:lnTo>
                      <a:pt x="3" y="65"/>
                    </a:lnTo>
                    <a:lnTo>
                      <a:pt x="3" y="59"/>
                    </a:lnTo>
                    <a:lnTo>
                      <a:pt x="2" y="62"/>
                    </a:lnTo>
                    <a:lnTo>
                      <a:pt x="2" y="54"/>
                    </a:lnTo>
                    <a:lnTo>
                      <a:pt x="3" y="54"/>
                    </a:lnTo>
                    <a:lnTo>
                      <a:pt x="3" y="3"/>
                    </a:lnTo>
                    <a:lnTo>
                      <a:pt x="9" y="1"/>
                    </a:lnTo>
                    <a:lnTo>
                      <a:pt x="16" y="1"/>
                    </a:lnTo>
                    <a:lnTo>
                      <a:pt x="20" y="0"/>
                    </a:lnTo>
                    <a:close/>
                  </a:path>
                </a:pathLst>
              </a:custGeom>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grpSp>
            <p:nvGrpSpPr>
              <p:cNvPr id="25" name="Group 24">
                <a:extLst>
                  <a:ext uri="{FF2B5EF4-FFF2-40B4-BE49-F238E27FC236}">
                    <a16:creationId xmlns:a16="http://schemas.microsoft.com/office/drawing/2014/main" id="{FD1C3401-53E1-4BF6-9C26-F88E0BF67E62}"/>
                  </a:ext>
                </a:extLst>
              </p:cNvPr>
              <p:cNvGrpSpPr/>
              <p:nvPr/>
            </p:nvGrpSpPr>
            <p:grpSpPr>
              <a:xfrm>
                <a:off x="2038350" y="1889126"/>
                <a:ext cx="287338" cy="2922587"/>
                <a:chOff x="2038350" y="1889126"/>
                <a:chExt cx="287338" cy="2922587"/>
              </a:xfrm>
            </p:grpSpPr>
            <p:sp>
              <p:nvSpPr>
                <p:cNvPr id="30" name="Freeform 105">
                  <a:extLst>
                    <a:ext uri="{FF2B5EF4-FFF2-40B4-BE49-F238E27FC236}">
                      <a16:creationId xmlns:a16="http://schemas.microsoft.com/office/drawing/2014/main" id="{241CAF8D-1B6B-4B1C-B5F1-61DC897EDD26}"/>
                    </a:ext>
                  </a:extLst>
                </p:cNvPr>
                <p:cNvSpPr>
                  <a:spLocks noEditPoints="1"/>
                </p:cNvSpPr>
                <p:nvPr/>
              </p:nvSpPr>
              <p:spPr bwMode="auto">
                <a:xfrm>
                  <a:off x="2143125" y="2090738"/>
                  <a:ext cx="69850" cy="2720975"/>
                </a:xfrm>
                <a:custGeom>
                  <a:avLst/>
                  <a:gdLst/>
                  <a:ahLst/>
                  <a:cxnLst>
                    <a:cxn ang="0">
                      <a:pos x="27" y="1586"/>
                    </a:cxn>
                    <a:cxn ang="0">
                      <a:pos x="11" y="1544"/>
                    </a:cxn>
                    <a:cxn ang="0">
                      <a:pos x="8" y="1122"/>
                    </a:cxn>
                    <a:cxn ang="0">
                      <a:pos x="8" y="1085"/>
                    </a:cxn>
                    <a:cxn ang="0">
                      <a:pos x="28" y="2"/>
                    </a:cxn>
                    <a:cxn ang="0">
                      <a:pos x="42" y="87"/>
                    </a:cxn>
                    <a:cxn ang="0">
                      <a:pos x="42" y="370"/>
                    </a:cxn>
                    <a:cxn ang="0">
                      <a:pos x="39" y="475"/>
                    </a:cxn>
                    <a:cxn ang="0">
                      <a:pos x="41" y="526"/>
                    </a:cxn>
                    <a:cxn ang="0">
                      <a:pos x="41" y="663"/>
                    </a:cxn>
                    <a:cxn ang="0">
                      <a:pos x="39" y="714"/>
                    </a:cxn>
                    <a:cxn ang="0">
                      <a:pos x="39" y="761"/>
                    </a:cxn>
                    <a:cxn ang="0">
                      <a:pos x="41" y="804"/>
                    </a:cxn>
                    <a:cxn ang="0">
                      <a:pos x="39" y="956"/>
                    </a:cxn>
                    <a:cxn ang="0">
                      <a:pos x="39" y="1018"/>
                    </a:cxn>
                    <a:cxn ang="0">
                      <a:pos x="39" y="1108"/>
                    </a:cxn>
                    <a:cxn ang="0">
                      <a:pos x="36" y="1161"/>
                    </a:cxn>
                    <a:cxn ang="0">
                      <a:pos x="36" y="1211"/>
                    </a:cxn>
                    <a:cxn ang="0">
                      <a:pos x="37" y="1271"/>
                    </a:cxn>
                    <a:cxn ang="0">
                      <a:pos x="34" y="1338"/>
                    </a:cxn>
                    <a:cxn ang="0">
                      <a:pos x="34" y="1361"/>
                    </a:cxn>
                    <a:cxn ang="0">
                      <a:pos x="33" y="1405"/>
                    </a:cxn>
                    <a:cxn ang="0">
                      <a:pos x="30" y="1454"/>
                    </a:cxn>
                    <a:cxn ang="0">
                      <a:pos x="30" y="1504"/>
                    </a:cxn>
                    <a:cxn ang="0">
                      <a:pos x="28" y="1554"/>
                    </a:cxn>
                    <a:cxn ang="0">
                      <a:pos x="25" y="1594"/>
                    </a:cxn>
                    <a:cxn ang="0">
                      <a:pos x="23" y="1634"/>
                    </a:cxn>
                    <a:cxn ang="0">
                      <a:pos x="22" y="1678"/>
                    </a:cxn>
                    <a:cxn ang="0">
                      <a:pos x="16" y="1692"/>
                    </a:cxn>
                    <a:cxn ang="0">
                      <a:pos x="11" y="1706"/>
                    </a:cxn>
                    <a:cxn ang="0">
                      <a:pos x="11" y="1673"/>
                    </a:cxn>
                    <a:cxn ang="0">
                      <a:pos x="14" y="1662"/>
                    </a:cxn>
                    <a:cxn ang="0">
                      <a:pos x="16" y="1607"/>
                    </a:cxn>
                    <a:cxn ang="0">
                      <a:pos x="10" y="1585"/>
                    </a:cxn>
                    <a:cxn ang="0">
                      <a:pos x="17" y="1566"/>
                    </a:cxn>
                    <a:cxn ang="0">
                      <a:pos x="11" y="1551"/>
                    </a:cxn>
                    <a:cxn ang="0">
                      <a:pos x="19" y="1535"/>
                    </a:cxn>
                    <a:cxn ang="0">
                      <a:pos x="11" y="1513"/>
                    </a:cxn>
                    <a:cxn ang="0">
                      <a:pos x="13" y="1476"/>
                    </a:cxn>
                    <a:cxn ang="0">
                      <a:pos x="16" y="1436"/>
                    </a:cxn>
                    <a:cxn ang="0">
                      <a:pos x="14" y="1394"/>
                    </a:cxn>
                    <a:cxn ang="0">
                      <a:pos x="13" y="1368"/>
                    </a:cxn>
                    <a:cxn ang="0">
                      <a:pos x="10" y="1344"/>
                    </a:cxn>
                    <a:cxn ang="0">
                      <a:pos x="11" y="1326"/>
                    </a:cxn>
                    <a:cxn ang="0">
                      <a:pos x="13" y="1293"/>
                    </a:cxn>
                    <a:cxn ang="0">
                      <a:pos x="10" y="1239"/>
                    </a:cxn>
                    <a:cxn ang="0">
                      <a:pos x="8" y="1197"/>
                    </a:cxn>
                    <a:cxn ang="0">
                      <a:pos x="13" y="1170"/>
                    </a:cxn>
                    <a:cxn ang="0">
                      <a:pos x="13" y="1141"/>
                    </a:cxn>
                    <a:cxn ang="0">
                      <a:pos x="10" y="1084"/>
                    </a:cxn>
                    <a:cxn ang="0">
                      <a:pos x="10" y="1057"/>
                    </a:cxn>
                    <a:cxn ang="0">
                      <a:pos x="5" y="1021"/>
                    </a:cxn>
                    <a:cxn ang="0">
                      <a:pos x="2" y="944"/>
                    </a:cxn>
                    <a:cxn ang="0">
                      <a:pos x="3" y="814"/>
                    </a:cxn>
                    <a:cxn ang="0">
                      <a:pos x="3" y="776"/>
                    </a:cxn>
                    <a:cxn ang="0">
                      <a:pos x="2" y="689"/>
                    </a:cxn>
                    <a:cxn ang="0">
                      <a:pos x="2" y="618"/>
                    </a:cxn>
                    <a:cxn ang="0">
                      <a:pos x="5" y="550"/>
                    </a:cxn>
                    <a:cxn ang="0">
                      <a:pos x="2" y="500"/>
                    </a:cxn>
                    <a:cxn ang="0">
                      <a:pos x="8" y="227"/>
                    </a:cxn>
                    <a:cxn ang="0">
                      <a:pos x="14" y="106"/>
                    </a:cxn>
                    <a:cxn ang="0">
                      <a:pos x="22" y="48"/>
                    </a:cxn>
                    <a:cxn ang="0">
                      <a:pos x="27" y="10"/>
                    </a:cxn>
                  </a:cxnLst>
                  <a:rect l="0" t="0" r="r" b="b"/>
                  <a:pathLst>
                    <a:path w="44" h="1714">
                      <a:moveTo>
                        <a:pt x="19" y="1662"/>
                      </a:moveTo>
                      <a:lnTo>
                        <a:pt x="20" y="1662"/>
                      </a:lnTo>
                      <a:lnTo>
                        <a:pt x="20" y="1664"/>
                      </a:lnTo>
                      <a:lnTo>
                        <a:pt x="19" y="1662"/>
                      </a:lnTo>
                      <a:close/>
                      <a:moveTo>
                        <a:pt x="23" y="1652"/>
                      </a:moveTo>
                      <a:lnTo>
                        <a:pt x="23" y="1653"/>
                      </a:lnTo>
                      <a:lnTo>
                        <a:pt x="23" y="1652"/>
                      </a:lnTo>
                      <a:close/>
                      <a:moveTo>
                        <a:pt x="27" y="1586"/>
                      </a:moveTo>
                      <a:lnTo>
                        <a:pt x="28" y="1591"/>
                      </a:lnTo>
                      <a:lnTo>
                        <a:pt x="27" y="1588"/>
                      </a:lnTo>
                      <a:lnTo>
                        <a:pt x="27" y="1586"/>
                      </a:lnTo>
                      <a:close/>
                      <a:moveTo>
                        <a:pt x="14" y="1574"/>
                      </a:moveTo>
                      <a:lnTo>
                        <a:pt x="14" y="1575"/>
                      </a:lnTo>
                      <a:lnTo>
                        <a:pt x="13" y="1575"/>
                      </a:lnTo>
                      <a:lnTo>
                        <a:pt x="14" y="1574"/>
                      </a:lnTo>
                      <a:close/>
                      <a:moveTo>
                        <a:pt x="14" y="1571"/>
                      </a:moveTo>
                      <a:lnTo>
                        <a:pt x="16" y="1571"/>
                      </a:lnTo>
                      <a:lnTo>
                        <a:pt x="16" y="1572"/>
                      </a:lnTo>
                      <a:lnTo>
                        <a:pt x="14" y="1574"/>
                      </a:lnTo>
                      <a:lnTo>
                        <a:pt x="14" y="1571"/>
                      </a:lnTo>
                      <a:close/>
                      <a:moveTo>
                        <a:pt x="10" y="1543"/>
                      </a:moveTo>
                      <a:lnTo>
                        <a:pt x="11" y="1544"/>
                      </a:lnTo>
                      <a:lnTo>
                        <a:pt x="11" y="1546"/>
                      </a:lnTo>
                      <a:lnTo>
                        <a:pt x="10" y="1546"/>
                      </a:lnTo>
                      <a:lnTo>
                        <a:pt x="10" y="1543"/>
                      </a:lnTo>
                      <a:close/>
                      <a:moveTo>
                        <a:pt x="8" y="1229"/>
                      </a:moveTo>
                      <a:lnTo>
                        <a:pt x="8" y="1231"/>
                      </a:lnTo>
                      <a:lnTo>
                        <a:pt x="8" y="1229"/>
                      </a:lnTo>
                      <a:close/>
                      <a:moveTo>
                        <a:pt x="36" y="1191"/>
                      </a:moveTo>
                      <a:lnTo>
                        <a:pt x="37" y="1192"/>
                      </a:lnTo>
                      <a:lnTo>
                        <a:pt x="37" y="1195"/>
                      </a:lnTo>
                      <a:lnTo>
                        <a:pt x="36" y="1191"/>
                      </a:lnTo>
                      <a:close/>
                      <a:moveTo>
                        <a:pt x="8" y="1122"/>
                      </a:moveTo>
                      <a:lnTo>
                        <a:pt x="10" y="1125"/>
                      </a:lnTo>
                      <a:lnTo>
                        <a:pt x="10" y="1127"/>
                      </a:lnTo>
                      <a:lnTo>
                        <a:pt x="13" y="1130"/>
                      </a:lnTo>
                      <a:lnTo>
                        <a:pt x="13" y="1133"/>
                      </a:lnTo>
                      <a:lnTo>
                        <a:pt x="10" y="1133"/>
                      </a:lnTo>
                      <a:lnTo>
                        <a:pt x="10" y="1129"/>
                      </a:lnTo>
                      <a:lnTo>
                        <a:pt x="8" y="1129"/>
                      </a:lnTo>
                      <a:lnTo>
                        <a:pt x="8" y="1122"/>
                      </a:lnTo>
                      <a:close/>
                      <a:moveTo>
                        <a:pt x="6" y="1084"/>
                      </a:moveTo>
                      <a:lnTo>
                        <a:pt x="8" y="1084"/>
                      </a:lnTo>
                      <a:lnTo>
                        <a:pt x="8" y="1085"/>
                      </a:lnTo>
                      <a:lnTo>
                        <a:pt x="6" y="1084"/>
                      </a:lnTo>
                      <a:close/>
                      <a:moveTo>
                        <a:pt x="42" y="511"/>
                      </a:moveTo>
                      <a:lnTo>
                        <a:pt x="42" y="512"/>
                      </a:lnTo>
                      <a:lnTo>
                        <a:pt x="42" y="511"/>
                      </a:lnTo>
                      <a:close/>
                      <a:moveTo>
                        <a:pt x="6" y="233"/>
                      </a:moveTo>
                      <a:lnTo>
                        <a:pt x="8" y="235"/>
                      </a:lnTo>
                      <a:lnTo>
                        <a:pt x="6" y="235"/>
                      </a:lnTo>
                      <a:lnTo>
                        <a:pt x="6" y="233"/>
                      </a:lnTo>
                      <a:close/>
                      <a:moveTo>
                        <a:pt x="27" y="0"/>
                      </a:moveTo>
                      <a:lnTo>
                        <a:pt x="27" y="3"/>
                      </a:lnTo>
                      <a:lnTo>
                        <a:pt x="28" y="2"/>
                      </a:lnTo>
                      <a:lnTo>
                        <a:pt x="30" y="2"/>
                      </a:lnTo>
                      <a:lnTo>
                        <a:pt x="30" y="3"/>
                      </a:lnTo>
                      <a:lnTo>
                        <a:pt x="31" y="2"/>
                      </a:lnTo>
                      <a:lnTo>
                        <a:pt x="31" y="7"/>
                      </a:lnTo>
                      <a:lnTo>
                        <a:pt x="33" y="8"/>
                      </a:lnTo>
                      <a:lnTo>
                        <a:pt x="33" y="10"/>
                      </a:lnTo>
                      <a:lnTo>
                        <a:pt x="34" y="11"/>
                      </a:lnTo>
                      <a:lnTo>
                        <a:pt x="34" y="13"/>
                      </a:lnTo>
                      <a:lnTo>
                        <a:pt x="37" y="31"/>
                      </a:lnTo>
                      <a:lnTo>
                        <a:pt x="39" y="58"/>
                      </a:lnTo>
                      <a:lnTo>
                        <a:pt x="42" y="87"/>
                      </a:lnTo>
                      <a:lnTo>
                        <a:pt x="42" y="121"/>
                      </a:lnTo>
                      <a:lnTo>
                        <a:pt x="44" y="157"/>
                      </a:lnTo>
                      <a:lnTo>
                        <a:pt x="44" y="259"/>
                      </a:lnTo>
                      <a:lnTo>
                        <a:pt x="42" y="286"/>
                      </a:lnTo>
                      <a:lnTo>
                        <a:pt x="42" y="329"/>
                      </a:lnTo>
                      <a:lnTo>
                        <a:pt x="41" y="331"/>
                      </a:lnTo>
                      <a:lnTo>
                        <a:pt x="41" y="336"/>
                      </a:lnTo>
                      <a:lnTo>
                        <a:pt x="42" y="336"/>
                      </a:lnTo>
                      <a:lnTo>
                        <a:pt x="41" y="337"/>
                      </a:lnTo>
                      <a:lnTo>
                        <a:pt x="41" y="367"/>
                      </a:lnTo>
                      <a:lnTo>
                        <a:pt x="42" y="370"/>
                      </a:lnTo>
                      <a:lnTo>
                        <a:pt x="41" y="374"/>
                      </a:lnTo>
                      <a:lnTo>
                        <a:pt x="41" y="384"/>
                      </a:lnTo>
                      <a:lnTo>
                        <a:pt x="42" y="387"/>
                      </a:lnTo>
                      <a:lnTo>
                        <a:pt x="41" y="407"/>
                      </a:lnTo>
                      <a:lnTo>
                        <a:pt x="41" y="427"/>
                      </a:lnTo>
                      <a:lnTo>
                        <a:pt x="42" y="446"/>
                      </a:lnTo>
                      <a:lnTo>
                        <a:pt x="41" y="447"/>
                      </a:lnTo>
                      <a:lnTo>
                        <a:pt x="41" y="467"/>
                      </a:lnTo>
                      <a:lnTo>
                        <a:pt x="39" y="467"/>
                      </a:lnTo>
                      <a:lnTo>
                        <a:pt x="41" y="472"/>
                      </a:lnTo>
                      <a:lnTo>
                        <a:pt x="39" y="475"/>
                      </a:lnTo>
                      <a:lnTo>
                        <a:pt x="39" y="480"/>
                      </a:lnTo>
                      <a:lnTo>
                        <a:pt x="41" y="480"/>
                      </a:lnTo>
                      <a:lnTo>
                        <a:pt x="41" y="486"/>
                      </a:lnTo>
                      <a:lnTo>
                        <a:pt x="39" y="486"/>
                      </a:lnTo>
                      <a:lnTo>
                        <a:pt x="42" y="511"/>
                      </a:lnTo>
                      <a:lnTo>
                        <a:pt x="41" y="511"/>
                      </a:lnTo>
                      <a:lnTo>
                        <a:pt x="42" y="514"/>
                      </a:lnTo>
                      <a:lnTo>
                        <a:pt x="42" y="517"/>
                      </a:lnTo>
                      <a:lnTo>
                        <a:pt x="39" y="520"/>
                      </a:lnTo>
                      <a:lnTo>
                        <a:pt x="39" y="523"/>
                      </a:lnTo>
                      <a:lnTo>
                        <a:pt x="41" y="526"/>
                      </a:lnTo>
                      <a:lnTo>
                        <a:pt x="41" y="550"/>
                      </a:lnTo>
                      <a:lnTo>
                        <a:pt x="39" y="573"/>
                      </a:lnTo>
                      <a:lnTo>
                        <a:pt x="39" y="575"/>
                      </a:lnTo>
                      <a:lnTo>
                        <a:pt x="41" y="576"/>
                      </a:lnTo>
                      <a:lnTo>
                        <a:pt x="41" y="579"/>
                      </a:lnTo>
                      <a:lnTo>
                        <a:pt x="42" y="571"/>
                      </a:lnTo>
                      <a:lnTo>
                        <a:pt x="41" y="582"/>
                      </a:lnTo>
                      <a:lnTo>
                        <a:pt x="41" y="599"/>
                      </a:lnTo>
                      <a:lnTo>
                        <a:pt x="42" y="615"/>
                      </a:lnTo>
                      <a:lnTo>
                        <a:pt x="41" y="638"/>
                      </a:lnTo>
                      <a:lnTo>
                        <a:pt x="41" y="663"/>
                      </a:lnTo>
                      <a:lnTo>
                        <a:pt x="39" y="685"/>
                      </a:lnTo>
                      <a:lnTo>
                        <a:pt x="41" y="686"/>
                      </a:lnTo>
                      <a:lnTo>
                        <a:pt x="41" y="688"/>
                      </a:lnTo>
                      <a:lnTo>
                        <a:pt x="39" y="688"/>
                      </a:lnTo>
                      <a:lnTo>
                        <a:pt x="39" y="694"/>
                      </a:lnTo>
                      <a:lnTo>
                        <a:pt x="41" y="696"/>
                      </a:lnTo>
                      <a:lnTo>
                        <a:pt x="39" y="700"/>
                      </a:lnTo>
                      <a:lnTo>
                        <a:pt x="41" y="702"/>
                      </a:lnTo>
                      <a:lnTo>
                        <a:pt x="41" y="705"/>
                      </a:lnTo>
                      <a:lnTo>
                        <a:pt x="39" y="708"/>
                      </a:lnTo>
                      <a:lnTo>
                        <a:pt x="39" y="714"/>
                      </a:lnTo>
                      <a:lnTo>
                        <a:pt x="41" y="716"/>
                      </a:lnTo>
                      <a:lnTo>
                        <a:pt x="41" y="728"/>
                      </a:lnTo>
                      <a:lnTo>
                        <a:pt x="39" y="728"/>
                      </a:lnTo>
                      <a:lnTo>
                        <a:pt x="39" y="731"/>
                      </a:lnTo>
                      <a:lnTo>
                        <a:pt x="41" y="731"/>
                      </a:lnTo>
                      <a:lnTo>
                        <a:pt x="41" y="741"/>
                      </a:lnTo>
                      <a:lnTo>
                        <a:pt x="39" y="742"/>
                      </a:lnTo>
                      <a:lnTo>
                        <a:pt x="39" y="758"/>
                      </a:lnTo>
                      <a:lnTo>
                        <a:pt x="41" y="758"/>
                      </a:lnTo>
                      <a:lnTo>
                        <a:pt x="41" y="759"/>
                      </a:lnTo>
                      <a:lnTo>
                        <a:pt x="39" y="761"/>
                      </a:lnTo>
                      <a:lnTo>
                        <a:pt x="39" y="765"/>
                      </a:lnTo>
                      <a:lnTo>
                        <a:pt x="41" y="767"/>
                      </a:lnTo>
                      <a:lnTo>
                        <a:pt x="41" y="781"/>
                      </a:lnTo>
                      <a:lnTo>
                        <a:pt x="39" y="782"/>
                      </a:lnTo>
                      <a:lnTo>
                        <a:pt x="39" y="784"/>
                      </a:lnTo>
                      <a:lnTo>
                        <a:pt x="41" y="787"/>
                      </a:lnTo>
                      <a:lnTo>
                        <a:pt x="41" y="795"/>
                      </a:lnTo>
                      <a:lnTo>
                        <a:pt x="39" y="798"/>
                      </a:lnTo>
                      <a:lnTo>
                        <a:pt x="41" y="798"/>
                      </a:lnTo>
                      <a:lnTo>
                        <a:pt x="39" y="800"/>
                      </a:lnTo>
                      <a:lnTo>
                        <a:pt x="41" y="804"/>
                      </a:lnTo>
                      <a:lnTo>
                        <a:pt x="41" y="820"/>
                      </a:lnTo>
                      <a:lnTo>
                        <a:pt x="39" y="837"/>
                      </a:lnTo>
                      <a:lnTo>
                        <a:pt x="41" y="854"/>
                      </a:lnTo>
                      <a:lnTo>
                        <a:pt x="41" y="863"/>
                      </a:lnTo>
                      <a:lnTo>
                        <a:pt x="42" y="868"/>
                      </a:lnTo>
                      <a:lnTo>
                        <a:pt x="42" y="890"/>
                      </a:lnTo>
                      <a:lnTo>
                        <a:pt x="41" y="913"/>
                      </a:lnTo>
                      <a:lnTo>
                        <a:pt x="42" y="916"/>
                      </a:lnTo>
                      <a:lnTo>
                        <a:pt x="41" y="916"/>
                      </a:lnTo>
                      <a:lnTo>
                        <a:pt x="41" y="936"/>
                      </a:lnTo>
                      <a:lnTo>
                        <a:pt x="39" y="956"/>
                      </a:lnTo>
                      <a:lnTo>
                        <a:pt x="39" y="976"/>
                      </a:lnTo>
                      <a:lnTo>
                        <a:pt x="41" y="987"/>
                      </a:lnTo>
                      <a:lnTo>
                        <a:pt x="39" y="989"/>
                      </a:lnTo>
                      <a:lnTo>
                        <a:pt x="39" y="997"/>
                      </a:lnTo>
                      <a:lnTo>
                        <a:pt x="41" y="1000"/>
                      </a:lnTo>
                      <a:lnTo>
                        <a:pt x="41" y="1011"/>
                      </a:lnTo>
                      <a:lnTo>
                        <a:pt x="39" y="1009"/>
                      </a:lnTo>
                      <a:lnTo>
                        <a:pt x="39" y="1014"/>
                      </a:lnTo>
                      <a:lnTo>
                        <a:pt x="41" y="1017"/>
                      </a:lnTo>
                      <a:lnTo>
                        <a:pt x="41" y="1018"/>
                      </a:lnTo>
                      <a:lnTo>
                        <a:pt x="39" y="1018"/>
                      </a:lnTo>
                      <a:lnTo>
                        <a:pt x="39" y="1025"/>
                      </a:lnTo>
                      <a:lnTo>
                        <a:pt x="41" y="1028"/>
                      </a:lnTo>
                      <a:lnTo>
                        <a:pt x="41" y="1032"/>
                      </a:lnTo>
                      <a:lnTo>
                        <a:pt x="39" y="1032"/>
                      </a:lnTo>
                      <a:lnTo>
                        <a:pt x="39" y="1040"/>
                      </a:lnTo>
                      <a:lnTo>
                        <a:pt x="41" y="1042"/>
                      </a:lnTo>
                      <a:lnTo>
                        <a:pt x="41" y="1054"/>
                      </a:lnTo>
                      <a:lnTo>
                        <a:pt x="39" y="1053"/>
                      </a:lnTo>
                      <a:lnTo>
                        <a:pt x="39" y="1099"/>
                      </a:lnTo>
                      <a:lnTo>
                        <a:pt x="41" y="1110"/>
                      </a:lnTo>
                      <a:lnTo>
                        <a:pt x="39" y="1108"/>
                      </a:lnTo>
                      <a:lnTo>
                        <a:pt x="39" y="1121"/>
                      </a:lnTo>
                      <a:lnTo>
                        <a:pt x="37" y="1129"/>
                      </a:lnTo>
                      <a:lnTo>
                        <a:pt x="37" y="1138"/>
                      </a:lnTo>
                      <a:lnTo>
                        <a:pt x="36" y="1136"/>
                      </a:lnTo>
                      <a:lnTo>
                        <a:pt x="36" y="1149"/>
                      </a:lnTo>
                      <a:lnTo>
                        <a:pt x="37" y="1150"/>
                      </a:lnTo>
                      <a:lnTo>
                        <a:pt x="37" y="1153"/>
                      </a:lnTo>
                      <a:lnTo>
                        <a:pt x="36" y="1150"/>
                      </a:lnTo>
                      <a:lnTo>
                        <a:pt x="37" y="1155"/>
                      </a:lnTo>
                      <a:lnTo>
                        <a:pt x="36" y="1153"/>
                      </a:lnTo>
                      <a:lnTo>
                        <a:pt x="36" y="1161"/>
                      </a:lnTo>
                      <a:lnTo>
                        <a:pt x="37" y="1160"/>
                      </a:lnTo>
                      <a:lnTo>
                        <a:pt x="37" y="1161"/>
                      </a:lnTo>
                      <a:lnTo>
                        <a:pt x="36" y="1163"/>
                      </a:lnTo>
                      <a:lnTo>
                        <a:pt x="36" y="1174"/>
                      </a:lnTo>
                      <a:lnTo>
                        <a:pt x="37" y="1188"/>
                      </a:lnTo>
                      <a:lnTo>
                        <a:pt x="36" y="1186"/>
                      </a:lnTo>
                      <a:lnTo>
                        <a:pt x="36" y="1200"/>
                      </a:lnTo>
                      <a:lnTo>
                        <a:pt x="37" y="1203"/>
                      </a:lnTo>
                      <a:lnTo>
                        <a:pt x="37" y="1205"/>
                      </a:lnTo>
                      <a:lnTo>
                        <a:pt x="36" y="1206"/>
                      </a:lnTo>
                      <a:lnTo>
                        <a:pt x="36" y="1211"/>
                      </a:lnTo>
                      <a:lnTo>
                        <a:pt x="37" y="1211"/>
                      </a:lnTo>
                      <a:lnTo>
                        <a:pt x="37" y="1223"/>
                      </a:lnTo>
                      <a:lnTo>
                        <a:pt x="36" y="1222"/>
                      </a:lnTo>
                      <a:lnTo>
                        <a:pt x="36" y="1225"/>
                      </a:lnTo>
                      <a:lnTo>
                        <a:pt x="34" y="1225"/>
                      </a:lnTo>
                      <a:lnTo>
                        <a:pt x="34" y="1242"/>
                      </a:lnTo>
                      <a:lnTo>
                        <a:pt x="36" y="1242"/>
                      </a:lnTo>
                      <a:lnTo>
                        <a:pt x="36" y="1262"/>
                      </a:lnTo>
                      <a:lnTo>
                        <a:pt x="34" y="1262"/>
                      </a:lnTo>
                      <a:lnTo>
                        <a:pt x="34" y="1268"/>
                      </a:lnTo>
                      <a:lnTo>
                        <a:pt x="37" y="1271"/>
                      </a:lnTo>
                      <a:lnTo>
                        <a:pt x="37" y="1274"/>
                      </a:lnTo>
                      <a:lnTo>
                        <a:pt x="36" y="1274"/>
                      </a:lnTo>
                      <a:lnTo>
                        <a:pt x="37" y="1279"/>
                      </a:lnTo>
                      <a:lnTo>
                        <a:pt x="36" y="1279"/>
                      </a:lnTo>
                      <a:lnTo>
                        <a:pt x="36" y="1295"/>
                      </a:lnTo>
                      <a:lnTo>
                        <a:pt x="34" y="1310"/>
                      </a:lnTo>
                      <a:lnTo>
                        <a:pt x="34" y="1324"/>
                      </a:lnTo>
                      <a:lnTo>
                        <a:pt x="37" y="1324"/>
                      </a:lnTo>
                      <a:lnTo>
                        <a:pt x="36" y="1327"/>
                      </a:lnTo>
                      <a:lnTo>
                        <a:pt x="36" y="1335"/>
                      </a:lnTo>
                      <a:lnTo>
                        <a:pt x="34" y="1338"/>
                      </a:lnTo>
                      <a:lnTo>
                        <a:pt x="34" y="1340"/>
                      </a:lnTo>
                      <a:lnTo>
                        <a:pt x="33" y="1341"/>
                      </a:lnTo>
                      <a:lnTo>
                        <a:pt x="36" y="1344"/>
                      </a:lnTo>
                      <a:lnTo>
                        <a:pt x="34" y="1344"/>
                      </a:lnTo>
                      <a:lnTo>
                        <a:pt x="34" y="1347"/>
                      </a:lnTo>
                      <a:lnTo>
                        <a:pt x="33" y="1347"/>
                      </a:lnTo>
                      <a:lnTo>
                        <a:pt x="34" y="1350"/>
                      </a:lnTo>
                      <a:lnTo>
                        <a:pt x="34" y="1352"/>
                      </a:lnTo>
                      <a:lnTo>
                        <a:pt x="33" y="1355"/>
                      </a:lnTo>
                      <a:lnTo>
                        <a:pt x="33" y="1358"/>
                      </a:lnTo>
                      <a:lnTo>
                        <a:pt x="34" y="1361"/>
                      </a:lnTo>
                      <a:lnTo>
                        <a:pt x="33" y="1360"/>
                      </a:lnTo>
                      <a:lnTo>
                        <a:pt x="33" y="1378"/>
                      </a:lnTo>
                      <a:lnTo>
                        <a:pt x="31" y="1377"/>
                      </a:lnTo>
                      <a:lnTo>
                        <a:pt x="31" y="1386"/>
                      </a:lnTo>
                      <a:lnTo>
                        <a:pt x="33" y="1383"/>
                      </a:lnTo>
                      <a:lnTo>
                        <a:pt x="31" y="1388"/>
                      </a:lnTo>
                      <a:lnTo>
                        <a:pt x="33" y="1392"/>
                      </a:lnTo>
                      <a:lnTo>
                        <a:pt x="31" y="1391"/>
                      </a:lnTo>
                      <a:lnTo>
                        <a:pt x="31" y="1399"/>
                      </a:lnTo>
                      <a:lnTo>
                        <a:pt x="33" y="1399"/>
                      </a:lnTo>
                      <a:lnTo>
                        <a:pt x="33" y="1405"/>
                      </a:lnTo>
                      <a:lnTo>
                        <a:pt x="31" y="1403"/>
                      </a:lnTo>
                      <a:lnTo>
                        <a:pt x="31" y="1419"/>
                      </a:lnTo>
                      <a:lnTo>
                        <a:pt x="30" y="1419"/>
                      </a:lnTo>
                      <a:lnTo>
                        <a:pt x="30" y="1422"/>
                      </a:lnTo>
                      <a:lnTo>
                        <a:pt x="31" y="1423"/>
                      </a:lnTo>
                      <a:lnTo>
                        <a:pt x="31" y="1433"/>
                      </a:lnTo>
                      <a:lnTo>
                        <a:pt x="30" y="1434"/>
                      </a:lnTo>
                      <a:lnTo>
                        <a:pt x="30" y="1440"/>
                      </a:lnTo>
                      <a:lnTo>
                        <a:pt x="31" y="1444"/>
                      </a:lnTo>
                      <a:lnTo>
                        <a:pt x="31" y="1454"/>
                      </a:lnTo>
                      <a:lnTo>
                        <a:pt x="30" y="1454"/>
                      </a:lnTo>
                      <a:lnTo>
                        <a:pt x="30" y="1456"/>
                      </a:lnTo>
                      <a:lnTo>
                        <a:pt x="28" y="1461"/>
                      </a:lnTo>
                      <a:lnTo>
                        <a:pt x="28" y="1464"/>
                      </a:lnTo>
                      <a:lnTo>
                        <a:pt x="30" y="1468"/>
                      </a:lnTo>
                      <a:lnTo>
                        <a:pt x="30" y="1472"/>
                      </a:lnTo>
                      <a:lnTo>
                        <a:pt x="28" y="1476"/>
                      </a:lnTo>
                      <a:lnTo>
                        <a:pt x="30" y="1476"/>
                      </a:lnTo>
                      <a:lnTo>
                        <a:pt x="30" y="1496"/>
                      </a:lnTo>
                      <a:lnTo>
                        <a:pt x="31" y="1498"/>
                      </a:lnTo>
                      <a:lnTo>
                        <a:pt x="31" y="1501"/>
                      </a:lnTo>
                      <a:lnTo>
                        <a:pt x="30" y="1504"/>
                      </a:lnTo>
                      <a:lnTo>
                        <a:pt x="30" y="1507"/>
                      </a:lnTo>
                      <a:lnTo>
                        <a:pt x="27" y="1510"/>
                      </a:lnTo>
                      <a:lnTo>
                        <a:pt x="28" y="1513"/>
                      </a:lnTo>
                      <a:lnTo>
                        <a:pt x="28" y="1523"/>
                      </a:lnTo>
                      <a:lnTo>
                        <a:pt x="30" y="1526"/>
                      </a:lnTo>
                      <a:lnTo>
                        <a:pt x="30" y="1530"/>
                      </a:lnTo>
                      <a:lnTo>
                        <a:pt x="28" y="1530"/>
                      </a:lnTo>
                      <a:lnTo>
                        <a:pt x="28" y="1552"/>
                      </a:lnTo>
                      <a:lnTo>
                        <a:pt x="27" y="1552"/>
                      </a:lnTo>
                      <a:lnTo>
                        <a:pt x="27" y="1555"/>
                      </a:lnTo>
                      <a:lnTo>
                        <a:pt x="28" y="1554"/>
                      </a:lnTo>
                      <a:lnTo>
                        <a:pt x="28" y="1563"/>
                      </a:lnTo>
                      <a:lnTo>
                        <a:pt x="27" y="1565"/>
                      </a:lnTo>
                      <a:lnTo>
                        <a:pt x="27" y="1574"/>
                      </a:lnTo>
                      <a:lnTo>
                        <a:pt x="28" y="1574"/>
                      </a:lnTo>
                      <a:lnTo>
                        <a:pt x="27" y="1575"/>
                      </a:lnTo>
                      <a:lnTo>
                        <a:pt x="28" y="1577"/>
                      </a:lnTo>
                      <a:lnTo>
                        <a:pt x="28" y="1580"/>
                      </a:lnTo>
                      <a:lnTo>
                        <a:pt x="27" y="1582"/>
                      </a:lnTo>
                      <a:lnTo>
                        <a:pt x="28" y="1586"/>
                      </a:lnTo>
                      <a:lnTo>
                        <a:pt x="25" y="1586"/>
                      </a:lnTo>
                      <a:lnTo>
                        <a:pt x="25" y="1594"/>
                      </a:lnTo>
                      <a:lnTo>
                        <a:pt x="27" y="1596"/>
                      </a:lnTo>
                      <a:lnTo>
                        <a:pt x="25" y="1596"/>
                      </a:lnTo>
                      <a:lnTo>
                        <a:pt x="25" y="1600"/>
                      </a:lnTo>
                      <a:lnTo>
                        <a:pt x="23" y="1600"/>
                      </a:lnTo>
                      <a:lnTo>
                        <a:pt x="23" y="1614"/>
                      </a:lnTo>
                      <a:lnTo>
                        <a:pt x="25" y="1620"/>
                      </a:lnTo>
                      <a:lnTo>
                        <a:pt x="23" y="1620"/>
                      </a:lnTo>
                      <a:lnTo>
                        <a:pt x="23" y="1627"/>
                      </a:lnTo>
                      <a:lnTo>
                        <a:pt x="25" y="1630"/>
                      </a:lnTo>
                      <a:lnTo>
                        <a:pt x="25" y="1633"/>
                      </a:lnTo>
                      <a:lnTo>
                        <a:pt x="23" y="1634"/>
                      </a:lnTo>
                      <a:lnTo>
                        <a:pt x="23" y="1645"/>
                      </a:lnTo>
                      <a:lnTo>
                        <a:pt x="22" y="1645"/>
                      </a:lnTo>
                      <a:lnTo>
                        <a:pt x="23" y="1652"/>
                      </a:lnTo>
                      <a:lnTo>
                        <a:pt x="22" y="1652"/>
                      </a:lnTo>
                      <a:lnTo>
                        <a:pt x="22" y="1648"/>
                      </a:lnTo>
                      <a:lnTo>
                        <a:pt x="20" y="1652"/>
                      </a:lnTo>
                      <a:lnTo>
                        <a:pt x="20" y="1656"/>
                      </a:lnTo>
                      <a:lnTo>
                        <a:pt x="19" y="1656"/>
                      </a:lnTo>
                      <a:lnTo>
                        <a:pt x="19" y="1662"/>
                      </a:lnTo>
                      <a:lnTo>
                        <a:pt x="22" y="1672"/>
                      </a:lnTo>
                      <a:lnTo>
                        <a:pt x="22" y="1678"/>
                      </a:lnTo>
                      <a:lnTo>
                        <a:pt x="20" y="1676"/>
                      </a:lnTo>
                      <a:lnTo>
                        <a:pt x="19" y="1676"/>
                      </a:lnTo>
                      <a:lnTo>
                        <a:pt x="19" y="1678"/>
                      </a:lnTo>
                      <a:lnTo>
                        <a:pt x="17" y="1678"/>
                      </a:lnTo>
                      <a:lnTo>
                        <a:pt x="17" y="1679"/>
                      </a:lnTo>
                      <a:lnTo>
                        <a:pt x="20" y="1679"/>
                      </a:lnTo>
                      <a:lnTo>
                        <a:pt x="20" y="1681"/>
                      </a:lnTo>
                      <a:lnTo>
                        <a:pt x="19" y="1683"/>
                      </a:lnTo>
                      <a:lnTo>
                        <a:pt x="17" y="1683"/>
                      </a:lnTo>
                      <a:lnTo>
                        <a:pt x="17" y="1692"/>
                      </a:lnTo>
                      <a:lnTo>
                        <a:pt x="16" y="1692"/>
                      </a:lnTo>
                      <a:lnTo>
                        <a:pt x="16" y="1693"/>
                      </a:lnTo>
                      <a:lnTo>
                        <a:pt x="19" y="1697"/>
                      </a:lnTo>
                      <a:lnTo>
                        <a:pt x="17" y="1700"/>
                      </a:lnTo>
                      <a:lnTo>
                        <a:pt x="17" y="1706"/>
                      </a:lnTo>
                      <a:lnTo>
                        <a:pt x="16" y="1707"/>
                      </a:lnTo>
                      <a:lnTo>
                        <a:pt x="16" y="1714"/>
                      </a:lnTo>
                      <a:lnTo>
                        <a:pt x="14" y="1712"/>
                      </a:lnTo>
                      <a:lnTo>
                        <a:pt x="14" y="1701"/>
                      </a:lnTo>
                      <a:lnTo>
                        <a:pt x="13" y="1703"/>
                      </a:lnTo>
                      <a:lnTo>
                        <a:pt x="13" y="1707"/>
                      </a:lnTo>
                      <a:lnTo>
                        <a:pt x="11" y="1706"/>
                      </a:lnTo>
                      <a:lnTo>
                        <a:pt x="11" y="1701"/>
                      </a:lnTo>
                      <a:lnTo>
                        <a:pt x="13" y="1701"/>
                      </a:lnTo>
                      <a:lnTo>
                        <a:pt x="13" y="1700"/>
                      </a:lnTo>
                      <a:lnTo>
                        <a:pt x="14" y="1700"/>
                      </a:lnTo>
                      <a:lnTo>
                        <a:pt x="14" y="1693"/>
                      </a:lnTo>
                      <a:lnTo>
                        <a:pt x="13" y="1692"/>
                      </a:lnTo>
                      <a:lnTo>
                        <a:pt x="11" y="1692"/>
                      </a:lnTo>
                      <a:lnTo>
                        <a:pt x="11" y="1689"/>
                      </a:lnTo>
                      <a:lnTo>
                        <a:pt x="13" y="1689"/>
                      </a:lnTo>
                      <a:lnTo>
                        <a:pt x="13" y="1676"/>
                      </a:lnTo>
                      <a:lnTo>
                        <a:pt x="11" y="1673"/>
                      </a:lnTo>
                      <a:lnTo>
                        <a:pt x="11" y="1667"/>
                      </a:lnTo>
                      <a:lnTo>
                        <a:pt x="13" y="1669"/>
                      </a:lnTo>
                      <a:lnTo>
                        <a:pt x="13" y="1672"/>
                      </a:lnTo>
                      <a:lnTo>
                        <a:pt x="14" y="1672"/>
                      </a:lnTo>
                      <a:lnTo>
                        <a:pt x="14" y="1669"/>
                      </a:lnTo>
                      <a:lnTo>
                        <a:pt x="16" y="1669"/>
                      </a:lnTo>
                      <a:lnTo>
                        <a:pt x="16" y="1667"/>
                      </a:lnTo>
                      <a:lnTo>
                        <a:pt x="17" y="1667"/>
                      </a:lnTo>
                      <a:lnTo>
                        <a:pt x="16" y="1665"/>
                      </a:lnTo>
                      <a:lnTo>
                        <a:pt x="16" y="1661"/>
                      </a:lnTo>
                      <a:lnTo>
                        <a:pt x="14" y="1662"/>
                      </a:lnTo>
                      <a:lnTo>
                        <a:pt x="14" y="1652"/>
                      </a:lnTo>
                      <a:lnTo>
                        <a:pt x="13" y="1642"/>
                      </a:lnTo>
                      <a:lnTo>
                        <a:pt x="16" y="1634"/>
                      </a:lnTo>
                      <a:lnTo>
                        <a:pt x="16" y="1633"/>
                      </a:lnTo>
                      <a:lnTo>
                        <a:pt x="14" y="1634"/>
                      </a:lnTo>
                      <a:lnTo>
                        <a:pt x="14" y="1617"/>
                      </a:lnTo>
                      <a:lnTo>
                        <a:pt x="16" y="1617"/>
                      </a:lnTo>
                      <a:lnTo>
                        <a:pt x="16" y="1614"/>
                      </a:lnTo>
                      <a:lnTo>
                        <a:pt x="14" y="1614"/>
                      </a:lnTo>
                      <a:lnTo>
                        <a:pt x="14" y="1608"/>
                      </a:lnTo>
                      <a:lnTo>
                        <a:pt x="16" y="1607"/>
                      </a:lnTo>
                      <a:lnTo>
                        <a:pt x="16" y="1603"/>
                      </a:lnTo>
                      <a:lnTo>
                        <a:pt x="14" y="1603"/>
                      </a:lnTo>
                      <a:lnTo>
                        <a:pt x="16" y="1602"/>
                      </a:lnTo>
                      <a:lnTo>
                        <a:pt x="14" y="1597"/>
                      </a:lnTo>
                      <a:lnTo>
                        <a:pt x="14" y="1594"/>
                      </a:lnTo>
                      <a:lnTo>
                        <a:pt x="13" y="1594"/>
                      </a:lnTo>
                      <a:lnTo>
                        <a:pt x="13" y="1596"/>
                      </a:lnTo>
                      <a:lnTo>
                        <a:pt x="11" y="1594"/>
                      </a:lnTo>
                      <a:lnTo>
                        <a:pt x="11" y="1589"/>
                      </a:lnTo>
                      <a:lnTo>
                        <a:pt x="10" y="1586"/>
                      </a:lnTo>
                      <a:lnTo>
                        <a:pt x="10" y="1585"/>
                      </a:lnTo>
                      <a:lnTo>
                        <a:pt x="11" y="1588"/>
                      </a:lnTo>
                      <a:lnTo>
                        <a:pt x="13" y="1589"/>
                      </a:lnTo>
                      <a:lnTo>
                        <a:pt x="14" y="1589"/>
                      </a:lnTo>
                      <a:lnTo>
                        <a:pt x="14" y="1583"/>
                      </a:lnTo>
                      <a:lnTo>
                        <a:pt x="13" y="1583"/>
                      </a:lnTo>
                      <a:lnTo>
                        <a:pt x="13" y="1582"/>
                      </a:lnTo>
                      <a:lnTo>
                        <a:pt x="14" y="1579"/>
                      </a:lnTo>
                      <a:lnTo>
                        <a:pt x="16" y="1577"/>
                      </a:lnTo>
                      <a:lnTo>
                        <a:pt x="16" y="1572"/>
                      </a:lnTo>
                      <a:lnTo>
                        <a:pt x="17" y="1572"/>
                      </a:lnTo>
                      <a:lnTo>
                        <a:pt x="17" y="1566"/>
                      </a:lnTo>
                      <a:lnTo>
                        <a:pt x="16" y="1568"/>
                      </a:lnTo>
                      <a:lnTo>
                        <a:pt x="16" y="1565"/>
                      </a:lnTo>
                      <a:lnTo>
                        <a:pt x="14" y="1563"/>
                      </a:lnTo>
                      <a:lnTo>
                        <a:pt x="14" y="1558"/>
                      </a:lnTo>
                      <a:lnTo>
                        <a:pt x="13" y="1560"/>
                      </a:lnTo>
                      <a:lnTo>
                        <a:pt x="13" y="1557"/>
                      </a:lnTo>
                      <a:lnTo>
                        <a:pt x="11" y="1554"/>
                      </a:lnTo>
                      <a:lnTo>
                        <a:pt x="11" y="1552"/>
                      </a:lnTo>
                      <a:lnTo>
                        <a:pt x="10" y="1554"/>
                      </a:lnTo>
                      <a:lnTo>
                        <a:pt x="10" y="1551"/>
                      </a:lnTo>
                      <a:lnTo>
                        <a:pt x="11" y="1551"/>
                      </a:lnTo>
                      <a:lnTo>
                        <a:pt x="11" y="1546"/>
                      </a:lnTo>
                      <a:lnTo>
                        <a:pt x="13" y="1548"/>
                      </a:lnTo>
                      <a:lnTo>
                        <a:pt x="14" y="1546"/>
                      </a:lnTo>
                      <a:lnTo>
                        <a:pt x="16" y="1546"/>
                      </a:lnTo>
                      <a:lnTo>
                        <a:pt x="17" y="1548"/>
                      </a:lnTo>
                      <a:lnTo>
                        <a:pt x="17" y="1546"/>
                      </a:lnTo>
                      <a:lnTo>
                        <a:pt x="19" y="1544"/>
                      </a:lnTo>
                      <a:lnTo>
                        <a:pt x="19" y="1541"/>
                      </a:lnTo>
                      <a:lnTo>
                        <a:pt x="16" y="1538"/>
                      </a:lnTo>
                      <a:lnTo>
                        <a:pt x="19" y="1537"/>
                      </a:lnTo>
                      <a:lnTo>
                        <a:pt x="19" y="1535"/>
                      </a:lnTo>
                      <a:lnTo>
                        <a:pt x="17" y="1534"/>
                      </a:lnTo>
                      <a:lnTo>
                        <a:pt x="14" y="1534"/>
                      </a:lnTo>
                      <a:lnTo>
                        <a:pt x="14" y="1532"/>
                      </a:lnTo>
                      <a:lnTo>
                        <a:pt x="11" y="1529"/>
                      </a:lnTo>
                      <a:lnTo>
                        <a:pt x="13" y="1529"/>
                      </a:lnTo>
                      <a:lnTo>
                        <a:pt x="13" y="1527"/>
                      </a:lnTo>
                      <a:lnTo>
                        <a:pt x="14" y="1527"/>
                      </a:lnTo>
                      <a:lnTo>
                        <a:pt x="14" y="1518"/>
                      </a:lnTo>
                      <a:lnTo>
                        <a:pt x="13" y="1518"/>
                      </a:lnTo>
                      <a:lnTo>
                        <a:pt x="13" y="1515"/>
                      </a:lnTo>
                      <a:lnTo>
                        <a:pt x="11" y="1513"/>
                      </a:lnTo>
                      <a:lnTo>
                        <a:pt x="13" y="1512"/>
                      </a:lnTo>
                      <a:lnTo>
                        <a:pt x="11" y="1507"/>
                      </a:lnTo>
                      <a:lnTo>
                        <a:pt x="11" y="1495"/>
                      </a:lnTo>
                      <a:lnTo>
                        <a:pt x="13" y="1492"/>
                      </a:lnTo>
                      <a:lnTo>
                        <a:pt x="11" y="1490"/>
                      </a:lnTo>
                      <a:lnTo>
                        <a:pt x="13" y="1490"/>
                      </a:lnTo>
                      <a:lnTo>
                        <a:pt x="13" y="1489"/>
                      </a:lnTo>
                      <a:lnTo>
                        <a:pt x="14" y="1489"/>
                      </a:lnTo>
                      <a:lnTo>
                        <a:pt x="14" y="1484"/>
                      </a:lnTo>
                      <a:lnTo>
                        <a:pt x="13" y="1481"/>
                      </a:lnTo>
                      <a:lnTo>
                        <a:pt x="13" y="1476"/>
                      </a:lnTo>
                      <a:lnTo>
                        <a:pt x="11" y="1475"/>
                      </a:lnTo>
                      <a:lnTo>
                        <a:pt x="13" y="1473"/>
                      </a:lnTo>
                      <a:lnTo>
                        <a:pt x="13" y="1465"/>
                      </a:lnTo>
                      <a:lnTo>
                        <a:pt x="14" y="1465"/>
                      </a:lnTo>
                      <a:lnTo>
                        <a:pt x="14" y="1456"/>
                      </a:lnTo>
                      <a:lnTo>
                        <a:pt x="11" y="1453"/>
                      </a:lnTo>
                      <a:lnTo>
                        <a:pt x="13" y="1453"/>
                      </a:lnTo>
                      <a:lnTo>
                        <a:pt x="13" y="1445"/>
                      </a:lnTo>
                      <a:lnTo>
                        <a:pt x="14" y="1444"/>
                      </a:lnTo>
                      <a:lnTo>
                        <a:pt x="14" y="1437"/>
                      </a:lnTo>
                      <a:lnTo>
                        <a:pt x="16" y="1436"/>
                      </a:lnTo>
                      <a:lnTo>
                        <a:pt x="16" y="1433"/>
                      </a:lnTo>
                      <a:lnTo>
                        <a:pt x="13" y="1436"/>
                      </a:lnTo>
                      <a:lnTo>
                        <a:pt x="14" y="1433"/>
                      </a:lnTo>
                      <a:lnTo>
                        <a:pt x="14" y="1422"/>
                      </a:lnTo>
                      <a:lnTo>
                        <a:pt x="13" y="1419"/>
                      </a:lnTo>
                      <a:lnTo>
                        <a:pt x="13" y="1416"/>
                      </a:lnTo>
                      <a:lnTo>
                        <a:pt x="11" y="1417"/>
                      </a:lnTo>
                      <a:lnTo>
                        <a:pt x="14" y="1411"/>
                      </a:lnTo>
                      <a:lnTo>
                        <a:pt x="14" y="1400"/>
                      </a:lnTo>
                      <a:lnTo>
                        <a:pt x="16" y="1400"/>
                      </a:lnTo>
                      <a:lnTo>
                        <a:pt x="14" y="1394"/>
                      </a:lnTo>
                      <a:lnTo>
                        <a:pt x="13" y="1395"/>
                      </a:lnTo>
                      <a:lnTo>
                        <a:pt x="13" y="1397"/>
                      </a:lnTo>
                      <a:lnTo>
                        <a:pt x="11" y="1399"/>
                      </a:lnTo>
                      <a:lnTo>
                        <a:pt x="11" y="1394"/>
                      </a:lnTo>
                      <a:lnTo>
                        <a:pt x="14" y="1385"/>
                      </a:lnTo>
                      <a:lnTo>
                        <a:pt x="14" y="1383"/>
                      </a:lnTo>
                      <a:lnTo>
                        <a:pt x="16" y="1383"/>
                      </a:lnTo>
                      <a:lnTo>
                        <a:pt x="16" y="1380"/>
                      </a:lnTo>
                      <a:lnTo>
                        <a:pt x="14" y="1378"/>
                      </a:lnTo>
                      <a:lnTo>
                        <a:pt x="14" y="1372"/>
                      </a:lnTo>
                      <a:lnTo>
                        <a:pt x="13" y="1368"/>
                      </a:lnTo>
                      <a:lnTo>
                        <a:pt x="11" y="1364"/>
                      </a:lnTo>
                      <a:lnTo>
                        <a:pt x="11" y="1360"/>
                      </a:lnTo>
                      <a:lnTo>
                        <a:pt x="10" y="1354"/>
                      </a:lnTo>
                      <a:lnTo>
                        <a:pt x="10" y="1355"/>
                      </a:lnTo>
                      <a:lnTo>
                        <a:pt x="8" y="1357"/>
                      </a:lnTo>
                      <a:lnTo>
                        <a:pt x="8" y="1355"/>
                      </a:lnTo>
                      <a:lnTo>
                        <a:pt x="6" y="1352"/>
                      </a:lnTo>
                      <a:lnTo>
                        <a:pt x="6" y="1349"/>
                      </a:lnTo>
                      <a:lnTo>
                        <a:pt x="8" y="1346"/>
                      </a:lnTo>
                      <a:lnTo>
                        <a:pt x="8" y="1344"/>
                      </a:lnTo>
                      <a:lnTo>
                        <a:pt x="10" y="1344"/>
                      </a:lnTo>
                      <a:lnTo>
                        <a:pt x="10" y="1343"/>
                      </a:lnTo>
                      <a:lnTo>
                        <a:pt x="11" y="1341"/>
                      </a:lnTo>
                      <a:lnTo>
                        <a:pt x="13" y="1341"/>
                      </a:lnTo>
                      <a:lnTo>
                        <a:pt x="13" y="1340"/>
                      </a:lnTo>
                      <a:lnTo>
                        <a:pt x="11" y="1338"/>
                      </a:lnTo>
                      <a:lnTo>
                        <a:pt x="11" y="1336"/>
                      </a:lnTo>
                      <a:lnTo>
                        <a:pt x="10" y="1336"/>
                      </a:lnTo>
                      <a:lnTo>
                        <a:pt x="10" y="1335"/>
                      </a:lnTo>
                      <a:lnTo>
                        <a:pt x="13" y="1335"/>
                      </a:lnTo>
                      <a:lnTo>
                        <a:pt x="13" y="1327"/>
                      </a:lnTo>
                      <a:lnTo>
                        <a:pt x="11" y="1326"/>
                      </a:lnTo>
                      <a:lnTo>
                        <a:pt x="13" y="1326"/>
                      </a:lnTo>
                      <a:lnTo>
                        <a:pt x="13" y="1313"/>
                      </a:lnTo>
                      <a:lnTo>
                        <a:pt x="14" y="1312"/>
                      </a:lnTo>
                      <a:lnTo>
                        <a:pt x="13" y="1310"/>
                      </a:lnTo>
                      <a:lnTo>
                        <a:pt x="13" y="1309"/>
                      </a:lnTo>
                      <a:lnTo>
                        <a:pt x="14" y="1304"/>
                      </a:lnTo>
                      <a:lnTo>
                        <a:pt x="13" y="1304"/>
                      </a:lnTo>
                      <a:lnTo>
                        <a:pt x="13" y="1298"/>
                      </a:lnTo>
                      <a:lnTo>
                        <a:pt x="11" y="1298"/>
                      </a:lnTo>
                      <a:lnTo>
                        <a:pt x="11" y="1293"/>
                      </a:lnTo>
                      <a:lnTo>
                        <a:pt x="13" y="1293"/>
                      </a:lnTo>
                      <a:lnTo>
                        <a:pt x="13" y="1282"/>
                      </a:lnTo>
                      <a:lnTo>
                        <a:pt x="11" y="1281"/>
                      </a:lnTo>
                      <a:lnTo>
                        <a:pt x="11" y="1267"/>
                      </a:lnTo>
                      <a:lnTo>
                        <a:pt x="13" y="1267"/>
                      </a:lnTo>
                      <a:lnTo>
                        <a:pt x="13" y="1270"/>
                      </a:lnTo>
                      <a:lnTo>
                        <a:pt x="14" y="1268"/>
                      </a:lnTo>
                      <a:lnTo>
                        <a:pt x="13" y="1265"/>
                      </a:lnTo>
                      <a:lnTo>
                        <a:pt x="13" y="1262"/>
                      </a:lnTo>
                      <a:lnTo>
                        <a:pt x="11" y="1257"/>
                      </a:lnTo>
                      <a:lnTo>
                        <a:pt x="10" y="1254"/>
                      </a:lnTo>
                      <a:lnTo>
                        <a:pt x="10" y="1239"/>
                      </a:lnTo>
                      <a:lnTo>
                        <a:pt x="8" y="1237"/>
                      </a:lnTo>
                      <a:lnTo>
                        <a:pt x="10" y="1237"/>
                      </a:lnTo>
                      <a:lnTo>
                        <a:pt x="8" y="1231"/>
                      </a:lnTo>
                      <a:lnTo>
                        <a:pt x="10" y="1233"/>
                      </a:lnTo>
                      <a:lnTo>
                        <a:pt x="10" y="1225"/>
                      </a:lnTo>
                      <a:lnTo>
                        <a:pt x="11" y="1222"/>
                      </a:lnTo>
                      <a:lnTo>
                        <a:pt x="11" y="1217"/>
                      </a:lnTo>
                      <a:lnTo>
                        <a:pt x="10" y="1212"/>
                      </a:lnTo>
                      <a:lnTo>
                        <a:pt x="10" y="1209"/>
                      </a:lnTo>
                      <a:lnTo>
                        <a:pt x="8" y="1205"/>
                      </a:lnTo>
                      <a:lnTo>
                        <a:pt x="8" y="1197"/>
                      </a:lnTo>
                      <a:lnTo>
                        <a:pt x="6" y="1195"/>
                      </a:lnTo>
                      <a:lnTo>
                        <a:pt x="8" y="1195"/>
                      </a:lnTo>
                      <a:lnTo>
                        <a:pt x="8" y="1191"/>
                      </a:lnTo>
                      <a:lnTo>
                        <a:pt x="10" y="1189"/>
                      </a:lnTo>
                      <a:lnTo>
                        <a:pt x="10" y="1178"/>
                      </a:lnTo>
                      <a:lnTo>
                        <a:pt x="8" y="1178"/>
                      </a:lnTo>
                      <a:lnTo>
                        <a:pt x="8" y="1174"/>
                      </a:lnTo>
                      <a:lnTo>
                        <a:pt x="10" y="1172"/>
                      </a:lnTo>
                      <a:lnTo>
                        <a:pt x="11" y="1172"/>
                      </a:lnTo>
                      <a:lnTo>
                        <a:pt x="11" y="1170"/>
                      </a:lnTo>
                      <a:lnTo>
                        <a:pt x="13" y="1170"/>
                      </a:lnTo>
                      <a:lnTo>
                        <a:pt x="13" y="1169"/>
                      </a:lnTo>
                      <a:lnTo>
                        <a:pt x="11" y="1166"/>
                      </a:lnTo>
                      <a:lnTo>
                        <a:pt x="10" y="1167"/>
                      </a:lnTo>
                      <a:lnTo>
                        <a:pt x="10" y="1160"/>
                      </a:lnTo>
                      <a:lnTo>
                        <a:pt x="8" y="1158"/>
                      </a:lnTo>
                      <a:lnTo>
                        <a:pt x="10" y="1158"/>
                      </a:lnTo>
                      <a:lnTo>
                        <a:pt x="10" y="1156"/>
                      </a:lnTo>
                      <a:lnTo>
                        <a:pt x="11" y="1156"/>
                      </a:lnTo>
                      <a:lnTo>
                        <a:pt x="11" y="1158"/>
                      </a:lnTo>
                      <a:lnTo>
                        <a:pt x="13" y="1156"/>
                      </a:lnTo>
                      <a:lnTo>
                        <a:pt x="13" y="1141"/>
                      </a:lnTo>
                      <a:lnTo>
                        <a:pt x="11" y="1138"/>
                      </a:lnTo>
                      <a:lnTo>
                        <a:pt x="13" y="1138"/>
                      </a:lnTo>
                      <a:lnTo>
                        <a:pt x="13" y="1135"/>
                      </a:lnTo>
                      <a:lnTo>
                        <a:pt x="14" y="1135"/>
                      </a:lnTo>
                      <a:lnTo>
                        <a:pt x="14" y="1127"/>
                      </a:lnTo>
                      <a:lnTo>
                        <a:pt x="13" y="1125"/>
                      </a:lnTo>
                      <a:lnTo>
                        <a:pt x="13" y="1118"/>
                      </a:lnTo>
                      <a:lnTo>
                        <a:pt x="11" y="1118"/>
                      </a:lnTo>
                      <a:lnTo>
                        <a:pt x="11" y="1121"/>
                      </a:lnTo>
                      <a:lnTo>
                        <a:pt x="10" y="1119"/>
                      </a:lnTo>
                      <a:lnTo>
                        <a:pt x="10" y="1084"/>
                      </a:lnTo>
                      <a:lnTo>
                        <a:pt x="8" y="1084"/>
                      </a:lnTo>
                      <a:lnTo>
                        <a:pt x="8" y="1071"/>
                      </a:lnTo>
                      <a:lnTo>
                        <a:pt x="10" y="1074"/>
                      </a:lnTo>
                      <a:lnTo>
                        <a:pt x="10" y="1070"/>
                      </a:lnTo>
                      <a:lnTo>
                        <a:pt x="8" y="1068"/>
                      </a:lnTo>
                      <a:lnTo>
                        <a:pt x="8" y="1065"/>
                      </a:lnTo>
                      <a:lnTo>
                        <a:pt x="10" y="1063"/>
                      </a:lnTo>
                      <a:lnTo>
                        <a:pt x="10" y="1062"/>
                      </a:lnTo>
                      <a:lnTo>
                        <a:pt x="8" y="1060"/>
                      </a:lnTo>
                      <a:lnTo>
                        <a:pt x="8" y="1057"/>
                      </a:lnTo>
                      <a:lnTo>
                        <a:pt x="10" y="1057"/>
                      </a:lnTo>
                      <a:lnTo>
                        <a:pt x="10" y="1051"/>
                      </a:lnTo>
                      <a:lnTo>
                        <a:pt x="6" y="1045"/>
                      </a:lnTo>
                      <a:lnTo>
                        <a:pt x="8" y="1042"/>
                      </a:lnTo>
                      <a:lnTo>
                        <a:pt x="8" y="1037"/>
                      </a:lnTo>
                      <a:lnTo>
                        <a:pt x="10" y="1032"/>
                      </a:lnTo>
                      <a:lnTo>
                        <a:pt x="10" y="1025"/>
                      </a:lnTo>
                      <a:lnTo>
                        <a:pt x="8" y="1023"/>
                      </a:lnTo>
                      <a:lnTo>
                        <a:pt x="8" y="1018"/>
                      </a:lnTo>
                      <a:lnTo>
                        <a:pt x="6" y="1015"/>
                      </a:lnTo>
                      <a:lnTo>
                        <a:pt x="6" y="1020"/>
                      </a:lnTo>
                      <a:lnTo>
                        <a:pt x="5" y="1021"/>
                      </a:lnTo>
                      <a:lnTo>
                        <a:pt x="5" y="1006"/>
                      </a:lnTo>
                      <a:lnTo>
                        <a:pt x="2" y="990"/>
                      </a:lnTo>
                      <a:lnTo>
                        <a:pt x="2" y="978"/>
                      </a:lnTo>
                      <a:lnTo>
                        <a:pt x="0" y="978"/>
                      </a:lnTo>
                      <a:lnTo>
                        <a:pt x="0" y="952"/>
                      </a:lnTo>
                      <a:lnTo>
                        <a:pt x="2" y="955"/>
                      </a:lnTo>
                      <a:lnTo>
                        <a:pt x="2" y="952"/>
                      </a:lnTo>
                      <a:lnTo>
                        <a:pt x="3" y="949"/>
                      </a:lnTo>
                      <a:lnTo>
                        <a:pt x="3" y="947"/>
                      </a:lnTo>
                      <a:lnTo>
                        <a:pt x="2" y="945"/>
                      </a:lnTo>
                      <a:lnTo>
                        <a:pt x="2" y="944"/>
                      </a:lnTo>
                      <a:lnTo>
                        <a:pt x="3" y="945"/>
                      </a:lnTo>
                      <a:lnTo>
                        <a:pt x="2" y="939"/>
                      </a:lnTo>
                      <a:lnTo>
                        <a:pt x="5" y="939"/>
                      </a:lnTo>
                      <a:lnTo>
                        <a:pt x="5" y="925"/>
                      </a:lnTo>
                      <a:lnTo>
                        <a:pt x="3" y="921"/>
                      </a:lnTo>
                      <a:lnTo>
                        <a:pt x="0" y="849"/>
                      </a:lnTo>
                      <a:lnTo>
                        <a:pt x="0" y="846"/>
                      </a:lnTo>
                      <a:lnTo>
                        <a:pt x="2" y="841"/>
                      </a:lnTo>
                      <a:lnTo>
                        <a:pt x="2" y="837"/>
                      </a:lnTo>
                      <a:lnTo>
                        <a:pt x="3" y="837"/>
                      </a:lnTo>
                      <a:lnTo>
                        <a:pt x="3" y="814"/>
                      </a:lnTo>
                      <a:lnTo>
                        <a:pt x="2" y="814"/>
                      </a:lnTo>
                      <a:lnTo>
                        <a:pt x="2" y="812"/>
                      </a:lnTo>
                      <a:lnTo>
                        <a:pt x="3" y="810"/>
                      </a:lnTo>
                      <a:lnTo>
                        <a:pt x="3" y="807"/>
                      </a:lnTo>
                      <a:lnTo>
                        <a:pt x="2" y="807"/>
                      </a:lnTo>
                      <a:lnTo>
                        <a:pt x="2" y="803"/>
                      </a:lnTo>
                      <a:lnTo>
                        <a:pt x="3" y="804"/>
                      </a:lnTo>
                      <a:lnTo>
                        <a:pt x="3" y="787"/>
                      </a:lnTo>
                      <a:lnTo>
                        <a:pt x="5" y="786"/>
                      </a:lnTo>
                      <a:lnTo>
                        <a:pt x="5" y="776"/>
                      </a:lnTo>
                      <a:lnTo>
                        <a:pt x="3" y="776"/>
                      </a:lnTo>
                      <a:lnTo>
                        <a:pt x="3" y="744"/>
                      </a:lnTo>
                      <a:lnTo>
                        <a:pt x="6" y="744"/>
                      </a:lnTo>
                      <a:lnTo>
                        <a:pt x="6" y="737"/>
                      </a:lnTo>
                      <a:lnTo>
                        <a:pt x="3" y="737"/>
                      </a:lnTo>
                      <a:lnTo>
                        <a:pt x="3" y="739"/>
                      </a:lnTo>
                      <a:lnTo>
                        <a:pt x="2" y="739"/>
                      </a:lnTo>
                      <a:lnTo>
                        <a:pt x="2" y="736"/>
                      </a:lnTo>
                      <a:lnTo>
                        <a:pt x="3" y="736"/>
                      </a:lnTo>
                      <a:lnTo>
                        <a:pt x="3" y="714"/>
                      </a:lnTo>
                      <a:lnTo>
                        <a:pt x="2" y="702"/>
                      </a:lnTo>
                      <a:lnTo>
                        <a:pt x="2" y="689"/>
                      </a:lnTo>
                      <a:lnTo>
                        <a:pt x="3" y="689"/>
                      </a:lnTo>
                      <a:lnTo>
                        <a:pt x="3" y="686"/>
                      </a:lnTo>
                      <a:lnTo>
                        <a:pt x="5" y="686"/>
                      </a:lnTo>
                      <a:lnTo>
                        <a:pt x="5" y="677"/>
                      </a:lnTo>
                      <a:lnTo>
                        <a:pt x="3" y="677"/>
                      </a:lnTo>
                      <a:lnTo>
                        <a:pt x="3" y="671"/>
                      </a:lnTo>
                      <a:lnTo>
                        <a:pt x="5" y="671"/>
                      </a:lnTo>
                      <a:lnTo>
                        <a:pt x="5" y="666"/>
                      </a:lnTo>
                      <a:lnTo>
                        <a:pt x="2" y="666"/>
                      </a:lnTo>
                      <a:lnTo>
                        <a:pt x="3" y="640"/>
                      </a:lnTo>
                      <a:lnTo>
                        <a:pt x="2" y="618"/>
                      </a:lnTo>
                      <a:lnTo>
                        <a:pt x="2" y="613"/>
                      </a:lnTo>
                      <a:lnTo>
                        <a:pt x="3" y="609"/>
                      </a:lnTo>
                      <a:lnTo>
                        <a:pt x="3" y="606"/>
                      </a:lnTo>
                      <a:lnTo>
                        <a:pt x="5" y="601"/>
                      </a:lnTo>
                      <a:lnTo>
                        <a:pt x="5" y="599"/>
                      </a:lnTo>
                      <a:lnTo>
                        <a:pt x="3" y="587"/>
                      </a:lnTo>
                      <a:lnTo>
                        <a:pt x="3" y="559"/>
                      </a:lnTo>
                      <a:lnTo>
                        <a:pt x="5" y="559"/>
                      </a:lnTo>
                      <a:lnTo>
                        <a:pt x="3" y="554"/>
                      </a:lnTo>
                      <a:lnTo>
                        <a:pt x="3" y="550"/>
                      </a:lnTo>
                      <a:lnTo>
                        <a:pt x="5" y="550"/>
                      </a:lnTo>
                      <a:lnTo>
                        <a:pt x="5" y="547"/>
                      </a:lnTo>
                      <a:lnTo>
                        <a:pt x="3" y="547"/>
                      </a:lnTo>
                      <a:lnTo>
                        <a:pt x="3" y="543"/>
                      </a:lnTo>
                      <a:lnTo>
                        <a:pt x="2" y="539"/>
                      </a:lnTo>
                      <a:lnTo>
                        <a:pt x="2" y="526"/>
                      </a:lnTo>
                      <a:lnTo>
                        <a:pt x="3" y="526"/>
                      </a:lnTo>
                      <a:lnTo>
                        <a:pt x="3" y="525"/>
                      </a:lnTo>
                      <a:lnTo>
                        <a:pt x="2" y="523"/>
                      </a:lnTo>
                      <a:lnTo>
                        <a:pt x="2" y="520"/>
                      </a:lnTo>
                      <a:lnTo>
                        <a:pt x="3" y="520"/>
                      </a:lnTo>
                      <a:lnTo>
                        <a:pt x="2" y="500"/>
                      </a:lnTo>
                      <a:lnTo>
                        <a:pt x="3" y="480"/>
                      </a:lnTo>
                      <a:lnTo>
                        <a:pt x="3" y="440"/>
                      </a:lnTo>
                      <a:lnTo>
                        <a:pt x="5" y="429"/>
                      </a:lnTo>
                      <a:lnTo>
                        <a:pt x="5" y="424"/>
                      </a:lnTo>
                      <a:lnTo>
                        <a:pt x="3" y="426"/>
                      </a:lnTo>
                      <a:lnTo>
                        <a:pt x="3" y="314"/>
                      </a:lnTo>
                      <a:lnTo>
                        <a:pt x="5" y="292"/>
                      </a:lnTo>
                      <a:lnTo>
                        <a:pt x="5" y="270"/>
                      </a:lnTo>
                      <a:lnTo>
                        <a:pt x="6" y="250"/>
                      </a:lnTo>
                      <a:lnTo>
                        <a:pt x="8" y="235"/>
                      </a:lnTo>
                      <a:lnTo>
                        <a:pt x="8" y="227"/>
                      </a:lnTo>
                      <a:lnTo>
                        <a:pt x="6" y="224"/>
                      </a:lnTo>
                      <a:lnTo>
                        <a:pt x="5" y="227"/>
                      </a:lnTo>
                      <a:lnTo>
                        <a:pt x="6" y="197"/>
                      </a:lnTo>
                      <a:lnTo>
                        <a:pt x="8" y="169"/>
                      </a:lnTo>
                      <a:lnTo>
                        <a:pt x="6" y="169"/>
                      </a:lnTo>
                      <a:lnTo>
                        <a:pt x="8" y="159"/>
                      </a:lnTo>
                      <a:lnTo>
                        <a:pt x="10" y="149"/>
                      </a:lnTo>
                      <a:lnTo>
                        <a:pt x="10" y="137"/>
                      </a:lnTo>
                      <a:lnTo>
                        <a:pt x="11" y="138"/>
                      </a:lnTo>
                      <a:lnTo>
                        <a:pt x="11" y="123"/>
                      </a:lnTo>
                      <a:lnTo>
                        <a:pt x="14" y="106"/>
                      </a:lnTo>
                      <a:lnTo>
                        <a:pt x="17" y="87"/>
                      </a:lnTo>
                      <a:lnTo>
                        <a:pt x="17" y="90"/>
                      </a:lnTo>
                      <a:lnTo>
                        <a:pt x="19" y="90"/>
                      </a:lnTo>
                      <a:lnTo>
                        <a:pt x="19" y="84"/>
                      </a:lnTo>
                      <a:lnTo>
                        <a:pt x="20" y="84"/>
                      </a:lnTo>
                      <a:lnTo>
                        <a:pt x="20" y="81"/>
                      </a:lnTo>
                      <a:lnTo>
                        <a:pt x="19" y="79"/>
                      </a:lnTo>
                      <a:lnTo>
                        <a:pt x="19" y="73"/>
                      </a:lnTo>
                      <a:lnTo>
                        <a:pt x="20" y="72"/>
                      </a:lnTo>
                      <a:lnTo>
                        <a:pt x="20" y="50"/>
                      </a:lnTo>
                      <a:lnTo>
                        <a:pt x="22" y="48"/>
                      </a:lnTo>
                      <a:lnTo>
                        <a:pt x="23" y="48"/>
                      </a:lnTo>
                      <a:lnTo>
                        <a:pt x="23" y="28"/>
                      </a:lnTo>
                      <a:lnTo>
                        <a:pt x="25" y="28"/>
                      </a:lnTo>
                      <a:lnTo>
                        <a:pt x="25" y="22"/>
                      </a:lnTo>
                      <a:lnTo>
                        <a:pt x="27" y="24"/>
                      </a:lnTo>
                      <a:lnTo>
                        <a:pt x="27" y="25"/>
                      </a:lnTo>
                      <a:lnTo>
                        <a:pt x="30" y="25"/>
                      </a:lnTo>
                      <a:lnTo>
                        <a:pt x="30" y="17"/>
                      </a:lnTo>
                      <a:lnTo>
                        <a:pt x="28" y="14"/>
                      </a:lnTo>
                      <a:lnTo>
                        <a:pt x="27" y="13"/>
                      </a:lnTo>
                      <a:lnTo>
                        <a:pt x="27" y="10"/>
                      </a:lnTo>
                      <a:lnTo>
                        <a:pt x="28" y="8"/>
                      </a:lnTo>
                      <a:lnTo>
                        <a:pt x="28" y="5"/>
                      </a:lnTo>
                      <a:lnTo>
                        <a:pt x="25" y="5"/>
                      </a:lnTo>
                      <a:lnTo>
                        <a:pt x="25" y="2"/>
                      </a:lnTo>
                      <a:lnTo>
                        <a:pt x="27" y="0"/>
                      </a:lnTo>
                      <a:close/>
                    </a:path>
                  </a:pathLst>
                </a:custGeom>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31" name="Freeform 219">
                  <a:extLst>
                    <a:ext uri="{FF2B5EF4-FFF2-40B4-BE49-F238E27FC236}">
                      <a16:creationId xmlns:a16="http://schemas.microsoft.com/office/drawing/2014/main" id="{7B3535C0-A0C9-433E-B6B9-3307BB8F3DD9}"/>
                    </a:ext>
                  </a:extLst>
                </p:cNvPr>
                <p:cNvSpPr>
                  <a:spLocks noEditPoints="1"/>
                </p:cNvSpPr>
                <p:nvPr/>
              </p:nvSpPr>
              <p:spPr bwMode="auto">
                <a:xfrm>
                  <a:off x="2038350" y="1901826"/>
                  <a:ext cx="174625" cy="211138"/>
                </a:xfrm>
                <a:custGeom>
                  <a:avLst/>
                  <a:gdLst/>
                  <a:ahLst/>
                  <a:cxnLst>
                    <a:cxn ang="0">
                      <a:pos x="27" y="119"/>
                    </a:cxn>
                    <a:cxn ang="0">
                      <a:pos x="4" y="121"/>
                    </a:cxn>
                    <a:cxn ang="0">
                      <a:pos x="18" y="94"/>
                    </a:cxn>
                    <a:cxn ang="0">
                      <a:pos x="20" y="85"/>
                    </a:cxn>
                    <a:cxn ang="0">
                      <a:pos x="26" y="81"/>
                    </a:cxn>
                    <a:cxn ang="0">
                      <a:pos x="77" y="65"/>
                    </a:cxn>
                    <a:cxn ang="0">
                      <a:pos x="45" y="48"/>
                    </a:cxn>
                    <a:cxn ang="0">
                      <a:pos x="97" y="3"/>
                    </a:cxn>
                    <a:cxn ang="0">
                      <a:pos x="102" y="4"/>
                    </a:cxn>
                    <a:cxn ang="0">
                      <a:pos x="105" y="4"/>
                    </a:cxn>
                    <a:cxn ang="0">
                      <a:pos x="108" y="22"/>
                    </a:cxn>
                    <a:cxn ang="0">
                      <a:pos x="93" y="39"/>
                    </a:cxn>
                    <a:cxn ang="0">
                      <a:pos x="88" y="46"/>
                    </a:cxn>
                    <a:cxn ang="0">
                      <a:pos x="85" y="51"/>
                    </a:cxn>
                    <a:cxn ang="0">
                      <a:pos x="80" y="59"/>
                    </a:cxn>
                    <a:cxn ang="0">
                      <a:pos x="76" y="65"/>
                    </a:cxn>
                    <a:cxn ang="0">
                      <a:pos x="71" y="71"/>
                    </a:cxn>
                    <a:cxn ang="0">
                      <a:pos x="68" y="79"/>
                    </a:cxn>
                    <a:cxn ang="0">
                      <a:pos x="60" y="85"/>
                    </a:cxn>
                    <a:cxn ang="0">
                      <a:pos x="57" y="93"/>
                    </a:cxn>
                    <a:cxn ang="0">
                      <a:pos x="52" y="96"/>
                    </a:cxn>
                    <a:cxn ang="0">
                      <a:pos x="46" y="104"/>
                    </a:cxn>
                    <a:cxn ang="0">
                      <a:pos x="41" y="105"/>
                    </a:cxn>
                    <a:cxn ang="0">
                      <a:pos x="40" y="113"/>
                    </a:cxn>
                    <a:cxn ang="0">
                      <a:pos x="32" y="115"/>
                    </a:cxn>
                    <a:cxn ang="0">
                      <a:pos x="29" y="119"/>
                    </a:cxn>
                    <a:cxn ang="0">
                      <a:pos x="24" y="122"/>
                    </a:cxn>
                    <a:cxn ang="0">
                      <a:pos x="20" y="126"/>
                    </a:cxn>
                    <a:cxn ang="0">
                      <a:pos x="15" y="127"/>
                    </a:cxn>
                    <a:cxn ang="0">
                      <a:pos x="14" y="132"/>
                    </a:cxn>
                    <a:cxn ang="0">
                      <a:pos x="6" y="130"/>
                    </a:cxn>
                    <a:cxn ang="0">
                      <a:pos x="0" y="132"/>
                    </a:cxn>
                    <a:cxn ang="0">
                      <a:pos x="3" y="129"/>
                    </a:cxn>
                    <a:cxn ang="0">
                      <a:pos x="6" y="124"/>
                    </a:cxn>
                    <a:cxn ang="0">
                      <a:pos x="9" y="122"/>
                    </a:cxn>
                    <a:cxn ang="0">
                      <a:pos x="10" y="119"/>
                    </a:cxn>
                    <a:cxn ang="0">
                      <a:pos x="10" y="118"/>
                    </a:cxn>
                    <a:cxn ang="0">
                      <a:pos x="10" y="113"/>
                    </a:cxn>
                    <a:cxn ang="0">
                      <a:pos x="15" y="107"/>
                    </a:cxn>
                    <a:cxn ang="0">
                      <a:pos x="17" y="104"/>
                    </a:cxn>
                    <a:cxn ang="0">
                      <a:pos x="14" y="99"/>
                    </a:cxn>
                    <a:cxn ang="0">
                      <a:pos x="21" y="99"/>
                    </a:cxn>
                    <a:cxn ang="0">
                      <a:pos x="20" y="91"/>
                    </a:cxn>
                    <a:cxn ang="0">
                      <a:pos x="27" y="87"/>
                    </a:cxn>
                    <a:cxn ang="0">
                      <a:pos x="27" y="82"/>
                    </a:cxn>
                    <a:cxn ang="0">
                      <a:pos x="29" y="81"/>
                    </a:cxn>
                    <a:cxn ang="0">
                      <a:pos x="32" y="73"/>
                    </a:cxn>
                    <a:cxn ang="0">
                      <a:pos x="27" y="67"/>
                    </a:cxn>
                    <a:cxn ang="0">
                      <a:pos x="34" y="65"/>
                    </a:cxn>
                    <a:cxn ang="0">
                      <a:pos x="35" y="54"/>
                    </a:cxn>
                    <a:cxn ang="0">
                      <a:pos x="40" y="51"/>
                    </a:cxn>
                    <a:cxn ang="0">
                      <a:pos x="45" y="42"/>
                    </a:cxn>
                    <a:cxn ang="0">
                      <a:pos x="51" y="34"/>
                    </a:cxn>
                    <a:cxn ang="0">
                      <a:pos x="54" y="29"/>
                    </a:cxn>
                    <a:cxn ang="0">
                      <a:pos x="57" y="25"/>
                    </a:cxn>
                    <a:cxn ang="0">
                      <a:pos x="58" y="22"/>
                    </a:cxn>
                    <a:cxn ang="0">
                      <a:pos x="74" y="9"/>
                    </a:cxn>
                    <a:cxn ang="0">
                      <a:pos x="76" y="3"/>
                    </a:cxn>
                    <a:cxn ang="0">
                      <a:pos x="91" y="4"/>
                    </a:cxn>
                    <a:cxn ang="0">
                      <a:pos x="102" y="0"/>
                    </a:cxn>
                  </a:cxnLst>
                  <a:rect l="0" t="0" r="r" b="b"/>
                  <a:pathLst>
                    <a:path w="110" h="133">
                      <a:moveTo>
                        <a:pt x="0" y="127"/>
                      </a:moveTo>
                      <a:lnTo>
                        <a:pt x="1" y="127"/>
                      </a:lnTo>
                      <a:lnTo>
                        <a:pt x="1" y="129"/>
                      </a:lnTo>
                      <a:lnTo>
                        <a:pt x="0" y="127"/>
                      </a:lnTo>
                      <a:close/>
                      <a:moveTo>
                        <a:pt x="27" y="119"/>
                      </a:moveTo>
                      <a:lnTo>
                        <a:pt x="29" y="119"/>
                      </a:lnTo>
                      <a:lnTo>
                        <a:pt x="27" y="121"/>
                      </a:lnTo>
                      <a:lnTo>
                        <a:pt x="27" y="119"/>
                      </a:lnTo>
                      <a:close/>
                      <a:moveTo>
                        <a:pt x="3" y="119"/>
                      </a:moveTo>
                      <a:lnTo>
                        <a:pt x="4" y="121"/>
                      </a:lnTo>
                      <a:lnTo>
                        <a:pt x="3" y="121"/>
                      </a:lnTo>
                      <a:lnTo>
                        <a:pt x="3" y="119"/>
                      </a:lnTo>
                      <a:close/>
                      <a:moveTo>
                        <a:pt x="18" y="93"/>
                      </a:moveTo>
                      <a:lnTo>
                        <a:pt x="20" y="94"/>
                      </a:lnTo>
                      <a:lnTo>
                        <a:pt x="18" y="94"/>
                      </a:lnTo>
                      <a:lnTo>
                        <a:pt x="18" y="93"/>
                      </a:lnTo>
                      <a:close/>
                      <a:moveTo>
                        <a:pt x="20" y="85"/>
                      </a:moveTo>
                      <a:lnTo>
                        <a:pt x="21" y="87"/>
                      </a:lnTo>
                      <a:lnTo>
                        <a:pt x="20" y="87"/>
                      </a:lnTo>
                      <a:lnTo>
                        <a:pt x="20" y="85"/>
                      </a:lnTo>
                      <a:close/>
                      <a:moveTo>
                        <a:pt x="24" y="84"/>
                      </a:moveTo>
                      <a:lnTo>
                        <a:pt x="26" y="85"/>
                      </a:lnTo>
                      <a:lnTo>
                        <a:pt x="24" y="85"/>
                      </a:lnTo>
                      <a:lnTo>
                        <a:pt x="24" y="84"/>
                      </a:lnTo>
                      <a:close/>
                      <a:moveTo>
                        <a:pt x="26" y="81"/>
                      </a:moveTo>
                      <a:lnTo>
                        <a:pt x="27" y="82"/>
                      </a:lnTo>
                      <a:lnTo>
                        <a:pt x="26" y="82"/>
                      </a:lnTo>
                      <a:lnTo>
                        <a:pt x="26" y="81"/>
                      </a:lnTo>
                      <a:close/>
                      <a:moveTo>
                        <a:pt x="76" y="63"/>
                      </a:moveTo>
                      <a:lnTo>
                        <a:pt x="77" y="65"/>
                      </a:lnTo>
                      <a:lnTo>
                        <a:pt x="76" y="65"/>
                      </a:lnTo>
                      <a:lnTo>
                        <a:pt x="76" y="63"/>
                      </a:lnTo>
                      <a:close/>
                      <a:moveTo>
                        <a:pt x="43" y="48"/>
                      </a:moveTo>
                      <a:lnTo>
                        <a:pt x="45" y="49"/>
                      </a:lnTo>
                      <a:lnTo>
                        <a:pt x="45" y="48"/>
                      </a:lnTo>
                      <a:lnTo>
                        <a:pt x="43" y="48"/>
                      </a:lnTo>
                      <a:close/>
                      <a:moveTo>
                        <a:pt x="94" y="1"/>
                      </a:moveTo>
                      <a:lnTo>
                        <a:pt x="96" y="1"/>
                      </a:lnTo>
                      <a:lnTo>
                        <a:pt x="96" y="3"/>
                      </a:lnTo>
                      <a:lnTo>
                        <a:pt x="97" y="3"/>
                      </a:lnTo>
                      <a:lnTo>
                        <a:pt x="97" y="1"/>
                      </a:lnTo>
                      <a:lnTo>
                        <a:pt x="99" y="1"/>
                      </a:lnTo>
                      <a:lnTo>
                        <a:pt x="99" y="3"/>
                      </a:lnTo>
                      <a:lnTo>
                        <a:pt x="100" y="3"/>
                      </a:lnTo>
                      <a:lnTo>
                        <a:pt x="102" y="4"/>
                      </a:lnTo>
                      <a:lnTo>
                        <a:pt x="102" y="3"/>
                      </a:lnTo>
                      <a:lnTo>
                        <a:pt x="100" y="1"/>
                      </a:lnTo>
                      <a:lnTo>
                        <a:pt x="103" y="1"/>
                      </a:lnTo>
                      <a:lnTo>
                        <a:pt x="105" y="3"/>
                      </a:lnTo>
                      <a:lnTo>
                        <a:pt x="105" y="4"/>
                      </a:lnTo>
                      <a:lnTo>
                        <a:pt x="107" y="4"/>
                      </a:lnTo>
                      <a:lnTo>
                        <a:pt x="107" y="6"/>
                      </a:lnTo>
                      <a:lnTo>
                        <a:pt x="108" y="6"/>
                      </a:lnTo>
                      <a:lnTo>
                        <a:pt x="110" y="14"/>
                      </a:lnTo>
                      <a:lnTo>
                        <a:pt x="108" y="22"/>
                      </a:lnTo>
                      <a:lnTo>
                        <a:pt x="103" y="29"/>
                      </a:lnTo>
                      <a:lnTo>
                        <a:pt x="97" y="36"/>
                      </a:lnTo>
                      <a:lnTo>
                        <a:pt x="94" y="36"/>
                      </a:lnTo>
                      <a:lnTo>
                        <a:pt x="94" y="39"/>
                      </a:lnTo>
                      <a:lnTo>
                        <a:pt x="93" y="39"/>
                      </a:lnTo>
                      <a:lnTo>
                        <a:pt x="93" y="40"/>
                      </a:lnTo>
                      <a:lnTo>
                        <a:pt x="91" y="42"/>
                      </a:lnTo>
                      <a:lnTo>
                        <a:pt x="91" y="45"/>
                      </a:lnTo>
                      <a:lnTo>
                        <a:pt x="88" y="45"/>
                      </a:lnTo>
                      <a:lnTo>
                        <a:pt x="88" y="46"/>
                      </a:lnTo>
                      <a:lnTo>
                        <a:pt x="85" y="46"/>
                      </a:lnTo>
                      <a:lnTo>
                        <a:pt x="86" y="48"/>
                      </a:lnTo>
                      <a:lnTo>
                        <a:pt x="86" y="51"/>
                      </a:lnTo>
                      <a:lnTo>
                        <a:pt x="85" y="49"/>
                      </a:lnTo>
                      <a:lnTo>
                        <a:pt x="85" y="51"/>
                      </a:lnTo>
                      <a:lnTo>
                        <a:pt x="82" y="54"/>
                      </a:lnTo>
                      <a:lnTo>
                        <a:pt x="83" y="56"/>
                      </a:lnTo>
                      <a:lnTo>
                        <a:pt x="82" y="56"/>
                      </a:lnTo>
                      <a:lnTo>
                        <a:pt x="82" y="59"/>
                      </a:lnTo>
                      <a:lnTo>
                        <a:pt x="80" y="59"/>
                      </a:lnTo>
                      <a:lnTo>
                        <a:pt x="77" y="62"/>
                      </a:lnTo>
                      <a:lnTo>
                        <a:pt x="74" y="62"/>
                      </a:lnTo>
                      <a:lnTo>
                        <a:pt x="77" y="63"/>
                      </a:lnTo>
                      <a:lnTo>
                        <a:pt x="74" y="63"/>
                      </a:lnTo>
                      <a:lnTo>
                        <a:pt x="76" y="65"/>
                      </a:lnTo>
                      <a:lnTo>
                        <a:pt x="74" y="65"/>
                      </a:lnTo>
                      <a:lnTo>
                        <a:pt x="74" y="68"/>
                      </a:lnTo>
                      <a:lnTo>
                        <a:pt x="71" y="68"/>
                      </a:lnTo>
                      <a:lnTo>
                        <a:pt x="72" y="70"/>
                      </a:lnTo>
                      <a:lnTo>
                        <a:pt x="71" y="71"/>
                      </a:lnTo>
                      <a:lnTo>
                        <a:pt x="71" y="73"/>
                      </a:lnTo>
                      <a:lnTo>
                        <a:pt x="69" y="73"/>
                      </a:lnTo>
                      <a:lnTo>
                        <a:pt x="69" y="74"/>
                      </a:lnTo>
                      <a:lnTo>
                        <a:pt x="68" y="74"/>
                      </a:lnTo>
                      <a:lnTo>
                        <a:pt x="68" y="79"/>
                      </a:lnTo>
                      <a:lnTo>
                        <a:pt x="65" y="82"/>
                      </a:lnTo>
                      <a:lnTo>
                        <a:pt x="65" y="84"/>
                      </a:lnTo>
                      <a:lnTo>
                        <a:pt x="60" y="84"/>
                      </a:lnTo>
                      <a:lnTo>
                        <a:pt x="62" y="85"/>
                      </a:lnTo>
                      <a:lnTo>
                        <a:pt x="60" y="85"/>
                      </a:lnTo>
                      <a:lnTo>
                        <a:pt x="60" y="88"/>
                      </a:lnTo>
                      <a:lnTo>
                        <a:pt x="58" y="90"/>
                      </a:lnTo>
                      <a:lnTo>
                        <a:pt x="58" y="91"/>
                      </a:lnTo>
                      <a:lnTo>
                        <a:pt x="57" y="91"/>
                      </a:lnTo>
                      <a:lnTo>
                        <a:pt x="57" y="93"/>
                      </a:lnTo>
                      <a:lnTo>
                        <a:pt x="55" y="93"/>
                      </a:lnTo>
                      <a:lnTo>
                        <a:pt x="55" y="94"/>
                      </a:lnTo>
                      <a:lnTo>
                        <a:pt x="54" y="94"/>
                      </a:lnTo>
                      <a:lnTo>
                        <a:pt x="54" y="96"/>
                      </a:lnTo>
                      <a:lnTo>
                        <a:pt x="52" y="96"/>
                      </a:lnTo>
                      <a:lnTo>
                        <a:pt x="54" y="98"/>
                      </a:lnTo>
                      <a:lnTo>
                        <a:pt x="48" y="98"/>
                      </a:lnTo>
                      <a:lnTo>
                        <a:pt x="48" y="99"/>
                      </a:lnTo>
                      <a:lnTo>
                        <a:pt x="46" y="99"/>
                      </a:lnTo>
                      <a:lnTo>
                        <a:pt x="46" y="104"/>
                      </a:lnTo>
                      <a:lnTo>
                        <a:pt x="45" y="104"/>
                      </a:lnTo>
                      <a:lnTo>
                        <a:pt x="45" y="105"/>
                      </a:lnTo>
                      <a:lnTo>
                        <a:pt x="43" y="105"/>
                      </a:lnTo>
                      <a:lnTo>
                        <a:pt x="43" y="104"/>
                      </a:lnTo>
                      <a:lnTo>
                        <a:pt x="41" y="105"/>
                      </a:lnTo>
                      <a:lnTo>
                        <a:pt x="41" y="110"/>
                      </a:lnTo>
                      <a:lnTo>
                        <a:pt x="40" y="108"/>
                      </a:lnTo>
                      <a:lnTo>
                        <a:pt x="40" y="110"/>
                      </a:lnTo>
                      <a:lnTo>
                        <a:pt x="37" y="110"/>
                      </a:lnTo>
                      <a:lnTo>
                        <a:pt x="40" y="113"/>
                      </a:lnTo>
                      <a:lnTo>
                        <a:pt x="35" y="113"/>
                      </a:lnTo>
                      <a:lnTo>
                        <a:pt x="35" y="115"/>
                      </a:lnTo>
                      <a:lnTo>
                        <a:pt x="34" y="113"/>
                      </a:lnTo>
                      <a:lnTo>
                        <a:pt x="34" y="115"/>
                      </a:lnTo>
                      <a:lnTo>
                        <a:pt x="32" y="115"/>
                      </a:lnTo>
                      <a:lnTo>
                        <a:pt x="32" y="116"/>
                      </a:lnTo>
                      <a:lnTo>
                        <a:pt x="31" y="115"/>
                      </a:lnTo>
                      <a:lnTo>
                        <a:pt x="31" y="116"/>
                      </a:lnTo>
                      <a:lnTo>
                        <a:pt x="29" y="116"/>
                      </a:lnTo>
                      <a:lnTo>
                        <a:pt x="29" y="119"/>
                      </a:lnTo>
                      <a:lnTo>
                        <a:pt x="27" y="118"/>
                      </a:lnTo>
                      <a:lnTo>
                        <a:pt x="27" y="119"/>
                      </a:lnTo>
                      <a:lnTo>
                        <a:pt x="26" y="119"/>
                      </a:lnTo>
                      <a:lnTo>
                        <a:pt x="26" y="122"/>
                      </a:lnTo>
                      <a:lnTo>
                        <a:pt x="24" y="122"/>
                      </a:lnTo>
                      <a:lnTo>
                        <a:pt x="24" y="124"/>
                      </a:lnTo>
                      <a:lnTo>
                        <a:pt x="23" y="124"/>
                      </a:lnTo>
                      <a:lnTo>
                        <a:pt x="21" y="122"/>
                      </a:lnTo>
                      <a:lnTo>
                        <a:pt x="21" y="124"/>
                      </a:lnTo>
                      <a:lnTo>
                        <a:pt x="20" y="126"/>
                      </a:lnTo>
                      <a:lnTo>
                        <a:pt x="21" y="127"/>
                      </a:lnTo>
                      <a:lnTo>
                        <a:pt x="18" y="127"/>
                      </a:lnTo>
                      <a:lnTo>
                        <a:pt x="18" y="129"/>
                      </a:lnTo>
                      <a:lnTo>
                        <a:pt x="17" y="129"/>
                      </a:lnTo>
                      <a:lnTo>
                        <a:pt x="15" y="127"/>
                      </a:lnTo>
                      <a:lnTo>
                        <a:pt x="15" y="129"/>
                      </a:lnTo>
                      <a:lnTo>
                        <a:pt x="14" y="127"/>
                      </a:lnTo>
                      <a:lnTo>
                        <a:pt x="14" y="130"/>
                      </a:lnTo>
                      <a:lnTo>
                        <a:pt x="12" y="130"/>
                      </a:lnTo>
                      <a:lnTo>
                        <a:pt x="14" y="132"/>
                      </a:lnTo>
                      <a:lnTo>
                        <a:pt x="9" y="132"/>
                      </a:lnTo>
                      <a:lnTo>
                        <a:pt x="9" y="133"/>
                      </a:lnTo>
                      <a:lnTo>
                        <a:pt x="7" y="133"/>
                      </a:lnTo>
                      <a:lnTo>
                        <a:pt x="7" y="130"/>
                      </a:lnTo>
                      <a:lnTo>
                        <a:pt x="6" y="130"/>
                      </a:lnTo>
                      <a:lnTo>
                        <a:pt x="7" y="132"/>
                      </a:lnTo>
                      <a:lnTo>
                        <a:pt x="4" y="132"/>
                      </a:lnTo>
                      <a:lnTo>
                        <a:pt x="4" y="133"/>
                      </a:lnTo>
                      <a:lnTo>
                        <a:pt x="1" y="133"/>
                      </a:lnTo>
                      <a:lnTo>
                        <a:pt x="0" y="132"/>
                      </a:lnTo>
                      <a:lnTo>
                        <a:pt x="1" y="132"/>
                      </a:lnTo>
                      <a:lnTo>
                        <a:pt x="0" y="130"/>
                      </a:lnTo>
                      <a:lnTo>
                        <a:pt x="1" y="130"/>
                      </a:lnTo>
                      <a:lnTo>
                        <a:pt x="0" y="129"/>
                      </a:lnTo>
                      <a:lnTo>
                        <a:pt x="3" y="129"/>
                      </a:lnTo>
                      <a:lnTo>
                        <a:pt x="3" y="126"/>
                      </a:lnTo>
                      <a:lnTo>
                        <a:pt x="4" y="126"/>
                      </a:lnTo>
                      <a:lnTo>
                        <a:pt x="4" y="124"/>
                      </a:lnTo>
                      <a:lnTo>
                        <a:pt x="6" y="126"/>
                      </a:lnTo>
                      <a:lnTo>
                        <a:pt x="6" y="124"/>
                      </a:lnTo>
                      <a:lnTo>
                        <a:pt x="7" y="124"/>
                      </a:lnTo>
                      <a:lnTo>
                        <a:pt x="4" y="121"/>
                      </a:lnTo>
                      <a:lnTo>
                        <a:pt x="6" y="121"/>
                      </a:lnTo>
                      <a:lnTo>
                        <a:pt x="6" y="119"/>
                      </a:lnTo>
                      <a:lnTo>
                        <a:pt x="9" y="122"/>
                      </a:lnTo>
                      <a:lnTo>
                        <a:pt x="10" y="122"/>
                      </a:lnTo>
                      <a:lnTo>
                        <a:pt x="4" y="116"/>
                      </a:lnTo>
                      <a:lnTo>
                        <a:pt x="6" y="116"/>
                      </a:lnTo>
                      <a:lnTo>
                        <a:pt x="9" y="119"/>
                      </a:lnTo>
                      <a:lnTo>
                        <a:pt x="10" y="119"/>
                      </a:lnTo>
                      <a:lnTo>
                        <a:pt x="10" y="121"/>
                      </a:lnTo>
                      <a:lnTo>
                        <a:pt x="12" y="121"/>
                      </a:lnTo>
                      <a:lnTo>
                        <a:pt x="7" y="116"/>
                      </a:lnTo>
                      <a:lnTo>
                        <a:pt x="9" y="116"/>
                      </a:lnTo>
                      <a:lnTo>
                        <a:pt x="10" y="118"/>
                      </a:lnTo>
                      <a:lnTo>
                        <a:pt x="10" y="116"/>
                      </a:lnTo>
                      <a:lnTo>
                        <a:pt x="9" y="116"/>
                      </a:lnTo>
                      <a:lnTo>
                        <a:pt x="9" y="115"/>
                      </a:lnTo>
                      <a:lnTo>
                        <a:pt x="7" y="113"/>
                      </a:lnTo>
                      <a:lnTo>
                        <a:pt x="10" y="113"/>
                      </a:lnTo>
                      <a:lnTo>
                        <a:pt x="10" y="112"/>
                      </a:lnTo>
                      <a:lnTo>
                        <a:pt x="14" y="112"/>
                      </a:lnTo>
                      <a:lnTo>
                        <a:pt x="12" y="110"/>
                      </a:lnTo>
                      <a:lnTo>
                        <a:pt x="15" y="110"/>
                      </a:lnTo>
                      <a:lnTo>
                        <a:pt x="15" y="107"/>
                      </a:lnTo>
                      <a:lnTo>
                        <a:pt x="17" y="107"/>
                      </a:lnTo>
                      <a:lnTo>
                        <a:pt x="17" y="105"/>
                      </a:lnTo>
                      <a:lnTo>
                        <a:pt x="18" y="105"/>
                      </a:lnTo>
                      <a:lnTo>
                        <a:pt x="18" y="104"/>
                      </a:lnTo>
                      <a:lnTo>
                        <a:pt x="17" y="104"/>
                      </a:lnTo>
                      <a:lnTo>
                        <a:pt x="17" y="102"/>
                      </a:lnTo>
                      <a:lnTo>
                        <a:pt x="15" y="102"/>
                      </a:lnTo>
                      <a:lnTo>
                        <a:pt x="15" y="101"/>
                      </a:lnTo>
                      <a:lnTo>
                        <a:pt x="14" y="101"/>
                      </a:lnTo>
                      <a:lnTo>
                        <a:pt x="14" y="99"/>
                      </a:lnTo>
                      <a:lnTo>
                        <a:pt x="17" y="99"/>
                      </a:lnTo>
                      <a:lnTo>
                        <a:pt x="17" y="101"/>
                      </a:lnTo>
                      <a:lnTo>
                        <a:pt x="20" y="101"/>
                      </a:lnTo>
                      <a:lnTo>
                        <a:pt x="20" y="98"/>
                      </a:lnTo>
                      <a:lnTo>
                        <a:pt x="21" y="99"/>
                      </a:lnTo>
                      <a:lnTo>
                        <a:pt x="21" y="96"/>
                      </a:lnTo>
                      <a:lnTo>
                        <a:pt x="20" y="94"/>
                      </a:lnTo>
                      <a:lnTo>
                        <a:pt x="21" y="94"/>
                      </a:lnTo>
                      <a:lnTo>
                        <a:pt x="21" y="93"/>
                      </a:lnTo>
                      <a:lnTo>
                        <a:pt x="20" y="91"/>
                      </a:lnTo>
                      <a:lnTo>
                        <a:pt x="21" y="91"/>
                      </a:lnTo>
                      <a:lnTo>
                        <a:pt x="21" y="90"/>
                      </a:lnTo>
                      <a:lnTo>
                        <a:pt x="23" y="90"/>
                      </a:lnTo>
                      <a:lnTo>
                        <a:pt x="23" y="87"/>
                      </a:lnTo>
                      <a:lnTo>
                        <a:pt x="27" y="87"/>
                      </a:lnTo>
                      <a:lnTo>
                        <a:pt x="26" y="85"/>
                      </a:lnTo>
                      <a:lnTo>
                        <a:pt x="29" y="85"/>
                      </a:lnTo>
                      <a:lnTo>
                        <a:pt x="29" y="84"/>
                      </a:lnTo>
                      <a:lnTo>
                        <a:pt x="27" y="84"/>
                      </a:lnTo>
                      <a:lnTo>
                        <a:pt x="27" y="82"/>
                      </a:lnTo>
                      <a:lnTo>
                        <a:pt x="31" y="84"/>
                      </a:lnTo>
                      <a:lnTo>
                        <a:pt x="29" y="82"/>
                      </a:lnTo>
                      <a:lnTo>
                        <a:pt x="27" y="82"/>
                      </a:lnTo>
                      <a:lnTo>
                        <a:pt x="27" y="81"/>
                      </a:lnTo>
                      <a:lnTo>
                        <a:pt x="29" y="81"/>
                      </a:lnTo>
                      <a:lnTo>
                        <a:pt x="29" y="76"/>
                      </a:lnTo>
                      <a:lnTo>
                        <a:pt x="31" y="76"/>
                      </a:lnTo>
                      <a:lnTo>
                        <a:pt x="31" y="74"/>
                      </a:lnTo>
                      <a:lnTo>
                        <a:pt x="32" y="74"/>
                      </a:lnTo>
                      <a:lnTo>
                        <a:pt x="32" y="73"/>
                      </a:lnTo>
                      <a:lnTo>
                        <a:pt x="31" y="71"/>
                      </a:lnTo>
                      <a:lnTo>
                        <a:pt x="29" y="71"/>
                      </a:lnTo>
                      <a:lnTo>
                        <a:pt x="29" y="70"/>
                      </a:lnTo>
                      <a:lnTo>
                        <a:pt x="27" y="68"/>
                      </a:lnTo>
                      <a:lnTo>
                        <a:pt x="27" y="67"/>
                      </a:lnTo>
                      <a:lnTo>
                        <a:pt x="29" y="67"/>
                      </a:lnTo>
                      <a:lnTo>
                        <a:pt x="27" y="65"/>
                      </a:lnTo>
                      <a:lnTo>
                        <a:pt x="29" y="63"/>
                      </a:lnTo>
                      <a:lnTo>
                        <a:pt x="31" y="63"/>
                      </a:lnTo>
                      <a:lnTo>
                        <a:pt x="34" y="65"/>
                      </a:lnTo>
                      <a:lnTo>
                        <a:pt x="34" y="63"/>
                      </a:lnTo>
                      <a:lnTo>
                        <a:pt x="32" y="62"/>
                      </a:lnTo>
                      <a:lnTo>
                        <a:pt x="34" y="60"/>
                      </a:lnTo>
                      <a:lnTo>
                        <a:pt x="34" y="57"/>
                      </a:lnTo>
                      <a:lnTo>
                        <a:pt x="35" y="54"/>
                      </a:lnTo>
                      <a:lnTo>
                        <a:pt x="38" y="54"/>
                      </a:lnTo>
                      <a:lnTo>
                        <a:pt x="38" y="53"/>
                      </a:lnTo>
                      <a:lnTo>
                        <a:pt x="40" y="53"/>
                      </a:lnTo>
                      <a:lnTo>
                        <a:pt x="41" y="51"/>
                      </a:lnTo>
                      <a:lnTo>
                        <a:pt x="40" y="51"/>
                      </a:lnTo>
                      <a:lnTo>
                        <a:pt x="40" y="49"/>
                      </a:lnTo>
                      <a:lnTo>
                        <a:pt x="41" y="49"/>
                      </a:lnTo>
                      <a:lnTo>
                        <a:pt x="41" y="46"/>
                      </a:lnTo>
                      <a:lnTo>
                        <a:pt x="45" y="46"/>
                      </a:lnTo>
                      <a:lnTo>
                        <a:pt x="45" y="42"/>
                      </a:lnTo>
                      <a:lnTo>
                        <a:pt x="46" y="42"/>
                      </a:lnTo>
                      <a:lnTo>
                        <a:pt x="48" y="39"/>
                      </a:lnTo>
                      <a:lnTo>
                        <a:pt x="48" y="37"/>
                      </a:lnTo>
                      <a:lnTo>
                        <a:pt x="51" y="37"/>
                      </a:lnTo>
                      <a:lnTo>
                        <a:pt x="51" y="34"/>
                      </a:lnTo>
                      <a:lnTo>
                        <a:pt x="54" y="34"/>
                      </a:lnTo>
                      <a:lnTo>
                        <a:pt x="52" y="32"/>
                      </a:lnTo>
                      <a:lnTo>
                        <a:pt x="54" y="32"/>
                      </a:lnTo>
                      <a:lnTo>
                        <a:pt x="52" y="31"/>
                      </a:lnTo>
                      <a:lnTo>
                        <a:pt x="54" y="29"/>
                      </a:lnTo>
                      <a:lnTo>
                        <a:pt x="55" y="29"/>
                      </a:lnTo>
                      <a:lnTo>
                        <a:pt x="54" y="28"/>
                      </a:lnTo>
                      <a:lnTo>
                        <a:pt x="55" y="26"/>
                      </a:lnTo>
                      <a:lnTo>
                        <a:pt x="57" y="26"/>
                      </a:lnTo>
                      <a:lnTo>
                        <a:pt x="57" y="25"/>
                      </a:lnTo>
                      <a:lnTo>
                        <a:pt x="58" y="25"/>
                      </a:lnTo>
                      <a:lnTo>
                        <a:pt x="58" y="23"/>
                      </a:lnTo>
                      <a:lnTo>
                        <a:pt x="60" y="23"/>
                      </a:lnTo>
                      <a:lnTo>
                        <a:pt x="60" y="22"/>
                      </a:lnTo>
                      <a:lnTo>
                        <a:pt x="58" y="22"/>
                      </a:lnTo>
                      <a:lnTo>
                        <a:pt x="60" y="20"/>
                      </a:lnTo>
                      <a:lnTo>
                        <a:pt x="62" y="17"/>
                      </a:lnTo>
                      <a:lnTo>
                        <a:pt x="65" y="15"/>
                      </a:lnTo>
                      <a:lnTo>
                        <a:pt x="71" y="9"/>
                      </a:lnTo>
                      <a:lnTo>
                        <a:pt x="74" y="9"/>
                      </a:lnTo>
                      <a:lnTo>
                        <a:pt x="72" y="8"/>
                      </a:lnTo>
                      <a:lnTo>
                        <a:pt x="74" y="6"/>
                      </a:lnTo>
                      <a:lnTo>
                        <a:pt x="74" y="4"/>
                      </a:lnTo>
                      <a:lnTo>
                        <a:pt x="77" y="4"/>
                      </a:lnTo>
                      <a:lnTo>
                        <a:pt x="76" y="3"/>
                      </a:lnTo>
                      <a:lnTo>
                        <a:pt x="80" y="3"/>
                      </a:lnTo>
                      <a:lnTo>
                        <a:pt x="82" y="4"/>
                      </a:lnTo>
                      <a:lnTo>
                        <a:pt x="82" y="3"/>
                      </a:lnTo>
                      <a:lnTo>
                        <a:pt x="89" y="3"/>
                      </a:lnTo>
                      <a:lnTo>
                        <a:pt x="91" y="4"/>
                      </a:lnTo>
                      <a:lnTo>
                        <a:pt x="91" y="3"/>
                      </a:lnTo>
                      <a:lnTo>
                        <a:pt x="94" y="3"/>
                      </a:lnTo>
                      <a:lnTo>
                        <a:pt x="94" y="1"/>
                      </a:lnTo>
                      <a:close/>
                      <a:moveTo>
                        <a:pt x="100" y="0"/>
                      </a:moveTo>
                      <a:lnTo>
                        <a:pt x="102" y="0"/>
                      </a:lnTo>
                      <a:lnTo>
                        <a:pt x="102" y="1"/>
                      </a:lnTo>
                      <a:lnTo>
                        <a:pt x="100" y="0"/>
                      </a:lnTo>
                      <a:close/>
                    </a:path>
                  </a:pathLst>
                </a:custGeom>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32" name="Freeform 223">
                  <a:extLst>
                    <a:ext uri="{FF2B5EF4-FFF2-40B4-BE49-F238E27FC236}">
                      <a16:creationId xmlns:a16="http://schemas.microsoft.com/office/drawing/2014/main" id="{20DBCF8C-0A1B-4F08-A90E-6465165FF179}"/>
                    </a:ext>
                  </a:extLst>
                </p:cNvPr>
                <p:cNvSpPr>
                  <a:spLocks noEditPoints="1"/>
                </p:cNvSpPr>
                <p:nvPr/>
              </p:nvSpPr>
              <p:spPr bwMode="auto">
                <a:xfrm>
                  <a:off x="2187575" y="1889126"/>
                  <a:ext cx="138113" cy="223838"/>
                </a:xfrm>
                <a:custGeom>
                  <a:avLst/>
                  <a:gdLst/>
                  <a:ahLst/>
                  <a:cxnLst>
                    <a:cxn ang="0">
                      <a:pos x="70" y="132"/>
                    </a:cxn>
                    <a:cxn ang="0">
                      <a:pos x="87" y="129"/>
                    </a:cxn>
                    <a:cxn ang="0">
                      <a:pos x="74" y="130"/>
                    </a:cxn>
                    <a:cxn ang="0">
                      <a:pos x="71" y="127"/>
                    </a:cxn>
                    <a:cxn ang="0">
                      <a:pos x="67" y="120"/>
                    </a:cxn>
                    <a:cxn ang="0">
                      <a:pos x="56" y="110"/>
                    </a:cxn>
                    <a:cxn ang="0">
                      <a:pos x="50" y="99"/>
                    </a:cxn>
                    <a:cxn ang="0">
                      <a:pos x="73" y="87"/>
                    </a:cxn>
                    <a:cxn ang="0">
                      <a:pos x="26" y="78"/>
                    </a:cxn>
                    <a:cxn ang="0">
                      <a:pos x="8" y="5"/>
                    </a:cxn>
                    <a:cxn ang="0">
                      <a:pos x="28" y="5"/>
                    </a:cxn>
                    <a:cxn ang="0">
                      <a:pos x="36" y="22"/>
                    </a:cxn>
                    <a:cxn ang="0">
                      <a:pos x="40" y="30"/>
                    </a:cxn>
                    <a:cxn ang="0">
                      <a:pos x="44" y="37"/>
                    </a:cxn>
                    <a:cxn ang="0">
                      <a:pos x="51" y="44"/>
                    </a:cxn>
                    <a:cxn ang="0">
                      <a:pos x="54" y="53"/>
                    </a:cxn>
                    <a:cxn ang="0">
                      <a:pos x="57" y="57"/>
                    </a:cxn>
                    <a:cxn ang="0">
                      <a:pos x="65" y="65"/>
                    </a:cxn>
                    <a:cxn ang="0">
                      <a:pos x="70" y="76"/>
                    </a:cxn>
                    <a:cxn ang="0">
                      <a:pos x="73" y="81"/>
                    </a:cxn>
                    <a:cxn ang="0">
                      <a:pos x="74" y="92"/>
                    </a:cxn>
                    <a:cxn ang="0">
                      <a:pos x="79" y="96"/>
                    </a:cxn>
                    <a:cxn ang="0">
                      <a:pos x="79" y="101"/>
                    </a:cxn>
                    <a:cxn ang="0">
                      <a:pos x="81" y="106"/>
                    </a:cxn>
                    <a:cxn ang="0">
                      <a:pos x="81" y="110"/>
                    </a:cxn>
                    <a:cxn ang="0">
                      <a:pos x="82" y="116"/>
                    </a:cxn>
                    <a:cxn ang="0">
                      <a:pos x="84" y="121"/>
                    </a:cxn>
                    <a:cxn ang="0">
                      <a:pos x="85" y="126"/>
                    </a:cxn>
                    <a:cxn ang="0">
                      <a:pos x="84" y="134"/>
                    </a:cxn>
                    <a:cxn ang="0">
                      <a:pos x="84" y="140"/>
                    </a:cxn>
                    <a:cxn ang="0">
                      <a:pos x="79" y="140"/>
                    </a:cxn>
                    <a:cxn ang="0">
                      <a:pos x="76" y="134"/>
                    </a:cxn>
                    <a:cxn ang="0">
                      <a:pos x="74" y="132"/>
                    </a:cxn>
                    <a:cxn ang="0">
                      <a:pos x="76" y="126"/>
                    </a:cxn>
                    <a:cxn ang="0">
                      <a:pos x="70" y="124"/>
                    </a:cxn>
                    <a:cxn ang="0">
                      <a:pos x="70" y="120"/>
                    </a:cxn>
                    <a:cxn ang="0">
                      <a:pos x="59" y="118"/>
                    </a:cxn>
                    <a:cxn ang="0">
                      <a:pos x="61" y="112"/>
                    </a:cxn>
                    <a:cxn ang="0">
                      <a:pos x="56" y="110"/>
                    </a:cxn>
                    <a:cxn ang="0">
                      <a:pos x="51" y="106"/>
                    </a:cxn>
                    <a:cxn ang="0">
                      <a:pos x="51" y="98"/>
                    </a:cxn>
                    <a:cxn ang="0">
                      <a:pos x="45" y="95"/>
                    </a:cxn>
                    <a:cxn ang="0">
                      <a:pos x="40" y="93"/>
                    </a:cxn>
                    <a:cxn ang="0">
                      <a:pos x="33" y="89"/>
                    </a:cxn>
                    <a:cxn ang="0">
                      <a:pos x="25" y="75"/>
                    </a:cxn>
                    <a:cxn ang="0">
                      <a:pos x="23" y="71"/>
                    </a:cxn>
                    <a:cxn ang="0">
                      <a:pos x="19" y="62"/>
                    </a:cxn>
                    <a:cxn ang="0">
                      <a:pos x="13" y="57"/>
                    </a:cxn>
                    <a:cxn ang="0">
                      <a:pos x="11" y="51"/>
                    </a:cxn>
                    <a:cxn ang="0">
                      <a:pos x="8" y="47"/>
                    </a:cxn>
                    <a:cxn ang="0">
                      <a:pos x="2" y="23"/>
                    </a:cxn>
                    <a:cxn ang="0">
                      <a:pos x="5" y="12"/>
                    </a:cxn>
                    <a:cxn ang="0">
                      <a:pos x="6" y="8"/>
                    </a:cxn>
                    <a:cxn ang="0">
                      <a:pos x="13" y="2"/>
                    </a:cxn>
                  </a:cxnLst>
                  <a:rect l="0" t="0" r="r" b="b"/>
                  <a:pathLst>
                    <a:path w="87" h="141">
                      <a:moveTo>
                        <a:pt x="81" y="137"/>
                      </a:moveTo>
                      <a:lnTo>
                        <a:pt x="79" y="138"/>
                      </a:lnTo>
                      <a:lnTo>
                        <a:pt x="81" y="138"/>
                      </a:lnTo>
                      <a:lnTo>
                        <a:pt x="81" y="137"/>
                      </a:lnTo>
                      <a:close/>
                      <a:moveTo>
                        <a:pt x="68" y="132"/>
                      </a:moveTo>
                      <a:lnTo>
                        <a:pt x="70" y="132"/>
                      </a:lnTo>
                      <a:lnTo>
                        <a:pt x="68" y="134"/>
                      </a:lnTo>
                      <a:lnTo>
                        <a:pt x="68" y="132"/>
                      </a:lnTo>
                      <a:close/>
                      <a:moveTo>
                        <a:pt x="71" y="130"/>
                      </a:moveTo>
                      <a:lnTo>
                        <a:pt x="70" y="132"/>
                      </a:lnTo>
                      <a:lnTo>
                        <a:pt x="71" y="130"/>
                      </a:lnTo>
                      <a:close/>
                      <a:moveTo>
                        <a:pt x="87" y="129"/>
                      </a:moveTo>
                      <a:lnTo>
                        <a:pt x="87" y="130"/>
                      </a:lnTo>
                      <a:lnTo>
                        <a:pt x="85" y="130"/>
                      </a:lnTo>
                      <a:lnTo>
                        <a:pt x="87" y="129"/>
                      </a:lnTo>
                      <a:close/>
                      <a:moveTo>
                        <a:pt x="73" y="129"/>
                      </a:moveTo>
                      <a:lnTo>
                        <a:pt x="74" y="129"/>
                      </a:lnTo>
                      <a:lnTo>
                        <a:pt x="74" y="130"/>
                      </a:lnTo>
                      <a:lnTo>
                        <a:pt x="73" y="130"/>
                      </a:lnTo>
                      <a:lnTo>
                        <a:pt x="73" y="129"/>
                      </a:lnTo>
                      <a:close/>
                      <a:moveTo>
                        <a:pt x="71" y="127"/>
                      </a:moveTo>
                      <a:lnTo>
                        <a:pt x="71" y="129"/>
                      </a:lnTo>
                      <a:lnTo>
                        <a:pt x="70" y="129"/>
                      </a:lnTo>
                      <a:lnTo>
                        <a:pt x="71" y="127"/>
                      </a:lnTo>
                      <a:close/>
                      <a:moveTo>
                        <a:pt x="87" y="124"/>
                      </a:moveTo>
                      <a:lnTo>
                        <a:pt x="87" y="126"/>
                      </a:lnTo>
                      <a:lnTo>
                        <a:pt x="85" y="126"/>
                      </a:lnTo>
                      <a:lnTo>
                        <a:pt x="87" y="124"/>
                      </a:lnTo>
                      <a:close/>
                      <a:moveTo>
                        <a:pt x="65" y="120"/>
                      </a:moveTo>
                      <a:lnTo>
                        <a:pt x="67" y="120"/>
                      </a:lnTo>
                      <a:lnTo>
                        <a:pt x="64" y="121"/>
                      </a:lnTo>
                      <a:lnTo>
                        <a:pt x="65" y="120"/>
                      </a:lnTo>
                      <a:close/>
                      <a:moveTo>
                        <a:pt x="56" y="110"/>
                      </a:moveTo>
                      <a:lnTo>
                        <a:pt x="56" y="112"/>
                      </a:lnTo>
                      <a:lnTo>
                        <a:pt x="54" y="112"/>
                      </a:lnTo>
                      <a:lnTo>
                        <a:pt x="56" y="110"/>
                      </a:lnTo>
                      <a:close/>
                      <a:moveTo>
                        <a:pt x="50" y="106"/>
                      </a:moveTo>
                      <a:lnTo>
                        <a:pt x="50" y="107"/>
                      </a:lnTo>
                      <a:lnTo>
                        <a:pt x="48" y="107"/>
                      </a:lnTo>
                      <a:lnTo>
                        <a:pt x="50" y="106"/>
                      </a:lnTo>
                      <a:close/>
                      <a:moveTo>
                        <a:pt x="51" y="98"/>
                      </a:moveTo>
                      <a:lnTo>
                        <a:pt x="50" y="99"/>
                      </a:lnTo>
                      <a:lnTo>
                        <a:pt x="47" y="101"/>
                      </a:lnTo>
                      <a:lnTo>
                        <a:pt x="48" y="99"/>
                      </a:lnTo>
                      <a:lnTo>
                        <a:pt x="51" y="98"/>
                      </a:lnTo>
                      <a:close/>
                      <a:moveTo>
                        <a:pt x="73" y="85"/>
                      </a:moveTo>
                      <a:lnTo>
                        <a:pt x="74" y="85"/>
                      </a:lnTo>
                      <a:lnTo>
                        <a:pt x="73" y="87"/>
                      </a:lnTo>
                      <a:lnTo>
                        <a:pt x="71" y="87"/>
                      </a:lnTo>
                      <a:lnTo>
                        <a:pt x="73" y="85"/>
                      </a:lnTo>
                      <a:close/>
                      <a:moveTo>
                        <a:pt x="26" y="78"/>
                      </a:moveTo>
                      <a:lnTo>
                        <a:pt x="28" y="78"/>
                      </a:lnTo>
                      <a:lnTo>
                        <a:pt x="26" y="79"/>
                      </a:lnTo>
                      <a:lnTo>
                        <a:pt x="26" y="78"/>
                      </a:lnTo>
                      <a:close/>
                      <a:moveTo>
                        <a:pt x="53" y="48"/>
                      </a:moveTo>
                      <a:lnTo>
                        <a:pt x="53" y="50"/>
                      </a:lnTo>
                      <a:lnTo>
                        <a:pt x="51" y="50"/>
                      </a:lnTo>
                      <a:lnTo>
                        <a:pt x="53" y="48"/>
                      </a:lnTo>
                      <a:close/>
                      <a:moveTo>
                        <a:pt x="9" y="3"/>
                      </a:moveTo>
                      <a:lnTo>
                        <a:pt x="8" y="5"/>
                      </a:lnTo>
                      <a:lnTo>
                        <a:pt x="6" y="5"/>
                      </a:lnTo>
                      <a:lnTo>
                        <a:pt x="9" y="3"/>
                      </a:lnTo>
                      <a:close/>
                      <a:moveTo>
                        <a:pt x="16" y="0"/>
                      </a:moveTo>
                      <a:lnTo>
                        <a:pt x="20" y="0"/>
                      </a:lnTo>
                      <a:lnTo>
                        <a:pt x="25" y="2"/>
                      </a:lnTo>
                      <a:lnTo>
                        <a:pt x="28" y="5"/>
                      </a:lnTo>
                      <a:lnTo>
                        <a:pt x="31" y="9"/>
                      </a:lnTo>
                      <a:lnTo>
                        <a:pt x="34" y="12"/>
                      </a:lnTo>
                      <a:lnTo>
                        <a:pt x="36" y="17"/>
                      </a:lnTo>
                      <a:lnTo>
                        <a:pt x="37" y="19"/>
                      </a:lnTo>
                      <a:lnTo>
                        <a:pt x="37" y="20"/>
                      </a:lnTo>
                      <a:lnTo>
                        <a:pt x="36" y="22"/>
                      </a:lnTo>
                      <a:lnTo>
                        <a:pt x="36" y="23"/>
                      </a:lnTo>
                      <a:lnTo>
                        <a:pt x="39" y="23"/>
                      </a:lnTo>
                      <a:lnTo>
                        <a:pt x="37" y="25"/>
                      </a:lnTo>
                      <a:lnTo>
                        <a:pt x="39" y="25"/>
                      </a:lnTo>
                      <a:lnTo>
                        <a:pt x="39" y="28"/>
                      </a:lnTo>
                      <a:lnTo>
                        <a:pt x="40" y="30"/>
                      </a:lnTo>
                      <a:lnTo>
                        <a:pt x="42" y="30"/>
                      </a:lnTo>
                      <a:lnTo>
                        <a:pt x="42" y="34"/>
                      </a:lnTo>
                      <a:lnTo>
                        <a:pt x="45" y="34"/>
                      </a:lnTo>
                      <a:lnTo>
                        <a:pt x="45" y="36"/>
                      </a:lnTo>
                      <a:lnTo>
                        <a:pt x="44" y="36"/>
                      </a:lnTo>
                      <a:lnTo>
                        <a:pt x="44" y="37"/>
                      </a:lnTo>
                      <a:lnTo>
                        <a:pt x="47" y="37"/>
                      </a:lnTo>
                      <a:lnTo>
                        <a:pt x="47" y="40"/>
                      </a:lnTo>
                      <a:lnTo>
                        <a:pt x="48" y="39"/>
                      </a:lnTo>
                      <a:lnTo>
                        <a:pt x="48" y="42"/>
                      </a:lnTo>
                      <a:lnTo>
                        <a:pt x="50" y="42"/>
                      </a:lnTo>
                      <a:lnTo>
                        <a:pt x="51" y="44"/>
                      </a:lnTo>
                      <a:lnTo>
                        <a:pt x="51" y="51"/>
                      </a:lnTo>
                      <a:lnTo>
                        <a:pt x="53" y="50"/>
                      </a:lnTo>
                      <a:lnTo>
                        <a:pt x="54" y="50"/>
                      </a:lnTo>
                      <a:lnTo>
                        <a:pt x="53" y="51"/>
                      </a:lnTo>
                      <a:lnTo>
                        <a:pt x="54" y="51"/>
                      </a:lnTo>
                      <a:lnTo>
                        <a:pt x="54" y="53"/>
                      </a:lnTo>
                      <a:lnTo>
                        <a:pt x="56" y="53"/>
                      </a:lnTo>
                      <a:lnTo>
                        <a:pt x="54" y="54"/>
                      </a:lnTo>
                      <a:lnTo>
                        <a:pt x="56" y="54"/>
                      </a:lnTo>
                      <a:lnTo>
                        <a:pt x="56" y="56"/>
                      </a:lnTo>
                      <a:lnTo>
                        <a:pt x="57" y="54"/>
                      </a:lnTo>
                      <a:lnTo>
                        <a:pt x="57" y="57"/>
                      </a:lnTo>
                      <a:lnTo>
                        <a:pt x="59" y="57"/>
                      </a:lnTo>
                      <a:lnTo>
                        <a:pt x="59" y="61"/>
                      </a:lnTo>
                      <a:lnTo>
                        <a:pt x="61" y="62"/>
                      </a:lnTo>
                      <a:lnTo>
                        <a:pt x="64" y="62"/>
                      </a:lnTo>
                      <a:lnTo>
                        <a:pt x="64" y="67"/>
                      </a:lnTo>
                      <a:lnTo>
                        <a:pt x="65" y="65"/>
                      </a:lnTo>
                      <a:lnTo>
                        <a:pt x="65" y="71"/>
                      </a:lnTo>
                      <a:lnTo>
                        <a:pt x="68" y="71"/>
                      </a:lnTo>
                      <a:lnTo>
                        <a:pt x="67" y="73"/>
                      </a:lnTo>
                      <a:lnTo>
                        <a:pt x="68" y="73"/>
                      </a:lnTo>
                      <a:lnTo>
                        <a:pt x="68" y="75"/>
                      </a:lnTo>
                      <a:lnTo>
                        <a:pt x="70" y="76"/>
                      </a:lnTo>
                      <a:lnTo>
                        <a:pt x="71" y="76"/>
                      </a:lnTo>
                      <a:lnTo>
                        <a:pt x="71" y="78"/>
                      </a:lnTo>
                      <a:lnTo>
                        <a:pt x="70" y="78"/>
                      </a:lnTo>
                      <a:lnTo>
                        <a:pt x="71" y="79"/>
                      </a:lnTo>
                      <a:lnTo>
                        <a:pt x="71" y="81"/>
                      </a:lnTo>
                      <a:lnTo>
                        <a:pt x="73" y="81"/>
                      </a:lnTo>
                      <a:lnTo>
                        <a:pt x="73" y="84"/>
                      </a:lnTo>
                      <a:lnTo>
                        <a:pt x="71" y="85"/>
                      </a:lnTo>
                      <a:lnTo>
                        <a:pt x="71" y="89"/>
                      </a:lnTo>
                      <a:lnTo>
                        <a:pt x="73" y="89"/>
                      </a:lnTo>
                      <a:lnTo>
                        <a:pt x="74" y="90"/>
                      </a:lnTo>
                      <a:lnTo>
                        <a:pt x="74" y="92"/>
                      </a:lnTo>
                      <a:lnTo>
                        <a:pt x="76" y="92"/>
                      </a:lnTo>
                      <a:lnTo>
                        <a:pt x="74" y="93"/>
                      </a:lnTo>
                      <a:lnTo>
                        <a:pt x="74" y="95"/>
                      </a:lnTo>
                      <a:lnTo>
                        <a:pt x="76" y="95"/>
                      </a:lnTo>
                      <a:lnTo>
                        <a:pt x="78" y="96"/>
                      </a:lnTo>
                      <a:lnTo>
                        <a:pt x="79" y="96"/>
                      </a:lnTo>
                      <a:lnTo>
                        <a:pt x="78" y="98"/>
                      </a:lnTo>
                      <a:lnTo>
                        <a:pt x="79" y="98"/>
                      </a:lnTo>
                      <a:lnTo>
                        <a:pt x="79" y="99"/>
                      </a:lnTo>
                      <a:lnTo>
                        <a:pt x="78" y="99"/>
                      </a:lnTo>
                      <a:lnTo>
                        <a:pt x="78" y="101"/>
                      </a:lnTo>
                      <a:lnTo>
                        <a:pt x="79" y="101"/>
                      </a:lnTo>
                      <a:lnTo>
                        <a:pt x="81" y="99"/>
                      </a:lnTo>
                      <a:lnTo>
                        <a:pt x="81" y="101"/>
                      </a:lnTo>
                      <a:lnTo>
                        <a:pt x="79" y="102"/>
                      </a:lnTo>
                      <a:lnTo>
                        <a:pt x="81" y="102"/>
                      </a:lnTo>
                      <a:lnTo>
                        <a:pt x="79" y="104"/>
                      </a:lnTo>
                      <a:lnTo>
                        <a:pt x="81" y="106"/>
                      </a:lnTo>
                      <a:lnTo>
                        <a:pt x="79" y="107"/>
                      </a:lnTo>
                      <a:lnTo>
                        <a:pt x="81" y="107"/>
                      </a:lnTo>
                      <a:lnTo>
                        <a:pt x="79" y="109"/>
                      </a:lnTo>
                      <a:lnTo>
                        <a:pt x="81" y="109"/>
                      </a:lnTo>
                      <a:lnTo>
                        <a:pt x="79" y="110"/>
                      </a:lnTo>
                      <a:lnTo>
                        <a:pt x="81" y="110"/>
                      </a:lnTo>
                      <a:lnTo>
                        <a:pt x="81" y="112"/>
                      </a:lnTo>
                      <a:lnTo>
                        <a:pt x="82" y="110"/>
                      </a:lnTo>
                      <a:lnTo>
                        <a:pt x="82" y="112"/>
                      </a:lnTo>
                      <a:lnTo>
                        <a:pt x="84" y="113"/>
                      </a:lnTo>
                      <a:lnTo>
                        <a:pt x="82" y="113"/>
                      </a:lnTo>
                      <a:lnTo>
                        <a:pt x="82" y="116"/>
                      </a:lnTo>
                      <a:lnTo>
                        <a:pt x="84" y="115"/>
                      </a:lnTo>
                      <a:lnTo>
                        <a:pt x="84" y="116"/>
                      </a:lnTo>
                      <a:lnTo>
                        <a:pt x="85" y="116"/>
                      </a:lnTo>
                      <a:lnTo>
                        <a:pt x="82" y="120"/>
                      </a:lnTo>
                      <a:lnTo>
                        <a:pt x="85" y="120"/>
                      </a:lnTo>
                      <a:lnTo>
                        <a:pt x="84" y="121"/>
                      </a:lnTo>
                      <a:lnTo>
                        <a:pt x="84" y="123"/>
                      </a:lnTo>
                      <a:lnTo>
                        <a:pt x="85" y="121"/>
                      </a:lnTo>
                      <a:lnTo>
                        <a:pt x="85" y="126"/>
                      </a:lnTo>
                      <a:lnTo>
                        <a:pt x="84" y="126"/>
                      </a:lnTo>
                      <a:lnTo>
                        <a:pt x="84" y="127"/>
                      </a:lnTo>
                      <a:lnTo>
                        <a:pt x="85" y="126"/>
                      </a:lnTo>
                      <a:lnTo>
                        <a:pt x="85" y="127"/>
                      </a:lnTo>
                      <a:lnTo>
                        <a:pt x="84" y="129"/>
                      </a:lnTo>
                      <a:lnTo>
                        <a:pt x="87" y="132"/>
                      </a:lnTo>
                      <a:lnTo>
                        <a:pt x="85" y="132"/>
                      </a:lnTo>
                      <a:lnTo>
                        <a:pt x="85" y="134"/>
                      </a:lnTo>
                      <a:lnTo>
                        <a:pt x="84" y="134"/>
                      </a:lnTo>
                      <a:lnTo>
                        <a:pt x="84" y="135"/>
                      </a:lnTo>
                      <a:lnTo>
                        <a:pt x="85" y="135"/>
                      </a:lnTo>
                      <a:lnTo>
                        <a:pt x="85" y="137"/>
                      </a:lnTo>
                      <a:lnTo>
                        <a:pt x="82" y="138"/>
                      </a:lnTo>
                      <a:lnTo>
                        <a:pt x="84" y="138"/>
                      </a:lnTo>
                      <a:lnTo>
                        <a:pt x="84" y="140"/>
                      </a:lnTo>
                      <a:lnTo>
                        <a:pt x="82" y="140"/>
                      </a:lnTo>
                      <a:lnTo>
                        <a:pt x="82" y="141"/>
                      </a:lnTo>
                      <a:lnTo>
                        <a:pt x="81" y="141"/>
                      </a:lnTo>
                      <a:lnTo>
                        <a:pt x="81" y="140"/>
                      </a:lnTo>
                      <a:lnTo>
                        <a:pt x="79" y="141"/>
                      </a:lnTo>
                      <a:lnTo>
                        <a:pt x="79" y="140"/>
                      </a:lnTo>
                      <a:lnTo>
                        <a:pt x="78" y="140"/>
                      </a:lnTo>
                      <a:lnTo>
                        <a:pt x="78" y="137"/>
                      </a:lnTo>
                      <a:lnTo>
                        <a:pt x="76" y="137"/>
                      </a:lnTo>
                      <a:lnTo>
                        <a:pt x="78" y="135"/>
                      </a:lnTo>
                      <a:lnTo>
                        <a:pt x="78" y="134"/>
                      </a:lnTo>
                      <a:lnTo>
                        <a:pt x="76" y="134"/>
                      </a:lnTo>
                      <a:lnTo>
                        <a:pt x="76" y="132"/>
                      </a:lnTo>
                      <a:lnTo>
                        <a:pt x="73" y="135"/>
                      </a:lnTo>
                      <a:lnTo>
                        <a:pt x="71" y="135"/>
                      </a:lnTo>
                      <a:lnTo>
                        <a:pt x="71" y="134"/>
                      </a:lnTo>
                      <a:lnTo>
                        <a:pt x="73" y="134"/>
                      </a:lnTo>
                      <a:lnTo>
                        <a:pt x="74" y="132"/>
                      </a:lnTo>
                      <a:lnTo>
                        <a:pt x="74" y="130"/>
                      </a:lnTo>
                      <a:lnTo>
                        <a:pt x="76" y="130"/>
                      </a:lnTo>
                      <a:lnTo>
                        <a:pt x="76" y="129"/>
                      </a:lnTo>
                      <a:lnTo>
                        <a:pt x="74" y="129"/>
                      </a:lnTo>
                      <a:lnTo>
                        <a:pt x="76" y="127"/>
                      </a:lnTo>
                      <a:lnTo>
                        <a:pt x="76" y="126"/>
                      </a:lnTo>
                      <a:lnTo>
                        <a:pt x="74" y="126"/>
                      </a:lnTo>
                      <a:lnTo>
                        <a:pt x="74" y="127"/>
                      </a:lnTo>
                      <a:lnTo>
                        <a:pt x="68" y="127"/>
                      </a:lnTo>
                      <a:lnTo>
                        <a:pt x="70" y="126"/>
                      </a:lnTo>
                      <a:lnTo>
                        <a:pt x="68" y="126"/>
                      </a:lnTo>
                      <a:lnTo>
                        <a:pt x="70" y="124"/>
                      </a:lnTo>
                      <a:lnTo>
                        <a:pt x="68" y="124"/>
                      </a:lnTo>
                      <a:lnTo>
                        <a:pt x="68" y="123"/>
                      </a:lnTo>
                      <a:lnTo>
                        <a:pt x="67" y="123"/>
                      </a:lnTo>
                      <a:lnTo>
                        <a:pt x="67" y="121"/>
                      </a:lnTo>
                      <a:lnTo>
                        <a:pt x="68" y="121"/>
                      </a:lnTo>
                      <a:lnTo>
                        <a:pt x="70" y="120"/>
                      </a:lnTo>
                      <a:lnTo>
                        <a:pt x="67" y="120"/>
                      </a:lnTo>
                      <a:lnTo>
                        <a:pt x="67" y="116"/>
                      </a:lnTo>
                      <a:lnTo>
                        <a:pt x="64" y="120"/>
                      </a:lnTo>
                      <a:lnTo>
                        <a:pt x="64" y="116"/>
                      </a:lnTo>
                      <a:lnTo>
                        <a:pt x="61" y="116"/>
                      </a:lnTo>
                      <a:lnTo>
                        <a:pt x="59" y="118"/>
                      </a:lnTo>
                      <a:lnTo>
                        <a:pt x="57" y="118"/>
                      </a:lnTo>
                      <a:lnTo>
                        <a:pt x="57" y="116"/>
                      </a:lnTo>
                      <a:lnTo>
                        <a:pt x="59" y="116"/>
                      </a:lnTo>
                      <a:lnTo>
                        <a:pt x="59" y="115"/>
                      </a:lnTo>
                      <a:lnTo>
                        <a:pt x="61" y="113"/>
                      </a:lnTo>
                      <a:lnTo>
                        <a:pt x="61" y="112"/>
                      </a:lnTo>
                      <a:lnTo>
                        <a:pt x="62" y="110"/>
                      </a:lnTo>
                      <a:lnTo>
                        <a:pt x="61" y="110"/>
                      </a:lnTo>
                      <a:lnTo>
                        <a:pt x="59" y="112"/>
                      </a:lnTo>
                      <a:lnTo>
                        <a:pt x="57" y="112"/>
                      </a:lnTo>
                      <a:lnTo>
                        <a:pt x="59" y="110"/>
                      </a:lnTo>
                      <a:lnTo>
                        <a:pt x="56" y="110"/>
                      </a:lnTo>
                      <a:lnTo>
                        <a:pt x="57" y="109"/>
                      </a:lnTo>
                      <a:lnTo>
                        <a:pt x="53" y="109"/>
                      </a:lnTo>
                      <a:lnTo>
                        <a:pt x="53" y="107"/>
                      </a:lnTo>
                      <a:lnTo>
                        <a:pt x="54" y="107"/>
                      </a:lnTo>
                      <a:lnTo>
                        <a:pt x="56" y="106"/>
                      </a:lnTo>
                      <a:lnTo>
                        <a:pt x="51" y="106"/>
                      </a:lnTo>
                      <a:lnTo>
                        <a:pt x="51" y="104"/>
                      </a:lnTo>
                      <a:lnTo>
                        <a:pt x="53" y="102"/>
                      </a:lnTo>
                      <a:lnTo>
                        <a:pt x="50" y="102"/>
                      </a:lnTo>
                      <a:lnTo>
                        <a:pt x="50" y="101"/>
                      </a:lnTo>
                      <a:lnTo>
                        <a:pt x="51" y="101"/>
                      </a:lnTo>
                      <a:lnTo>
                        <a:pt x="51" y="98"/>
                      </a:lnTo>
                      <a:lnTo>
                        <a:pt x="53" y="98"/>
                      </a:lnTo>
                      <a:lnTo>
                        <a:pt x="51" y="96"/>
                      </a:lnTo>
                      <a:lnTo>
                        <a:pt x="48" y="99"/>
                      </a:lnTo>
                      <a:lnTo>
                        <a:pt x="48" y="96"/>
                      </a:lnTo>
                      <a:lnTo>
                        <a:pt x="44" y="96"/>
                      </a:lnTo>
                      <a:lnTo>
                        <a:pt x="45" y="95"/>
                      </a:lnTo>
                      <a:lnTo>
                        <a:pt x="42" y="95"/>
                      </a:lnTo>
                      <a:lnTo>
                        <a:pt x="42" y="93"/>
                      </a:lnTo>
                      <a:lnTo>
                        <a:pt x="44" y="93"/>
                      </a:lnTo>
                      <a:lnTo>
                        <a:pt x="44" y="92"/>
                      </a:lnTo>
                      <a:lnTo>
                        <a:pt x="40" y="92"/>
                      </a:lnTo>
                      <a:lnTo>
                        <a:pt x="40" y="93"/>
                      </a:lnTo>
                      <a:lnTo>
                        <a:pt x="36" y="93"/>
                      </a:lnTo>
                      <a:lnTo>
                        <a:pt x="36" y="92"/>
                      </a:lnTo>
                      <a:lnTo>
                        <a:pt x="34" y="93"/>
                      </a:lnTo>
                      <a:lnTo>
                        <a:pt x="33" y="90"/>
                      </a:lnTo>
                      <a:lnTo>
                        <a:pt x="34" y="89"/>
                      </a:lnTo>
                      <a:lnTo>
                        <a:pt x="33" y="89"/>
                      </a:lnTo>
                      <a:lnTo>
                        <a:pt x="36" y="87"/>
                      </a:lnTo>
                      <a:lnTo>
                        <a:pt x="33" y="87"/>
                      </a:lnTo>
                      <a:lnTo>
                        <a:pt x="28" y="82"/>
                      </a:lnTo>
                      <a:lnTo>
                        <a:pt x="28" y="76"/>
                      </a:lnTo>
                      <a:lnTo>
                        <a:pt x="26" y="76"/>
                      </a:lnTo>
                      <a:lnTo>
                        <a:pt x="25" y="75"/>
                      </a:lnTo>
                      <a:lnTo>
                        <a:pt x="25" y="73"/>
                      </a:lnTo>
                      <a:lnTo>
                        <a:pt x="26" y="73"/>
                      </a:lnTo>
                      <a:lnTo>
                        <a:pt x="26" y="71"/>
                      </a:lnTo>
                      <a:lnTo>
                        <a:pt x="25" y="73"/>
                      </a:lnTo>
                      <a:lnTo>
                        <a:pt x="25" y="71"/>
                      </a:lnTo>
                      <a:lnTo>
                        <a:pt x="23" y="71"/>
                      </a:lnTo>
                      <a:lnTo>
                        <a:pt x="22" y="70"/>
                      </a:lnTo>
                      <a:lnTo>
                        <a:pt x="22" y="67"/>
                      </a:lnTo>
                      <a:lnTo>
                        <a:pt x="20" y="68"/>
                      </a:lnTo>
                      <a:lnTo>
                        <a:pt x="17" y="65"/>
                      </a:lnTo>
                      <a:lnTo>
                        <a:pt x="17" y="62"/>
                      </a:lnTo>
                      <a:lnTo>
                        <a:pt x="19" y="62"/>
                      </a:lnTo>
                      <a:lnTo>
                        <a:pt x="19" y="61"/>
                      </a:lnTo>
                      <a:lnTo>
                        <a:pt x="16" y="61"/>
                      </a:lnTo>
                      <a:lnTo>
                        <a:pt x="16" y="57"/>
                      </a:lnTo>
                      <a:lnTo>
                        <a:pt x="14" y="59"/>
                      </a:lnTo>
                      <a:lnTo>
                        <a:pt x="14" y="57"/>
                      </a:lnTo>
                      <a:lnTo>
                        <a:pt x="13" y="57"/>
                      </a:lnTo>
                      <a:lnTo>
                        <a:pt x="14" y="56"/>
                      </a:lnTo>
                      <a:lnTo>
                        <a:pt x="13" y="56"/>
                      </a:lnTo>
                      <a:lnTo>
                        <a:pt x="11" y="54"/>
                      </a:lnTo>
                      <a:lnTo>
                        <a:pt x="11" y="53"/>
                      </a:lnTo>
                      <a:lnTo>
                        <a:pt x="9" y="53"/>
                      </a:lnTo>
                      <a:lnTo>
                        <a:pt x="11" y="51"/>
                      </a:lnTo>
                      <a:lnTo>
                        <a:pt x="9" y="51"/>
                      </a:lnTo>
                      <a:lnTo>
                        <a:pt x="9" y="50"/>
                      </a:lnTo>
                      <a:lnTo>
                        <a:pt x="11" y="48"/>
                      </a:lnTo>
                      <a:lnTo>
                        <a:pt x="9" y="48"/>
                      </a:lnTo>
                      <a:lnTo>
                        <a:pt x="9" y="50"/>
                      </a:lnTo>
                      <a:lnTo>
                        <a:pt x="8" y="47"/>
                      </a:lnTo>
                      <a:lnTo>
                        <a:pt x="5" y="44"/>
                      </a:lnTo>
                      <a:lnTo>
                        <a:pt x="3" y="40"/>
                      </a:lnTo>
                      <a:lnTo>
                        <a:pt x="3" y="33"/>
                      </a:lnTo>
                      <a:lnTo>
                        <a:pt x="0" y="33"/>
                      </a:lnTo>
                      <a:lnTo>
                        <a:pt x="0" y="23"/>
                      </a:lnTo>
                      <a:lnTo>
                        <a:pt x="2" y="23"/>
                      </a:lnTo>
                      <a:lnTo>
                        <a:pt x="2" y="20"/>
                      </a:lnTo>
                      <a:lnTo>
                        <a:pt x="5" y="17"/>
                      </a:lnTo>
                      <a:lnTo>
                        <a:pt x="5" y="16"/>
                      </a:lnTo>
                      <a:lnTo>
                        <a:pt x="6" y="16"/>
                      </a:lnTo>
                      <a:lnTo>
                        <a:pt x="5" y="14"/>
                      </a:lnTo>
                      <a:lnTo>
                        <a:pt x="5" y="12"/>
                      </a:lnTo>
                      <a:lnTo>
                        <a:pt x="6" y="12"/>
                      </a:lnTo>
                      <a:lnTo>
                        <a:pt x="5" y="11"/>
                      </a:lnTo>
                      <a:lnTo>
                        <a:pt x="6" y="11"/>
                      </a:lnTo>
                      <a:lnTo>
                        <a:pt x="6" y="9"/>
                      </a:lnTo>
                      <a:lnTo>
                        <a:pt x="8" y="9"/>
                      </a:lnTo>
                      <a:lnTo>
                        <a:pt x="6" y="8"/>
                      </a:lnTo>
                      <a:lnTo>
                        <a:pt x="8" y="8"/>
                      </a:lnTo>
                      <a:lnTo>
                        <a:pt x="8" y="6"/>
                      </a:lnTo>
                      <a:lnTo>
                        <a:pt x="9" y="6"/>
                      </a:lnTo>
                      <a:lnTo>
                        <a:pt x="9" y="3"/>
                      </a:lnTo>
                      <a:lnTo>
                        <a:pt x="11" y="2"/>
                      </a:lnTo>
                      <a:lnTo>
                        <a:pt x="13" y="2"/>
                      </a:lnTo>
                      <a:lnTo>
                        <a:pt x="16" y="0"/>
                      </a:lnTo>
                      <a:close/>
                    </a:path>
                  </a:pathLst>
                </a:custGeom>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grpSp>
          <p:grpSp>
            <p:nvGrpSpPr>
              <p:cNvPr id="26" name="Group 25">
                <a:extLst>
                  <a:ext uri="{FF2B5EF4-FFF2-40B4-BE49-F238E27FC236}">
                    <a16:creationId xmlns:a16="http://schemas.microsoft.com/office/drawing/2014/main" id="{6EFA4BDA-F082-4F8C-9DBA-2E385B5E0234}"/>
                  </a:ext>
                </a:extLst>
              </p:cNvPr>
              <p:cNvGrpSpPr/>
              <p:nvPr/>
            </p:nvGrpSpPr>
            <p:grpSpPr>
              <a:xfrm>
                <a:off x="2178050" y="4683126"/>
                <a:ext cx="4560888" cy="290513"/>
                <a:chOff x="2178050" y="4683126"/>
                <a:chExt cx="4560888" cy="290513"/>
              </a:xfrm>
            </p:grpSpPr>
            <p:sp>
              <p:nvSpPr>
                <p:cNvPr id="27" name="Freeform 116">
                  <a:extLst>
                    <a:ext uri="{FF2B5EF4-FFF2-40B4-BE49-F238E27FC236}">
                      <a16:creationId xmlns:a16="http://schemas.microsoft.com/office/drawing/2014/main" id="{6BB7CB65-A72D-486B-9098-A1A760C6CEE5}"/>
                    </a:ext>
                  </a:extLst>
                </p:cNvPr>
                <p:cNvSpPr>
                  <a:spLocks noEditPoints="1"/>
                </p:cNvSpPr>
                <p:nvPr/>
              </p:nvSpPr>
              <p:spPr bwMode="auto">
                <a:xfrm>
                  <a:off x="2178050" y="4781551"/>
                  <a:ext cx="4248150" cy="68263"/>
                </a:xfrm>
                <a:custGeom>
                  <a:avLst/>
                  <a:gdLst/>
                  <a:ahLst/>
                  <a:cxnLst>
                    <a:cxn ang="0">
                      <a:pos x="1691" y="36"/>
                    </a:cxn>
                    <a:cxn ang="0">
                      <a:pos x="1768" y="31"/>
                    </a:cxn>
                    <a:cxn ang="0">
                      <a:pos x="2241" y="31"/>
                    </a:cxn>
                    <a:cxn ang="0">
                      <a:pos x="459" y="2"/>
                    </a:cxn>
                    <a:cxn ang="0">
                      <a:pos x="583" y="3"/>
                    </a:cxn>
                    <a:cxn ang="0">
                      <a:pos x="755" y="3"/>
                    </a:cxn>
                    <a:cxn ang="0">
                      <a:pos x="902" y="3"/>
                    </a:cxn>
                    <a:cxn ang="0">
                      <a:pos x="1083" y="5"/>
                    </a:cxn>
                    <a:cxn ang="0">
                      <a:pos x="1136" y="3"/>
                    </a:cxn>
                    <a:cxn ang="0">
                      <a:pos x="1182" y="5"/>
                    </a:cxn>
                    <a:cxn ang="0">
                      <a:pos x="1240" y="3"/>
                    </a:cxn>
                    <a:cxn ang="0">
                      <a:pos x="1376" y="2"/>
                    </a:cxn>
                    <a:cxn ang="0">
                      <a:pos x="1554" y="5"/>
                    </a:cxn>
                    <a:cxn ang="0">
                      <a:pos x="1622" y="5"/>
                    </a:cxn>
                    <a:cxn ang="0">
                      <a:pos x="1776" y="8"/>
                    </a:cxn>
                    <a:cxn ang="0">
                      <a:pos x="1830" y="8"/>
                    </a:cxn>
                    <a:cxn ang="0">
                      <a:pos x="1979" y="9"/>
                    </a:cxn>
                    <a:cxn ang="0">
                      <a:pos x="2066" y="8"/>
                    </a:cxn>
                    <a:cxn ang="0">
                      <a:pos x="2151" y="11"/>
                    </a:cxn>
                    <a:cxn ang="0">
                      <a:pos x="2228" y="12"/>
                    </a:cxn>
                    <a:cxn ang="0">
                      <a:pos x="2318" y="14"/>
                    </a:cxn>
                    <a:cxn ang="0">
                      <a:pos x="2407" y="16"/>
                    </a:cxn>
                    <a:cxn ang="0">
                      <a:pos x="2462" y="16"/>
                    </a:cxn>
                    <a:cxn ang="0">
                      <a:pos x="2551" y="19"/>
                    </a:cxn>
                    <a:cxn ang="0">
                      <a:pos x="2613" y="22"/>
                    </a:cxn>
                    <a:cxn ang="0">
                      <a:pos x="2631" y="28"/>
                    </a:cxn>
                    <a:cxn ang="0">
                      <a:pos x="2653" y="29"/>
                    </a:cxn>
                    <a:cxn ang="0">
                      <a:pos x="2605" y="33"/>
                    </a:cxn>
                    <a:cxn ang="0">
                      <a:pos x="2571" y="31"/>
                    </a:cxn>
                    <a:cxn ang="0">
                      <a:pos x="2506" y="28"/>
                    </a:cxn>
                    <a:cxn ang="0">
                      <a:pos x="2479" y="29"/>
                    </a:cxn>
                    <a:cxn ang="0">
                      <a:pos x="2453" y="29"/>
                    </a:cxn>
                    <a:cxn ang="0">
                      <a:pos x="2424" y="34"/>
                    </a:cxn>
                    <a:cxn ang="0">
                      <a:pos x="2416" y="31"/>
                    </a:cxn>
                    <a:cxn ang="0">
                      <a:pos x="2394" y="28"/>
                    </a:cxn>
                    <a:cxn ang="0">
                      <a:pos x="2360" y="31"/>
                    </a:cxn>
                    <a:cxn ang="0">
                      <a:pos x="2301" y="33"/>
                    </a:cxn>
                    <a:cxn ang="0">
                      <a:pos x="2242" y="28"/>
                    </a:cxn>
                    <a:cxn ang="0">
                      <a:pos x="2194" y="31"/>
                    </a:cxn>
                    <a:cxn ang="0">
                      <a:pos x="2156" y="28"/>
                    </a:cxn>
                    <a:cxn ang="0">
                      <a:pos x="2097" y="36"/>
                    </a:cxn>
                    <a:cxn ang="0">
                      <a:pos x="2066" y="31"/>
                    </a:cxn>
                    <a:cxn ang="0">
                      <a:pos x="1999" y="31"/>
                    </a:cxn>
                    <a:cxn ang="0">
                      <a:pos x="1973" y="31"/>
                    </a:cxn>
                    <a:cxn ang="0">
                      <a:pos x="1867" y="36"/>
                    </a:cxn>
                    <a:cxn ang="0">
                      <a:pos x="1827" y="34"/>
                    </a:cxn>
                    <a:cxn ang="0">
                      <a:pos x="1796" y="31"/>
                    </a:cxn>
                    <a:cxn ang="0">
                      <a:pos x="1746" y="34"/>
                    </a:cxn>
                    <a:cxn ang="0">
                      <a:pos x="1638" y="36"/>
                    </a:cxn>
                    <a:cxn ang="0">
                      <a:pos x="1547" y="43"/>
                    </a:cxn>
                    <a:cxn ang="0">
                      <a:pos x="1466" y="42"/>
                    </a:cxn>
                    <a:cxn ang="0">
                      <a:pos x="1266" y="42"/>
                    </a:cxn>
                    <a:cxn ang="0">
                      <a:pos x="1150" y="40"/>
                    </a:cxn>
                    <a:cxn ang="0">
                      <a:pos x="1065" y="39"/>
                    </a:cxn>
                    <a:cxn ang="0">
                      <a:pos x="810" y="42"/>
                    </a:cxn>
                    <a:cxn ang="0">
                      <a:pos x="367" y="37"/>
                    </a:cxn>
                    <a:cxn ang="0">
                      <a:pos x="248" y="37"/>
                    </a:cxn>
                    <a:cxn ang="0">
                      <a:pos x="129" y="23"/>
                    </a:cxn>
                    <a:cxn ang="0">
                      <a:pos x="59" y="20"/>
                    </a:cxn>
                    <a:cxn ang="0">
                      <a:pos x="11" y="17"/>
                    </a:cxn>
                    <a:cxn ang="0">
                      <a:pos x="43" y="6"/>
                    </a:cxn>
                  </a:cxnLst>
                  <a:rect l="0" t="0" r="r" b="b"/>
                  <a:pathLst>
                    <a:path w="2676" h="43">
                      <a:moveTo>
                        <a:pt x="1475" y="42"/>
                      </a:moveTo>
                      <a:lnTo>
                        <a:pt x="1474" y="42"/>
                      </a:lnTo>
                      <a:lnTo>
                        <a:pt x="1475" y="42"/>
                      </a:lnTo>
                      <a:close/>
                      <a:moveTo>
                        <a:pt x="1590" y="37"/>
                      </a:moveTo>
                      <a:lnTo>
                        <a:pt x="1591" y="37"/>
                      </a:lnTo>
                      <a:lnTo>
                        <a:pt x="1593" y="39"/>
                      </a:lnTo>
                      <a:lnTo>
                        <a:pt x="1588" y="39"/>
                      </a:lnTo>
                      <a:lnTo>
                        <a:pt x="1590" y="37"/>
                      </a:lnTo>
                      <a:close/>
                      <a:moveTo>
                        <a:pt x="1691" y="36"/>
                      </a:moveTo>
                      <a:lnTo>
                        <a:pt x="1692" y="36"/>
                      </a:lnTo>
                      <a:lnTo>
                        <a:pt x="1691" y="37"/>
                      </a:lnTo>
                      <a:lnTo>
                        <a:pt x="1691" y="36"/>
                      </a:lnTo>
                      <a:close/>
                      <a:moveTo>
                        <a:pt x="2655" y="31"/>
                      </a:moveTo>
                      <a:lnTo>
                        <a:pt x="2665" y="31"/>
                      </a:lnTo>
                      <a:lnTo>
                        <a:pt x="2662" y="33"/>
                      </a:lnTo>
                      <a:lnTo>
                        <a:pt x="2655" y="33"/>
                      </a:lnTo>
                      <a:lnTo>
                        <a:pt x="2655" y="31"/>
                      </a:lnTo>
                      <a:close/>
                      <a:moveTo>
                        <a:pt x="1977" y="31"/>
                      </a:moveTo>
                      <a:lnTo>
                        <a:pt x="1979" y="31"/>
                      </a:lnTo>
                      <a:lnTo>
                        <a:pt x="1980" y="33"/>
                      </a:lnTo>
                      <a:lnTo>
                        <a:pt x="1976" y="33"/>
                      </a:lnTo>
                      <a:lnTo>
                        <a:pt x="1977" y="31"/>
                      </a:lnTo>
                      <a:close/>
                      <a:moveTo>
                        <a:pt x="1763" y="31"/>
                      </a:moveTo>
                      <a:lnTo>
                        <a:pt x="1768" y="31"/>
                      </a:lnTo>
                      <a:lnTo>
                        <a:pt x="1767" y="33"/>
                      </a:lnTo>
                      <a:lnTo>
                        <a:pt x="1770" y="33"/>
                      </a:lnTo>
                      <a:lnTo>
                        <a:pt x="1770" y="34"/>
                      </a:lnTo>
                      <a:lnTo>
                        <a:pt x="1762" y="34"/>
                      </a:lnTo>
                      <a:lnTo>
                        <a:pt x="1760" y="36"/>
                      </a:lnTo>
                      <a:lnTo>
                        <a:pt x="1751" y="36"/>
                      </a:lnTo>
                      <a:lnTo>
                        <a:pt x="1756" y="34"/>
                      </a:lnTo>
                      <a:lnTo>
                        <a:pt x="1759" y="34"/>
                      </a:lnTo>
                      <a:lnTo>
                        <a:pt x="1760" y="33"/>
                      </a:lnTo>
                      <a:lnTo>
                        <a:pt x="1763" y="31"/>
                      </a:lnTo>
                      <a:close/>
                      <a:moveTo>
                        <a:pt x="2239" y="31"/>
                      </a:moveTo>
                      <a:lnTo>
                        <a:pt x="2241" y="31"/>
                      </a:lnTo>
                      <a:lnTo>
                        <a:pt x="2239" y="31"/>
                      </a:lnTo>
                      <a:close/>
                      <a:moveTo>
                        <a:pt x="2483" y="16"/>
                      </a:moveTo>
                      <a:lnTo>
                        <a:pt x="2479" y="17"/>
                      </a:lnTo>
                      <a:lnTo>
                        <a:pt x="2476" y="17"/>
                      </a:lnTo>
                      <a:lnTo>
                        <a:pt x="2483" y="16"/>
                      </a:lnTo>
                      <a:close/>
                      <a:moveTo>
                        <a:pt x="1970" y="8"/>
                      </a:moveTo>
                      <a:lnTo>
                        <a:pt x="1977" y="8"/>
                      </a:lnTo>
                      <a:lnTo>
                        <a:pt x="1970" y="9"/>
                      </a:lnTo>
                      <a:lnTo>
                        <a:pt x="1970" y="8"/>
                      </a:lnTo>
                      <a:close/>
                      <a:moveTo>
                        <a:pt x="251" y="0"/>
                      </a:moveTo>
                      <a:lnTo>
                        <a:pt x="426" y="0"/>
                      </a:lnTo>
                      <a:lnTo>
                        <a:pt x="459" y="2"/>
                      </a:lnTo>
                      <a:lnTo>
                        <a:pt x="510" y="2"/>
                      </a:lnTo>
                      <a:lnTo>
                        <a:pt x="513" y="3"/>
                      </a:lnTo>
                      <a:lnTo>
                        <a:pt x="521" y="3"/>
                      </a:lnTo>
                      <a:lnTo>
                        <a:pt x="522" y="2"/>
                      </a:lnTo>
                      <a:lnTo>
                        <a:pt x="522" y="3"/>
                      </a:lnTo>
                      <a:lnTo>
                        <a:pt x="524" y="3"/>
                      </a:lnTo>
                      <a:lnTo>
                        <a:pt x="527" y="5"/>
                      </a:lnTo>
                      <a:lnTo>
                        <a:pt x="536" y="5"/>
                      </a:lnTo>
                      <a:lnTo>
                        <a:pt x="545" y="3"/>
                      </a:lnTo>
                      <a:lnTo>
                        <a:pt x="570" y="3"/>
                      </a:lnTo>
                      <a:lnTo>
                        <a:pt x="575" y="2"/>
                      </a:lnTo>
                      <a:lnTo>
                        <a:pt x="583" y="3"/>
                      </a:lnTo>
                      <a:lnTo>
                        <a:pt x="666" y="3"/>
                      </a:lnTo>
                      <a:lnTo>
                        <a:pt x="693" y="2"/>
                      </a:lnTo>
                      <a:lnTo>
                        <a:pt x="699" y="3"/>
                      </a:lnTo>
                      <a:lnTo>
                        <a:pt x="728" y="3"/>
                      </a:lnTo>
                      <a:lnTo>
                        <a:pt x="728" y="5"/>
                      </a:lnTo>
                      <a:lnTo>
                        <a:pt x="736" y="3"/>
                      </a:lnTo>
                      <a:lnTo>
                        <a:pt x="738" y="5"/>
                      </a:lnTo>
                      <a:lnTo>
                        <a:pt x="747" y="5"/>
                      </a:lnTo>
                      <a:lnTo>
                        <a:pt x="748" y="3"/>
                      </a:lnTo>
                      <a:lnTo>
                        <a:pt x="748" y="5"/>
                      </a:lnTo>
                      <a:lnTo>
                        <a:pt x="752" y="5"/>
                      </a:lnTo>
                      <a:lnTo>
                        <a:pt x="755" y="3"/>
                      </a:lnTo>
                      <a:lnTo>
                        <a:pt x="758" y="3"/>
                      </a:lnTo>
                      <a:lnTo>
                        <a:pt x="758" y="5"/>
                      </a:lnTo>
                      <a:lnTo>
                        <a:pt x="798" y="2"/>
                      </a:lnTo>
                      <a:lnTo>
                        <a:pt x="796" y="3"/>
                      </a:lnTo>
                      <a:lnTo>
                        <a:pt x="803" y="2"/>
                      </a:lnTo>
                      <a:lnTo>
                        <a:pt x="807" y="3"/>
                      </a:lnTo>
                      <a:lnTo>
                        <a:pt x="814" y="5"/>
                      </a:lnTo>
                      <a:lnTo>
                        <a:pt x="821" y="3"/>
                      </a:lnTo>
                      <a:lnTo>
                        <a:pt x="858" y="3"/>
                      </a:lnTo>
                      <a:lnTo>
                        <a:pt x="891" y="5"/>
                      </a:lnTo>
                      <a:lnTo>
                        <a:pt x="897" y="5"/>
                      </a:lnTo>
                      <a:lnTo>
                        <a:pt x="902" y="3"/>
                      </a:lnTo>
                      <a:lnTo>
                        <a:pt x="933" y="3"/>
                      </a:lnTo>
                      <a:lnTo>
                        <a:pt x="959" y="2"/>
                      </a:lnTo>
                      <a:lnTo>
                        <a:pt x="995" y="3"/>
                      </a:lnTo>
                      <a:lnTo>
                        <a:pt x="1032" y="5"/>
                      </a:lnTo>
                      <a:lnTo>
                        <a:pt x="1068" y="6"/>
                      </a:lnTo>
                      <a:lnTo>
                        <a:pt x="1071" y="3"/>
                      </a:lnTo>
                      <a:lnTo>
                        <a:pt x="1072" y="5"/>
                      </a:lnTo>
                      <a:lnTo>
                        <a:pt x="1074" y="5"/>
                      </a:lnTo>
                      <a:lnTo>
                        <a:pt x="1077" y="6"/>
                      </a:lnTo>
                      <a:lnTo>
                        <a:pt x="1080" y="6"/>
                      </a:lnTo>
                      <a:lnTo>
                        <a:pt x="1082" y="5"/>
                      </a:lnTo>
                      <a:lnTo>
                        <a:pt x="1083" y="5"/>
                      </a:lnTo>
                      <a:lnTo>
                        <a:pt x="1083" y="3"/>
                      </a:lnTo>
                      <a:lnTo>
                        <a:pt x="1085" y="3"/>
                      </a:lnTo>
                      <a:lnTo>
                        <a:pt x="1091" y="5"/>
                      </a:lnTo>
                      <a:lnTo>
                        <a:pt x="1096" y="3"/>
                      </a:lnTo>
                      <a:lnTo>
                        <a:pt x="1103" y="5"/>
                      </a:lnTo>
                      <a:lnTo>
                        <a:pt x="1111" y="5"/>
                      </a:lnTo>
                      <a:lnTo>
                        <a:pt x="1117" y="3"/>
                      </a:lnTo>
                      <a:lnTo>
                        <a:pt x="1119" y="3"/>
                      </a:lnTo>
                      <a:lnTo>
                        <a:pt x="1123" y="5"/>
                      </a:lnTo>
                      <a:lnTo>
                        <a:pt x="1128" y="5"/>
                      </a:lnTo>
                      <a:lnTo>
                        <a:pt x="1131" y="3"/>
                      </a:lnTo>
                      <a:lnTo>
                        <a:pt x="1136" y="3"/>
                      </a:lnTo>
                      <a:lnTo>
                        <a:pt x="1136" y="6"/>
                      </a:lnTo>
                      <a:lnTo>
                        <a:pt x="1141" y="6"/>
                      </a:lnTo>
                      <a:lnTo>
                        <a:pt x="1141" y="5"/>
                      </a:lnTo>
                      <a:lnTo>
                        <a:pt x="1142" y="5"/>
                      </a:lnTo>
                      <a:lnTo>
                        <a:pt x="1145" y="3"/>
                      </a:lnTo>
                      <a:lnTo>
                        <a:pt x="1154" y="3"/>
                      </a:lnTo>
                      <a:lnTo>
                        <a:pt x="1159" y="5"/>
                      </a:lnTo>
                      <a:lnTo>
                        <a:pt x="1167" y="5"/>
                      </a:lnTo>
                      <a:lnTo>
                        <a:pt x="1170" y="6"/>
                      </a:lnTo>
                      <a:lnTo>
                        <a:pt x="1175" y="6"/>
                      </a:lnTo>
                      <a:lnTo>
                        <a:pt x="1179" y="5"/>
                      </a:lnTo>
                      <a:lnTo>
                        <a:pt x="1182" y="5"/>
                      </a:lnTo>
                      <a:lnTo>
                        <a:pt x="1181" y="3"/>
                      </a:lnTo>
                      <a:lnTo>
                        <a:pt x="1184" y="3"/>
                      </a:lnTo>
                      <a:lnTo>
                        <a:pt x="1185" y="5"/>
                      </a:lnTo>
                      <a:lnTo>
                        <a:pt x="1184" y="6"/>
                      </a:lnTo>
                      <a:lnTo>
                        <a:pt x="1190" y="6"/>
                      </a:lnTo>
                      <a:lnTo>
                        <a:pt x="1193" y="5"/>
                      </a:lnTo>
                      <a:lnTo>
                        <a:pt x="1196" y="5"/>
                      </a:lnTo>
                      <a:lnTo>
                        <a:pt x="1192" y="3"/>
                      </a:lnTo>
                      <a:lnTo>
                        <a:pt x="1221" y="5"/>
                      </a:lnTo>
                      <a:lnTo>
                        <a:pt x="1227" y="5"/>
                      </a:lnTo>
                      <a:lnTo>
                        <a:pt x="1230" y="3"/>
                      </a:lnTo>
                      <a:lnTo>
                        <a:pt x="1240" y="3"/>
                      </a:lnTo>
                      <a:lnTo>
                        <a:pt x="1244" y="5"/>
                      </a:lnTo>
                      <a:lnTo>
                        <a:pt x="1247" y="5"/>
                      </a:lnTo>
                      <a:lnTo>
                        <a:pt x="1255" y="3"/>
                      </a:lnTo>
                      <a:lnTo>
                        <a:pt x="1258" y="5"/>
                      </a:lnTo>
                      <a:lnTo>
                        <a:pt x="1271" y="5"/>
                      </a:lnTo>
                      <a:lnTo>
                        <a:pt x="1266" y="3"/>
                      </a:lnTo>
                      <a:lnTo>
                        <a:pt x="1278" y="3"/>
                      </a:lnTo>
                      <a:lnTo>
                        <a:pt x="1278" y="5"/>
                      </a:lnTo>
                      <a:lnTo>
                        <a:pt x="1331" y="3"/>
                      </a:lnTo>
                      <a:lnTo>
                        <a:pt x="1344" y="3"/>
                      </a:lnTo>
                      <a:lnTo>
                        <a:pt x="1354" y="2"/>
                      </a:lnTo>
                      <a:lnTo>
                        <a:pt x="1376" y="2"/>
                      </a:lnTo>
                      <a:lnTo>
                        <a:pt x="1401" y="3"/>
                      </a:lnTo>
                      <a:lnTo>
                        <a:pt x="1426" y="3"/>
                      </a:lnTo>
                      <a:lnTo>
                        <a:pt x="1429" y="2"/>
                      </a:lnTo>
                      <a:lnTo>
                        <a:pt x="1430" y="3"/>
                      </a:lnTo>
                      <a:lnTo>
                        <a:pt x="1492" y="6"/>
                      </a:lnTo>
                      <a:lnTo>
                        <a:pt x="1492" y="5"/>
                      </a:lnTo>
                      <a:lnTo>
                        <a:pt x="1502" y="5"/>
                      </a:lnTo>
                      <a:lnTo>
                        <a:pt x="1503" y="6"/>
                      </a:lnTo>
                      <a:lnTo>
                        <a:pt x="1540" y="3"/>
                      </a:lnTo>
                      <a:lnTo>
                        <a:pt x="1542" y="3"/>
                      </a:lnTo>
                      <a:lnTo>
                        <a:pt x="1543" y="5"/>
                      </a:lnTo>
                      <a:lnTo>
                        <a:pt x="1554" y="5"/>
                      </a:lnTo>
                      <a:lnTo>
                        <a:pt x="1557" y="3"/>
                      </a:lnTo>
                      <a:lnTo>
                        <a:pt x="1560" y="3"/>
                      </a:lnTo>
                      <a:lnTo>
                        <a:pt x="1564" y="5"/>
                      </a:lnTo>
                      <a:lnTo>
                        <a:pt x="1582" y="5"/>
                      </a:lnTo>
                      <a:lnTo>
                        <a:pt x="1585" y="3"/>
                      </a:lnTo>
                      <a:lnTo>
                        <a:pt x="1588" y="3"/>
                      </a:lnTo>
                      <a:lnTo>
                        <a:pt x="1588" y="5"/>
                      </a:lnTo>
                      <a:lnTo>
                        <a:pt x="1612" y="5"/>
                      </a:lnTo>
                      <a:lnTo>
                        <a:pt x="1612" y="6"/>
                      </a:lnTo>
                      <a:lnTo>
                        <a:pt x="1618" y="6"/>
                      </a:lnTo>
                      <a:lnTo>
                        <a:pt x="1619" y="5"/>
                      </a:lnTo>
                      <a:lnTo>
                        <a:pt x="1622" y="5"/>
                      </a:lnTo>
                      <a:lnTo>
                        <a:pt x="1626" y="3"/>
                      </a:lnTo>
                      <a:lnTo>
                        <a:pt x="1646" y="3"/>
                      </a:lnTo>
                      <a:lnTo>
                        <a:pt x="1644" y="5"/>
                      </a:lnTo>
                      <a:lnTo>
                        <a:pt x="1715" y="5"/>
                      </a:lnTo>
                      <a:lnTo>
                        <a:pt x="1715" y="6"/>
                      </a:lnTo>
                      <a:lnTo>
                        <a:pt x="1731" y="3"/>
                      </a:lnTo>
                      <a:lnTo>
                        <a:pt x="1729" y="5"/>
                      </a:lnTo>
                      <a:lnTo>
                        <a:pt x="1737" y="5"/>
                      </a:lnTo>
                      <a:lnTo>
                        <a:pt x="1737" y="6"/>
                      </a:lnTo>
                      <a:lnTo>
                        <a:pt x="1750" y="5"/>
                      </a:lnTo>
                      <a:lnTo>
                        <a:pt x="1762" y="6"/>
                      </a:lnTo>
                      <a:lnTo>
                        <a:pt x="1776" y="8"/>
                      </a:lnTo>
                      <a:lnTo>
                        <a:pt x="1781" y="9"/>
                      </a:lnTo>
                      <a:lnTo>
                        <a:pt x="1788" y="9"/>
                      </a:lnTo>
                      <a:lnTo>
                        <a:pt x="1790" y="8"/>
                      </a:lnTo>
                      <a:lnTo>
                        <a:pt x="1791" y="8"/>
                      </a:lnTo>
                      <a:lnTo>
                        <a:pt x="1794" y="6"/>
                      </a:lnTo>
                      <a:lnTo>
                        <a:pt x="1799" y="6"/>
                      </a:lnTo>
                      <a:lnTo>
                        <a:pt x="1794" y="8"/>
                      </a:lnTo>
                      <a:lnTo>
                        <a:pt x="1804" y="8"/>
                      </a:lnTo>
                      <a:lnTo>
                        <a:pt x="1805" y="9"/>
                      </a:lnTo>
                      <a:lnTo>
                        <a:pt x="1813" y="9"/>
                      </a:lnTo>
                      <a:lnTo>
                        <a:pt x="1813" y="8"/>
                      </a:lnTo>
                      <a:lnTo>
                        <a:pt x="1830" y="8"/>
                      </a:lnTo>
                      <a:lnTo>
                        <a:pt x="1832" y="9"/>
                      </a:lnTo>
                      <a:lnTo>
                        <a:pt x="1853" y="8"/>
                      </a:lnTo>
                      <a:lnTo>
                        <a:pt x="1889" y="8"/>
                      </a:lnTo>
                      <a:lnTo>
                        <a:pt x="1889" y="6"/>
                      </a:lnTo>
                      <a:lnTo>
                        <a:pt x="1894" y="6"/>
                      </a:lnTo>
                      <a:lnTo>
                        <a:pt x="1897" y="8"/>
                      </a:lnTo>
                      <a:lnTo>
                        <a:pt x="1912" y="8"/>
                      </a:lnTo>
                      <a:lnTo>
                        <a:pt x="1912" y="9"/>
                      </a:lnTo>
                      <a:lnTo>
                        <a:pt x="1939" y="9"/>
                      </a:lnTo>
                      <a:lnTo>
                        <a:pt x="1939" y="8"/>
                      </a:lnTo>
                      <a:lnTo>
                        <a:pt x="1949" y="9"/>
                      </a:lnTo>
                      <a:lnTo>
                        <a:pt x="1979" y="9"/>
                      </a:lnTo>
                      <a:lnTo>
                        <a:pt x="1980" y="8"/>
                      </a:lnTo>
                      <a:lnTo>
                        <a:pt x="1982" y="8"/>
                      </a:lnTo>
                      <a:lnTo>
                        <a:pt x="1985" y="6"/>
                      </a:lnTo>
                      <a:lnTo>
                        <a:pt x="1988" y="6"/>
                      </a:lnTo>
                      <a:lnTo>
                        <a:pt x="1988" y="8"/>
                      </a:lnTo>
                      <a:lnTo>
                        <a:pt x="1985" y="8"/>
                      </a:lnTo>
                      <a:lnTo>
                        <a:pt x="1985" y="9"/>
                      </a:lnTo>
                      <a:lnTo>
                        <a:pt x="1987" y="9"/>
                      </a:lnTo>
                      <a:lnTo>
                        <a:pt x="1997" y="8"/>
                      </a:lnTo>
                      <a:lnTo>
                        <a:pt x="1996" y="9"/>
                      </a:lnTo>
                      <a:lnTo>
                        <a:pt x="2067" y="9"/>
                      </a:lnTo>
                      <a:lnTo>
                        <a:pt x="2066" y="8"/>
                      </a:lnTo>
                      <a:lnTo>
                        <a:pt x="2072" y="8"/>
                      </a:lnTo>
                      <a:lnTo>
                        <a:pt x="2078" y="9"/>
                      </a:lnTo>
                      <a:lnTo>
                        <a:pt x="2090" y="9"/>
                      </a:lnTo>
                      <a:lnTo>
                        <a:pt x="2094" y="11"/>
                      </a:lnTo>
                      <a:lnTo>
                        <a:pt x="2098" y="9"/>
                      </a:lnTo>
                      <a:lnTo>
                        <a:pt x="2098" y="11"/>
                      </a:lnTo>
                      <a:lnTo>
                        <a:pt x="2103" y="9"/>
                      </a:lnTo>
                      <a:lnTo>
                        <a:pt x="2103" y="11"/>
                      </a:lnTo>
                      <a:lnTo>
                        <a:pt x="2108" y="9"/>
                      </a:lnTo>
                      <a:lnTo>
                        <a:pt x="2112" y="9"/>
                      </a:lnTo>
                      <a:lnTo>
                        <a:pt x="2115" y="11"/>
                      </a:lnTo>
                      <a:lnTo>
                        <a:pt x="2151" y="11"/>
                      </a:lnTo>
                      <a:lnTo>
                        <a:pt x="2149" y="12"/>
                      </a:lnTo>
                      <a:lnTo>
                        <a:pt x="2162" y="12"/>
                      </a:lnTo>
                      <a:lnTo>
                        <a:pt x="2160" y="11"/>
                      </a:lnTo>
                      <a:lnTo>
                        <a:pt x="2166" y="12"/>
                      </a:lnTo>
                      <a:lnTo>
                        <a:pt x="2191" y="12"/>
                      </a:lnTo>
                      <a:lnTo>
                        <a:pt x="2194" y="14"/>
                      </a:lnTo>
                      <a:lnTo>
                        <a:pt x="2219" y="14"/>
                      </a:lnTo>
                      <a:lnTo>
                        <a:pt x="2221" y="12"/>
                      </a:lnTo>
                      <a:lnTo>
                        <a:pt x="2222" y="12"/>
                      </a:lnTo>
                      <a:lnTo>
                        <a:pt x="2224" y="14"/>
                      </a:lnTo>
                      <a:lnTo>
                        <a:pt x="2230" y="14"/>
                      </a:lnTo>
                      <a:lnTo>
                        <a:pt x="2228" y="12"/>
                      </a:lnTo>
                      <a:lnTo>
                        <a:pt x="2236" y="12"/>
                      </a:lnTo>
                      <a:lnTo>
                        <a:pt x="2239" y="14"/>
                      </a:lnTo>
                      <a:lnTo>
                        <a:pt x="2253" y="14"/>
                      </a:lnTo>
                      <a:lnTo>
                        <a:pt x="2249" y="12"/>
                      </a:lnTo>
                      <a:lnTo>
                        <a:pt x="2272" y="12"/>
                      </a:lnTo>
                      <a:lnTo>
                        <a:pt x="2272" y="14"/>
                      </a:lnTo>
                      <a:lnTo>
                        <a:pt x="2273" y="14"/>
                      </a:lnTo>
                      <a:lnTo>
                        <a:pt x="2284" y="16"/>
                      </a:lnTo>
                      <a:lnTo>
                        <a:pt x="2293" y="14"/>
                      </a:lnTo>
                      <a:lnTo>
                        <a:pt x="2304" y="16"/>
                      </a:lnTo>
                      <a:lnTo>
                        <a:pt x="2304" y="14"/>
                      </a:lnTo>
                      <a:lnTo>
                        <a:pt x="2318" y="14"/>
                      </a:lnTo>
                      <a:lnTo>
                        <a:pt x="2321" y="16"/>
                      </a:lnTo>
                      <a:lnTo>
                        <a:pt x="2334" y="16"/>
                      </a:lnTo>
                      <a:lnTo>
                        <a:pt x="2335" y="14"/>
                      </a:lnTo>
                      <a:lnTo>
                        <a:pt x="2351" y="14"/>
                      </a:lnTo>
                      <a:lnTo>
                        <a:pt x="2354" y="16"/>
                      </a:lnTo>
                      <a:lnTo>
                        <a:pt x="2355" y="16"/>
                      </a:lnTo>
                      <a:lnTo>
                        <a:pt x="2357" y="17"/>
                      </a:lnTo>
                      <a:lnTo>
                        <a:pt x="2373" y="16"/>
                      </a:lnTo>
                      <a:lnTo>
                        <a:pt x="2388" y="16"/>
                      </a:lnTo>
                      <a:lnTo>
                        <a:pt x="2385" y="17"/>
                      </a:lnTo>
                      <a:lnTo>
                        <a:pt x="2396" y="17"/>
                      </a:lnTo>
                      <a:lnTo>
                        <a:pt x="2407" y="16"/>
                      </a:lnTo>
                      <a:lnTo>
                        <a:pt x="2419" y="17"/>
                      </a:lnTo>
                      <a:lnTo>
                        <a:pt x="2417" y="16"/>
                      </a:lnTo>
                      <a:lnTo>
                        <a:pt x="2421" y="16"/>
                      </a:lnTo>
                      <a:lnTo>
                        <a:pt x="2422" y="17"/>
                      </a:lnTo>
                      <a:lnTo>
                        <a:pt x="2428" y="17"/>
                      </a:lnTo>
                      <a:lnTo>
                        <a:pt x="2427" y="16"/>
                      </a:lnTo>
                      <a:lnTo>
                        <a:pt x="2442" y="16"/>
                      </a:lnTo>
                      <a:lnTo>
                        <a:pt x="2444" y="17"/>
                      </a:lnTo>
                      <a:lnTo>
                        <a:pt x="2456" y="17"/>
                      </a:lnTo>
                      <a:lnTo>
                        <a:pt x="2456" y="16"/>
                      </a:lnTo>
                      <a:lnTo>
                        <a:pt x="2461" y="17"/>
                      </a:lnTo>
                      <a:lnTo>
                        <a:pt x="2462" y="16"/>
                      </a:lnTo>
                      <a:lnTo>
                        <a:pt x="2466" y="16"/>
                      </a:lnTo>
                      <a:lnTo>
                        <a:pt x="2466" y="17"/>
                      </a:lnTo>
                      <a:lnTo>
                        <a:pt x="2476" y="17"/>
                      </a:lnTo>
                      <a:lnTo>
                        <a:pt x="2476" y="19"/>
                      </a:lnTo>
                      <a:lnTo>
                        <a:pt x="2500" y="19"/>
                      </a:lnTo>
                      <a:lnTo>
                        <a:pt x="2500" y="20"/>
                      </a:lnTo>
                      <a:lnTo>
                        <a:pt x="2518" y="20"/>
                      </a:lnTo>
                      <a:lnTo>
                        <a:pt x="2529" y="19"/>
                      </a:lnTo>
                      <a:lnTo>
                        <a:pt x="2529" y="20"/>
                      </a:lnTo>
                      <a:lnTo>
                        <a:pt x="2551" y="20"/>
                      </a:lnTo>
                      <a:lnTo>
                        <a:pt x="2548" y="19"/>
                      </a:lnTo>
                      <a:lnTo>
                        <a:pt x="2551" y="19"/>
                      </a:lnTo>
                      <a:lnTo>
                        <a:pt x="2552" y="20"/>
                      </a:lnTo>
                      <a:lnTo>
                        <a:pt x="2566" y="20"/>
                      </a:lnTo>
                      <a:lnTo>
                        <a:pt x="2566" y="22"/>
                      </a:lnTo>
                      <a:lnTo>
                        <a:pt x="2569" y="22"/>
                      </a:lnTo>
                      <a:lnTo>
                        <a:pt x="2580" y="20"/>
                      </a:lnTo>
                      <a:lnTo>
                        <a:pt x="2579" y="22"/>
                      </a:lnTo>
                      <a:lnTo>
                        <a:pt x="2577" y="22"/>
                      </a:lnTo>
                      <a:lnTo>
                        <a:pt x="2574" y="23"/>
                      </a:lnTo>
                      <a:lnTo>
                        <a:pt x="2588" y="23"/>
                      </a:lnTo>
                      <a:lnTo>
                        <a:pt x="2586" y="25"/>
                      </a:lnTo>
                      <a:lnTo>
                        <a:pt x="2594" y="25"/>
                      </a:lnTo>
                      <a:lnTo>
                        <a:pt x="2613" y="22"/>
                      </a:lnTo>
                      <a:lnTo>
                        <a:pt x="2624" y="23"/>
                      </a:lnTo>
                      <a:lnTo>
                        <a:pt x="2616" y="23"/>
                      </a:lnTo>
                      <a:lnTo>
                        <a:pt x="2616" y="25"/>
                      </a:lnTo>
                      <a:lnTo>
                        <a:pt x="2619" y="25"/>
                      </a:lnTo>
                      <a:lnTo>
                        <a:pt x="2619" y="26"/>
                      </a:lnTo>
                      <a:lnTo>
                        <a:pt x="2620" y="26"/>
                      </a:lnTo>
                      <a:lnTo>
                        <a:pt x="2624" y="23"/>
                      </a:lnTo>
                      <a:lnTo>
                        <a:pt x="2627" y="23"/>
                      </a:lnTo>
                      <a:lnTo>
                        <a:pt x="2628" y="25"/>
                      </a:lnTo>
                      <a:lnTo>
                        <a:pt x="2627" y="26"/>
                      </a:lnTo>
                      <a:lnTo>
                        <a:pt x="2627" y="28"/>
                      </a:lnTo>
                      <a:lnTo>
                        <a:pt x="2631" y="28"/>
                      </a:lnTo>
                      <a:lnTo>
                        <a:pt x="2634" y="26"/>
                      </a:lnTo>
                      <a:lnTo>
                        <a:pt x="2641" y="26"/>
                      </a:lnTo>
                      <a:lnTo>
                        <a:pt x="2639" y="28"/>
                      </a:lnTo>
                      <a:lnTo>
                        <a:pt x="2645" y="28"/>
                      </a:lnTo>
                      <a:lnTo>
                        <a:pt x="2647" y="26"/>
                      </a:lnTo>
                      <a:lnTo>
                        <a:pt x="2658" y="26"/>
                      </a:lnTo>
                      <a:lnTo>
                        <a:pt x="2662" y="28"/>
                      </a:lnTo>
                      <a:lnTo>
                        <a:pt x="2676" y="28"/>
                      </a:lnTo>
                      <a:lnTo>
                        <a:pt x="2673" y="29"/>
                      </a:lnTo>
                      <a:lnTo>
                        <a:pt x="2656" y="29"/>
                      </a:lnTo>
                      <a:lnTo>
                        <a:pt x="2655" y="31"/>
                      </a:lnTo>
                      <a:lnTo>
                        <a:pt x="2653" y="29"/>
                      </a:lnTo>
                      <a:lnTo>
                        <a:pt x="2642" y="29"/>
                      </a:lnTo>
                      <a:lnTo>
                        <a:pt x="2642" y="31"/>
                      </a:lnTo>
                      <a:lnTo>
                        <a:pt x="2641" y="31"/>
                      </a:lnTo>
                      <a:lnTo>
                        <a:pt x="2641" y="33"/>
                      </a:lnTo>
                      <a:lnTo>
                        <a:pt x="2638" y="34"/>
                      </a:lnTo>
                      <a:lnTo>
                        <a:pt x="2630" y="34"/>
                      </a:lnTo>
                      <a:lnTo>
                        <a:pt x="2628" y="33"/>
                      </a:lnTo>
                      <a:lnTo>
                        <a:pt x="2636" y="33"/>
                      </a:lnTo>
                      <a:lnTo>
                        <a:pt x="2636" y="31"/>
                      </a:lnTo>
                      <a:lnTo>
                        <a:pt x="2617" y="31"/>
                      </a:lnTo>
                      <a:lnTo>
                        <a:pt x="2613" y="33"/>
                      </a:lnTo>
                      <a:lnTo>
                        <a:pt x="2605" y="33"/>
                      </a:lnTo>
                      <a:lnTo>
                        <a:pt x="2603" y="31"/>
                      </a:lnTo>
                      <a:lnTo>
                        <a:pt x="2611" y="31"/>
                      </a:lnTo>
                      <a:lnTo>
                        <a:pt x="2611" y="29"/>
                      </a:lnTo>
                      <a:lnTo>
                        <a:pt x="2608" y="29"/>
                      </a:lnTo>
                      <a:lnTo>
                        <a:pt x="2607" y="28"/>
                      </a:lnTo>
                      <a:lnTo>
                        <a:pt x="2602" y="28"/>
                      </a:lnTo>
                      <a:lnTo>
                        <a:pt x="2602" y="26"/>
                      </a:lnTo>
                      <a:lnTo>
                        <a:pt x="2600" y="28"/>
                      </a:lnTo>
                      <a:lnTo>
                        <a:pt x="2594" y="28"/>
                      </a:lnTo>
                      <a:lnTo>
                        <a:pt x="2596" y="29"/>
                      </a:lnTo>
                      <a:lnTo>
                        <a:pt x="2583" y="29"/>
                      </a:lnTo>
                      <a:lnTo>
                        <a:pt x="2571" y="31"/>
                      </a:lnTo>
                      <a:lnTo>
                        <a:pt x="2558" y="31"/>
                      </a:lnTo>
                      <a:lnTo>
                        <a:pt x="2551" y="29"/>
                      </a:lnTo>
                      <a:lnTo>
                        <a:pt x="2551" y="31"/>
                      </a:lnTo>
                      <a:lnTo>
                        <a:pt x="2548" y="31"/>
                      </a:lnTo>
                      <a:lnTo>
                        <a:pt x="2543" y="29"/>
                      </a:lnTo>
                      <a:lnTo>
                        <a:pt x="2526" y="29"/>
                      </a:lnTo>
                      <a:lnTo>
                        <a:pt x="2526" y="28"/>
                      </a:lnTo>
                      <a:lnTo>
                        <a:pt x="2521" y="28"/>
                      </a:lnTo>
                      <a:lnTo>
                        <a:pt x="2520" y="29"/>
                      </a:lnTo>
                      <a:lnTo>
                        <a:pt x="2509" y="29"/>
                      </a:lnTo>
                      <a:lnTo>
                        <a:pt x="2509" y="28"/>
                      </a:lnTo>
                      <a:lnTo>
                        <a:pt x="2506" y="28"/>
                      </a:lnTo>
                      <a:lnTo>
                        <a:pt x="2504" y="29"/>
                      </a:lnTo>
                      <a:lnTo>
                        <a:pt x="2501" y="28"/>
                      </a:lnTo>
                      <a:lnTo>
                        <a:pt x="2492" y="29"/>
                      </a:lnTo>
                      <a:lnTo>
                        <a:pt x="2487" y="29"/>
                      </a:lnTo>
                      <a:lnTo>
                        <a:pt x="2490" y="33"/>
                      </a:lnTo>
                      <a:lnTo>
                        <a:pt x="2489" y="33"/>
                      </a:lnTo>
                      <a:lnTo>
                        <a:pt x="2487" y="34"/>
                      </a:lnTo>
                      <a:lnTo>
                        <a:pt x="2478" y="34"/>
                      </a:lnTo>
                      <a:lnTo>
                        <a:pt x="2479" y="33"/>
                      </a:lnTo>
                      <a:lnTo>
                        <a:pt x="2479" y="31"/>
                      </a:lnTo>
                      <a:lnTo>
                        <a:pt x="2481" y="31"/>
                      </a:lnTo>
                      <a:lnTo>
                        <a:pt x="2479" y="29"/>
                      </a:lnTo>
                      <a:lnTo>
                        <a:pt x="2470" y="29"/>
                      </a:lnTo>
                      <a:lnTo>
                        <a:pt x="2470" y="31"/>
                      </a:lnTo>
                      <a:lnTo>
                        <a:pt x="2473" y="31"/>
                      </a:lnTo>
                      <a:lnTo>
                        <a:pt x="2473" y="33"/>
                      </a:lnTo>
                      <a:lnTo>
                        <a:pt x="2466" y="31"/>
                      </a:lnTo>
                      <a:lnTo>
                        <a:pt x="2469" y="31"/>
                      </a:lnTo>
                      <a:lnTo>
                        <a:pt x="2464" y="29"/>
                      </a:lnTo>
                      <a:lnTo>
                        <a:pt x="2458" y="29"/>
                      </a:lnTo>
                      <a:lnTo>
                        <a:pt x="2459" y="31"/>
                      </a:lnTo>
                      <a:lnTo>
                        <a:pt x="2458" y="31"/>
                      </a:lnTo>
                      <a:lnTo>
                        <a:pt x="2456" y="29"/>
                      </a:lnTo>
                      <a:lnTo>
                        <a:pt x="2453" y="29"/>
                      </a:lnTo>
                      <a:lnTo>
                        <a:pt x="2453" y="28"/>
                      </a:lnTo>
                      <a:lnTo>
                        <a:pt x="2452" y="26"/>
                      </a:lnTo>
                      <a:lnTo>
                        <a:pt x="2450" y="26"/>
                      </a:lnTo>
                      <a:lnTo>
                        <a:pt x="2448" y="28"/>
                      </a:lnTo>
                      <a:lnTo>
                        <a:pt x="2445" y="28"/>
                      </a:lnTo>
                      <a:lnTo>
                        <a:pt x="2442" y="29"/>
                      </a:lnTo>
                      <a:lnTo>
                        <a:pt x="2435" y="29"/>
                      </a:lnTo>
                      <a:lnTo>
                        <a:pt x="2436" y="31"/>
                      </a:lnTo>
                      <a:lnTo>
                        <a:pt x="2431" y="31"/>
                      </a:lnTo>
                      <a:lnTo>
                        <a:pt x="2428" y="33"/>
                      </a:lnTo>
                      <a:lnTo>
                        <a:pt x="2424" y="33"/>
                      </a:lnTo>
                      <a:lnTo>
                        <a:pt x="2424" y="34"/>
                      </a:lnTo>
                      <a:lnTo>
                        <a:pt x="2425" y="34"/>
                      </a:lnTo>
                      <a:lnTo>
                        <a:pt x="2431" y="36"/>
                      </a:lnTo>
                      <a:lnTo>
                        <a:pt x="2424" y="36"/>
                      </a:lnTo>
                      <a:lnTo>
                        <a:pt x="2422" y="34"/>
                      </a:lnTo>
                      <a:lnTo>
                        <a:pt x="2421" y="34"/>
                      </a:lnTo>
                      <a:lnTo>
                        <a:pt x="2421" y="33"/>
                      </a:lnTo>
                      <a:lnTo>
                        <a:pt x="2416" y="33"/>
                      </a:lnTo>
                      <a:lnTo>
                        <a:pt x="2414" y="34"/>
                      </a:lnTo>
                      <a:lnTo>
                        <a:pt x="2408" y="34"/>
                      </a:lnTo>
                      <a:lnTo>
                        <a:pt x="2410" y="33"/>
                      </a:lnTo>
                      <a:lnTo>
                        <a:pt x="2413" y="33"/>
                      </a:lnTo>
                      <a:lnTo>
                        <a:pt x="2416" y="31"/>
                      </a:lnTo>
                      <a:lnTo>
                        <a:pt x="2414" y="31"/>
                      </a:lnTo>
                      <a:lnTo>
                        <a:pt x="2413" y="29"/>
                      </a:lnTo>
                      <a:lnTo>
                        <a:pt x="2414" y="29"/>
                      </a:lnTo>
                      <a:lnTo>
                        <a:pt x="2414" y="28"/>
                      </a:lnTo>
                      <a:lnTo>
                        <a:pt x="2419" y="28"/>
                      </a:lnTo>
                      <a:lnTo>
                        <a:pt x="2416" y="26"/>
                      </a:lnTo>
                      <a:lnTo>
                        <a:pt x="2407" y="26"/>
                      </a:lnTo>
                      <a:lnTo>
                        <a:pt x="2402" y="28"/>
                      </a:lnTo>
                      <a:lnTo>
                        <a:pt x="2399" y="26"/>
                      </a:lnTo>
                      <a:lnTo>
                        <a:pt x="2391" y="26"/>
                      </a:lnTo>
                      <a:lnTo>
                        <a:pt x="2391" y="28"/>
                      </a:lnTo>
                      <a:lnTo>
                        <a:pt x="2394" y="28"/>
                      </a:lnTo>
                      <a:lnTo>
                        <a:pt x="2391" y="31"/>
                      </a:lnTo>
                      <a:lnTo>
                        <a:pt x="2390" y="31"/>
                      </a:lnTo>
                      <a:lnTo>
                        <a:pt x="2388" y="33"/>
                      </a:lnTo>
                      <a:lnTo>
                        <a:pt x="2386" y="33"/>
                      </a:lnTo>
                      <a:lnTo>
                        <a:pt x="2386" y="31"/>
                      </a:lnTo>
                      <a:lnTo>
                        <a:pt x="2383" y="31"/>
                      </a:lnTo>
                      <a:lnTo>
                        <a:pt x="2385" y="29"/>
                      </a:lnTo>
                      <a:lnTo>
                        <a:pt x="2371" y="29"/>
                      </a:lnTo>
                      <a:lnTo>
                        <a:pt x="2371" y="31"/>
                      </a:lnTo>
                      <a:lnTo>
                        <a:pt x="2365" y="31"/>
                      </a:lnTo>
                      <a:lnTo>
                        <a:pt x="2363" y="33"/>
                      </a:lnTo>
                      <a:lnTo>
                        <a:pt x="2360" y="31"/>
                      </a:lnTo>
                      <a:lnTo>
                        <a:pt x="2354" y="34"/>
                      </a:lnTo>
                      <a:lnTo>
                        <a:pt x="2345" y="33"/>
                      </a:lnTo>
                      <a:lnTo>
                        <a:pt x="2335" y="33"/>
                      </a:lnTo>
                      <a:lnTo>
                        <a:pt x="2329" y="31"/>
                      </a:lnTo>
                      <a:lnTo>
                        <a:pt x="2326" y="33"/>
                      </a:lnTo>
                      <a:lnTo>
                        <a:pt x="2326" y="31"/>
                      </a:lnTo>
                      <a:lnTo>
                        <a:pt x="2324" y="31"/>
                      </a:lnTo>
                      <a:lnTo>
                        <a:pt x="2324" y="29"/>
                      </a:lnTo>
                      <a:lnTo>
                        <a:pt x="2317" y="29"/>
                      </a:lnTo>
                      <a:lnTo>
                        <a:pt x="2314" y="31"/>
                      </a:lnTo>
                      <a:lnTo>
                        <a:pt x="2303" y="31"/>
                      </a:lnTo>
                      <a:lnTo>
                        <a:pt x="2301" y="33"/>
                      </a:lnTo>
                      <a:lnTo>
                        <a:pt x="2300" y="31"/>
                      </a:lnTo>
                      <a:lnTo>
                        <a:pt x="2289" y="31"/>
                      </a:lnTo>
                      <a:lnTo>
                        <a:pt x="2289" y="29"/>
                      </a:lnTo>
                      <a:lnTo>
                        <a:pt x="2275" y="29"/>
                      </a:lnTo>
                      <a:lnTo>
                        <a:pt x="2270" y="31"/>
                      </a:lnTo>
                      <a:lnTo>
                        <a:pt x="2269" y="31"/>
                      </a:lnTo>
                      <a:lnTo>
                        <a:pt x="2267" y="33"/>
                      </a:lnTo>
                      <a:lnTo>
                        <a:pt x="2267" y="31"/>
                      </a:lnTo>
                      <a:lnTo>
                        <a:pt x="2255" y="31"/>
                      </a:lnTo>
                      <a:lnTo>
                        <a:pt x="2252" y="29"/>
                      </a:lnTo>
                      <a:lnTo>
                        <a:pt x="2244" y="29"/>
                      </a:lnTo>
                      <a:lnTo>
                        <a:pt x="2242" y="28"/>
                      </a:lnTo>
                      <a:lnTo>
                        <a:pt x="2238" y="28"/>
                      </a:lnTo>
                      <a:lnTo>
                        <a:pt x="2238" y="29"/>
                      </a:lnTo>
                      <a:lnTo>
                        <a:pt x="2239" y="29"/>
                      </a:lnTo>
                      <a:lnTo>
                        <a:pt x="2239" y="31"/>
                      </a:lnTo>
                      <a:lnTo>
                        <a:pt x="2236" y="29"/>
                      </a:lnTo>
                      <a:lnTo>
                        <a:pt x="2222" y="29"/>
                      </a:lnTo>
                      <a:lnTo>
                        <a:pt x="2219" y="31"/>
                      </a:lnTo>
                      <a:lnTo>
                        <a:pt x="2208" y="31"/>
                      </a:lnTo>
                      <a:lnTo>
                        <a:pt x="2213" y="33"/>
                      </a:lnTo>
                      <a:lnTo>
                        <a:pt x="2204" y="29"/>
                      </a:lnTo>
                      <a:lnTo>
                        <a:pt x="2201" y="31"/>
                      </a:lnTo>
                      <a:lnTo>
                        <a:pt x="2194" y="31"/>
                      </a:lnTo>
                      <a:lnTo>
                        <a:pt x="2190" y="29"/>
                      </a:lnTo>
                      <a:lnTo>
                        <a:pt x="2177" y="29"/>
                      </a:lnTo>
                      <a:lnTo>
                        <a:pt x="2177" y="31"/>
                      </a:lnTo>
                      <a:lnTo>
                        <a:pt x="2180" y="31"/>
                      </a:lnTo>
                      <a:lnTo>
                        <a:pt x="2182" y="33"/>
                      </a:lnTo>
                      <a:lnTo>
                        <a:pt x="2176" y="33"/>
                      </a:lnTo>
                      <a:lnTo>
                        <a:pt x="2170" y="31"/>
                      </a:lnTo>
                      <a:lnTo>
                        <a:pt x="2163" y="31"/>
                      </a:lnTo>
                      <a:lnTo>
                        <a:pt x="2160" y="29"/>
                      </a:lnTo>
                      <a:lnTo>
                        <a:pt x="2159" y="29"/>
                      </a:lnTo>
                      <a:lnTo>
                        <a:pt x="2159" y="28"/>
                      </a:lnTo>
                      <a:lnTo>
                        <a:pt x="2156" y="28"/>
                      </a:lnTo>
                      <a:lnTo>
                        <a:pt x="2154" y="29"/>
                      </a:lnTo>
                      <a:lnTo>
                        <a:pt x="2145" y="29"/>
                      </a:lnTo>
                      <a:lnTo>
                        <a:pt x="2149" y="31"/>
                      </a:lnTo>
                      <a:lnTo>
                        <a:pt x="2140" y="31"/>
                      </a:lnTo>
                      <a:lnTo>
                        <a:pt x="2134" y="33"/>
                      </a:lnTo>
                      <a:lnTo>
                        <a:pt x="2126" y="34"/>
                      </a:lnTo>
                      <a:lnTo>
                        <a:pt x="2115" y="34"/>
                      </a:lnTo>
                      <a:lnTo>
                        <a:pt x="2117" y="36"/>
                      </a:lnTo>
                      <a:lnTo>
                        <a:pt x="2121" y="36"/>
                      </a:lnTo>
                      <a:lnTo>
                        <a:pt x="2121" y="37"/>
                      </a:lnTo>
                      <a:lnTo>
                        <a:pt x="2103" y="37"/>
                      </a:lnTo>
                      <a:lnTo>
                        <a:pt x="2097" y="36"/>
                      </a:lnTo>
                      <a:lnTo>
                        <a:pt x="2098" y="36"/>
                      </a:lnTo>
                      <a:lnTo>
                        <a:pt x="2098" y="34"/>
                      </a:lnTo>
                      <a:lnTo>
                        <a:pt x="2094" y="34"/>
                      </a:lnTo>
                      <a:lnTo>
                        <a:pt x="2092" y="33"/>
                      </a:lnTo>
                      <a:lnTo>
                        <a:pt x="2089" y="33"/>
                      </a:lnTo>
                      <a:lnTo>
                        <a:pt x="2087" y="34"/>
                      </a:lnTo>
                      <a:lnTo>
                        <a:pt x="2084" y="34"/>
                      </a:lnTo>
                      <a:lnTo>
                        <a:pt x="2084" y="31"/>
                      </a:lnTo>
                      <a:lnTo>
                        <a:pt x="2072" y="31"/>
                      </a:lnTo>
                      <a:lnTo>
                        <a:pt x="2072" y="33"/>
                      </a:lnTo>
                      <a:lnTo>
                        <a:pt x="2067" y="33"/>
                      </a:lnTo>
                      <a:lnTo>
                        <a:pt x="2066" y="31"/>
                      </a:lnTo>
                      <a:lnTo>
                        <a:pt x="2042" y="31"/>
                      </a:lnTo>
                      <a:lnTo>
                        <a:pt x="2036" y="29"/>
                      </a:lnTo>
                      <a:lnTo>
                        <a:pt x="2035" y="31"/>
                      </a:lnTo>
                      <a:lnTo>
                        <a:pt x="2025" y="31"/>
                      </a:lnTo>
                      <a:lnTo>
                        <a:pt x="2025" y="33"/>
                      </a:lnTo>
                      <a:lnTo>
                        <a:pt x="2027" y="33"/>
                      </a:lnTo>
                      <a:lnTo>
                        <a:pt x="2025" y="34"/>
                      </a:lnTo>
                      <a:lnTo>
                        <a:pt x="2019" y="34"/>
                      </a:lnTo>
                      <a:lnTo>
                        <a:pt x="2016" y="33"/>
                      </a:lnTo>
                      <a:lnTo>
                        <a:pt x="2019" y="33"/>
                      </a:lnTo>
                      <a:lnTo>
                        <a:pt x="2019" y="31"/>
                      </a:lnTo>
                      <a:lnTo>
                        <a:pt x="1999" y="31"/>
                      </a:lnTo>
                      <a:lnTo>
                        <a:pt x="1999" y="33"/>
                      </a:lnTo>
                      <a:lnTo>
                        <a:pt x="2001" y="34"/>
                      </a:lnTo>
                      <a:lnTo>
                        <a:pt x="1990" y="34"/>
                      </a:lnTo>
                      <a:lnTo>
                        <a:pt x="1990" y="36"/>
                      </a:lnTo>
                      <a:lnTo>
                        <a:pt x="1987" y="36"/>
                      </a:lnTo>
                      <a:lnTo>
                        <a:pt x="1987" y="34"/>
                      </a:lnTo>
                      <a:lnTo>
                        <a:pt x="1984" y="33"/>
                      </a:lnTo>
                      <a:lnTo>
                        <a:pt x="1980" y="33"/>
                      </a:lnTo>
                      <a:lnTo>
                        <a:pt x="1982" y="31"/>
                      </a:lnTo>
                      <a:lnTo>
                        <a:pt x="1980" y="31"/>
                      </a:lnTo>
                      <a:lnTo>
                        <a:pt x="1979" y="29"/>
                      </a:lnTo>
                      <a:lnTo>
                        <a:pt x="1973" y="31"/>
                      </a:lnTo>
                      <a:lnTo>
                        <a:pt x="1967" y="34"/>
                      </a:lnTo>
                      <a:lnTo>
                        <a:pt x="1932" y="34"/>
                      </a:lnTo>
                      <a:lnTo>
                        <a:pt x="1931" y="36"/>
                      </a:lnTo>
                      <a:lnTo>
                        <a:pt x="1923" y="36"/>
                      </a:lnTo>
                      <a:lnTo>
                        <a:pt x="1925" y="34"/>
                      </a:lnTo>
                      <a:lnTo>
                        <a:pt x="1915" y="34"/>
                      </a:lnTo>
                      <a:lnTo>
                        <a:pt x="1917" y="33"/>
                      </a:lnTo>
                      <a:lnTo>
                        <a:pt x="1908" y="33"/>
                      </a:lnTo>
                      <a:lnTo>
                        <a:pt x="1900" y="34"/>
                      </a:lnTo>
                      <a:lnTo>
                        <a:pt x="1891" y="34"/>
                      </a:lnTo>
                      <a:lnTo>
                        <a:pt x="1892" y="36"/>
                      </a:lnTo>
                      <a:lnTo>
                        <a:pt x="1867" y="36"/>
                      </a:lnTo>
                      <a:lnTo>
                        <a:pt x="1864" y="37"/>
                      </a:lnTo>
                      <a:lnTo>
                        <a:pt x="1878" y="37"/>
                      </a:lnTo>
                      <a:lnTo>
                        <a:pt x="1874" y="39"/>
                      </a:lnTo>
                      <a:lnTo>
                        <a:pt x="1866" y="39"/>
                      </a:lnTo>
                      <a:lnTo>
                        <a:pt x="1860" y="36"/>
                      </a:lnTo>
                      <a:lnTo>
                        <a:pt x="1846" y="36"/>
                      </a:lnTo>
                      <a:lnTo>
                        <a:pt x="1843" y="34"/>
                      </a:lnTo>
                      <a:lnTo>
                        <a:pt x="1836" y="34"/>
                      </a:lnTo>
                      <a:lnTo>
                        <a:pt x="1838" y="36"/>
                      </a:lnTo>
                      <a:lnTo>
                        <a:pt x="1829" y="36"/>
                      </a:lnTo>
                      <a:lnTo>
                        <a:pt x="1829" y="34"/>
                      </a:lnTo>
                      <a:lnTo>
                        <a:pt x="1827" y="34"/>
                      </a:lnTo>
                      <a:lnTo>
                        <a:pt x="1827" y="31"/>
                      </a:lnTo>
                      <a:lnTo>
                        <a:pt x="1824" y="33"/>
                      </a:lnTo>
                      <a:lnTo>
                        <a:pt x="1821" y="33"/>
                      </a:lnTo>
                      <a:lnTo>
                        <a:pt x="1822" y="34"/>
                      </a:lnTo>
                      <a:lnTo>
                        <a:pt x="1812" y="34"/>
                      </a:lnTo>
                      <a:lnTo>
                        <a:pt x="1808" y="36"/>
                      </a:lnTo>
                      <a:lnTo>
                        <a:pt x="1802" y="36"/>
                      </a:lnTo>
                      <a:lnTo>
                        <a:pt x="1801" y="34"/>
                      </a:lnTo>
                      <a:lnTo>
                        <a:pt x="1805" y="34"/>
                      </a:lnTo>
                      <a:lnTo>
                        <a:pt x="1807" y="33"/>
                      </a:lnTo>
                      <a:lnTo>
                        <a:pt x="1801" y="33"/>
                      </a:lnTo>
                      <a:lnTo>
                        <a:pt x="1796" y="31"/>
                      </a:lnTo>
                      <a:lnTo>
                        <a:pt x="1782" y="31"/>
                      </a:lnTo>
                      <a:lnTo>
                        <a:pt x="1779" y="33"/>
                      </a:lnTo>
                      <a:lnTo>
                        <a:pt x="1776" y="33"/>
                      </a:lnTo>
                      <a:lnTo>
                        <a:pt x="1774" y="31"/>
                      </a:lnTo>
                      <a:lnTo>
                        <a:pt x="1770" y="31"/>
                      </a:lnTo>
                      <a:lnTo>
                        <a:pt x="1771" y="29"/>
                      </a:lnTo>
                      <a:lnTo>
                        <a:pt x="1760" y="29"/>
                      </a:lnTo>
                      <a:lnTo>
                        <a:pt x="1753" y="31"/>
                      </a:lnTo>
                      <a:lnTo>
                        <a:pt x="1745" y="31"/>
                      </a:lnTo>
                      <a:lnTo>
                        <a:pt x="1745" y="33"/>
                      </a:lnTo>
                      <a:lnTo>
                        <a:pt x="1746" y="33"/>
                      </a:lnTo>
                      <a:lnTo>
                        <a:pt x="1746" y="34"/>
                      </a:lnTo>
                      <a:lnTo>
                        <a:pt x="1742" y="36"/>
                      </a:lnTo>
                      <a:lnTo>
                        <a:pt x="1743" y="34"/>
                      </a:lnTo>
                      <a:lnTo>
                        <a:pt x="1706" y="34"/>
                      </a:lnTo>
                      <a:lnTo>
                        <a:pt x="1703" y="36"/>
                      </a:lnTo>
                      <a:lnTo>
                        <a:pt x="1700" y="36"/>
                      </a:lnTo>
                      <a:lnTo>
                        <a:pt x="1705" y="34"/>
                      </a:lnTo>
                      <a:lnTo>
                        <a:pt x="1691" y="34"/>
                      </a:lnTo>
                      <a:lnTo>
                        <a:pt x="1691" y="36"/>
                      </a:lnTo>
                      <a:lnTo>
                        <a:pt x="1650" y="36"/>
                      </a:lnTo>
                      <a:lnTo>
                        <a:pt x="1649" y="34"/>
                      </a:lnTo>
                      <a:lnTo>
                        <a:pt x="1643" y="34"/>
                      </a:lnTo>
                      <a:lnTo>
                        <a:pt x="1638" y="36"/>
                      </a:lnTo>
                      <a:lnTo>
                        <a:pt x="1633" y="36"/>
                      </a:lnTo>
                      <a:lnTo>
                        <a:pt x="1630" y="37"/>
                      </a:lnTo>
                      <a:lnTo>
                        <a:pt x="1618" y="36"/>
                      </a:lnTo>
                      <a:lnTo>
                        <a:pt x="1604" y="34"/>
                      </a:lnTo>
                      <a:lnTo>
                        <a:pt x="1599" y="36"/>
                      </a:lnTo>
                      <a:lnTo>
                        <a:pt x="1590" y="36"/>
                      </a:lnTo>
                      <a:lnTo>
                        <a:pt x="1588" y="37"/>
                      </a:lnTo>
                      <a:lnTo>
                        <a:pt x="1582" y="37"/>
                      </a:lnTo>
                      <a:lnTo>
                        <a:pt x="1582" y="39"/>
                      </a:lnTo>
                      <a:lnTo>
                        <a:pt x="1570" y="39"/>
                      </a:lnTo>
                      <a:lnTo>
                        <a:pt x="1557" y="42"/>
                      </a:lnTo>
                      <a:lnTo>
                        <a:pt x="1547" y="43"/>
                      </a:lnTo>
                      <a:lnTo>
                        <a:pt x="1531" y="43"/>
                      </a:lnTo>
                      <a:lnTo>
                        <a:pt x="1531" y="42"/>
                      </a:lnTo>
                      <a:lnTo>
                        <a:pt x="1526" y="42"/>
                      </a:lnTo>
                      <a:lnTo>
                        <a:pt x="1525" y="43"/>
                      </a:lnTo>
                      <a:lnTo>
                        <a:pt x="1489" y="43"/>
                      </a:lnTo>
                      <a:lnTo>
                        <a:pt x="1491" y="42"/>
                      </a:lnTo>
                      <a:lnTo>
                        <a:pt x="1480" y="42"/>
                      </a:lnTo>
                      <a:lnTo>
                        <a:pt x="1478" y="40"/>
                      </a:lnTo>
                      <a:lnTo>
                        <a:pt x="1477" y="40"/>
                      </a:lnTo>
                      <a:lnTo>
                        <a:pt x="1475" y="42"/>
                      </a:lnTo>
                      <a:lnTo>
                        <a:pt x="1475" y="40"/>
                      </a:lnTo>
                      <a:lnTo>
                        <a:pt x="1466" y="42"/>
                      </a:lnTo>
                      <a:lnTo>
                        <a:pt x="1464" y="39"/>
                      </a:lnTo>
                      <a:lnTo>
                        <a:pt x="1449" y="39"/>
                      </a:lnTo>
                      <a:lnTo>
                        <a:pt x="1437" y="42"/>
                      </a:lnTo>
                      <a:lnTo>
                        <a:pt x="1399" y="42"/>
                      </a:lnTo>
                      <a:lnTo>
                        <a:pt x="1362" y="43"/>
                      </a:lnTo>
                      <a:lnTo>
                        <a:pt x="1316" y="43"/>
                      </a:lnTo>
                      <a:lnTo>
                        <a:pt x="1314" y="42"/>
                      </a:lnTo>
                      <a:lnTo>
                        <a:pt x="1286" y="42"/>
                      </a:lnTo>
                      <a:lnTo>
                        <a:pt x="1269" y="40"/>
                      </a:lnTo>
                      <a:lnTo>
                        <a:pt x="1268" y="40"/>
                      </a:lnTo>
                      <a:lnTo>
                        <a:pt x="1269" y="42"/>
                      </a:lnTo>
                      <a:lnTo>
                        <a:pt x="1266" y="42"/>
                      </a:lnTo>
                      <a:lnTo>
                        <a:pt x="1263" y="40"/>
                      </a:lnTo>
                      <a:lnTo>
                        <a:pt x="1260" y="40"/>
                      </a:lnTo>
                      <a:lnTo>
                        <a:pt x="1258" y="42"/>
                      </a:lnTo>
                      <a:lnTo>
                        <a:pt x="1252" y="42"/>
                      </a:lnTo>
                      <a:lnTo>
                        <a:pt x="1254" y="40"/>
                      </a:lnTo>
                      <a:lnTo>
                        <a:pt x="1226" y="40"/>
                      </a:lnTo>
                      <a:lnTo>
                        <a:pt x="1220" y="39"/>
                      </a:lnTo>
                      <a:lnTo>
                        <a:pt x="1210" y="40"/>
                      </a:lnTo>
                      <a:lnTo>
                        <a:pt x="1161" y="40"/>
                      </a:lnTo>
                      <a:lnTo>
                        <a:pt x="1159" y="39"/>
                      </a:lnTo>
                      <a:lnTo>
                        <a:pt x="1150" y="39"/>
                      </a:lnTo>
                      <a:lnTo>
                        <a:pt x="1150" y="40"/>
                      </a:lnTo>
                      <a:lnTo>
                        <a:pt x="1151" y="40"/>
                      </a:lnTo>
                      <a:lnTo>
                        <a:pt x="1153" y="42"/>
                      </a:lnTo>
                      <a:lnTo>
                        <a:pt x="1142" y="42"/>
                      </a:lnTo>
                      <a:lnTo>
                        <a:pt x="1139" y="40"/>
                      </a:lnTo>
                      <a:lnTo>
                        <a:pt x="1114" y="40"/>
                      </a:lnTo>
                      <a:lnTo>
                        <a:pt x="1096" y="42"/>
                      </a:lnTo>
                      <a:lnTo>
                        <a:pt x="1075" y="42"/>
                      </a:lnTo>
                      <a:lnTo>
                        <a:pt x="1074" y="40"/>
                      </a:lnTo>
                      <a:lnTo>
                        <a:pt x="1069" y="40"/>
                      </a:lnTo>
                      <a:lnTo>
                        <a:pt x="1069" y="39"/>
                      </a:lnTo>
                      <a:lnTo>
                        <a:pt x="1065" y="40"/>
                      </a:lnTo>
                      <a:lnTo>
                        <a:pt x="1065" y="39"/>
                      </a:lnTo>
                      <a:lnTo>
                        <a:pt x="1058" y="39"/>
                      </a:lnTo>
                      <a:lnTo>
                        <a:pt x="1055" y="40"/>
                      </a:lnTo>
                      <a:lnTo>
                        <a:pt x="1038" y="40"/>
                      </a:lnTo>
                      <a:lnTo>
                        <a:pt x="1038" y="42"/>
                      </a:lnTo>
                      <a:lnTo>
                        <a:pt x="941" y="42"/>
                      </a:lnTo>
                      <a:lnTo>
                        <a:pt x="934" y="40"/>
                      </a:lnTo>
                      <a:lnTo>
                        <a:pt x="874" y="40"/>
                      </a:lnTo>
                      <a:lnTo>
                        <a:pt x="871" y="39"/>
                      </a:lnTo>
                      <a:lnTo>
                        <a:pt x="863" y="40"/>
                      </a:lnTo>
                      <a:lnTo>
                        <a:pt x="852" y="40"/>
                      </a:lnTo>
                      <a:lnTo>
                        <a:pt x="852" y="42"/>
                      </a:lnTo>
                      <a:lnTo>
                        <a:pt x="810" y="42"/>
                      </a:lnTo>
                      <a:lnTo>
                        <a:pt x="809" y="40"/>
                      </a:lnTo>
                      <a:lnTo>
                        <a:pt x="762" y="42"/>
                      </a:lnTo>
                      <a:lnTo>
                        <a:pt x="716" y="42"/>
                      </a:lnTo>
                      <a:lnTo>
                        <a:pt x="699" y="40"/>
                      </a:lnTo>
                      <a:lnTo>
                        <a:pt x="683" y="40"/>
                      </a:lnTo>
                      <a:lnTo>
                        <a:pt x="666" y="39"/>
                      </a:lnTo>
                      <a:lnTo>
                        <a:pt x="660" y="39"/>
                      </a:lnTo>
                      <a:lnTo>
                        <a:pt x="660" y="40"/>
                      </a:lnTo>
                      <a:lnTo>
                        <a:pt x="454" y="40"/>
                      </a:lnTo>
                      <a:lnTo>
                        <a:pt x="420" y="39"/>
                      </a:lnTo>
                      <a:lnTo>
                        <a:pt x="389" y="39"/>
                      </a:lnTo>
                      <a:lnTo>
                        <a:pt x="367" y="37"/>
                      </a:lnTo>
                      <a:lnTo>
                        <a:pt x="369" y="39"/>
                      </a:lnTo>
                      <a:lnTo>
                        <a:pt x="364" y="39"/>
                      </a:lnTo>
                      <a:lnTo>
                        <a:pt x="363" y="37"/>
                      </a:lnTo>
                      <a:lnTo>
                        <a:pt x="363" y="36"/>
                      </a:lnTo>
                      <a:lnTo>
                        <a:pt x="358" y="37"/>
                      </a:lnTo>
                      <a:lnTo>
                        <a:pt x="347" y="37"/>
                      </a:lnTo>
                      <a:lnTo>
                        <a:pt x="352" y="39"/>
                      </a:lnTo>
                      <a:lnTo>
                        <a:pt x="321" y="37"/>
                      </a:lnTo>
                      <a:lnTo>
                        <a:pt x="290" y="37"/>
                      </a:lnTo>
                      <a:lnTo>
                        <a:pt x="262" y="36"/>
                      </a:lnTo>
                      <a:lnTo>
                        <a:pt x="262" y="37"/>
                      </a:lnTo>
                      <a:lnTo>
                        <a:pt x="248" y="37"/>
                      </a:lnTo>
                      <a:lnTo>
                        <a:pt x="237" y="36"/>
                      </a:lnTo>
                      <a:lnTo>
                        <a:pt x="225" y="34"/>
                      </a:lnTo>
                      <a:lnTo>
                        <a:pt x="217" y="34"/>
                      </a:lnTo>
                      <a:lnTo>
                        <a:pt x="218" y="33"/>
                      </a:lnTo>
                      <a:lnTo>
                        <a:pt x="195" y="33"/>
                      </a:lnTo>
                      <a:lnTo>
                        <a:pt x="177" y="31"/>
                      </a:lnTo>
                      <a:lnTo>
                        <a:pt x="156" y="28"/>
                      </a:lnTo>
                      <a:lnTo>
                        <a:pt x="133" y="26"/>
                      </a:lnTo>
                      <a:lnTo>
                        <a:pt x="138" y="26"/>
                      </a:lnTo>
                      <a:lnTo>
                        <a:pt x="139" y="25"/>
                      </a:lnTo>
                      <a:lnTo>
                        <a:pt x="127" y="25"/>
                      </a:lnTo>
                      <a:lnTo>
                        <a:pt x="129" y="23"/>
                      </a:lnTo>
                      <a:lnTo>
                        <a:pt x="125" y="23"/>
                      </a:lnTo>
                      <a:lnTo>
                        <a:pt x="124" y="25"/>
                      </a:lnTo>
                      <a:lnTo>
                        <a:pt x="113" y="25"/>
                      </a:lnTo>
                      <a:lnTo>
                        <a:pt x="111" y="23"/>
                      </a:lnTo>
                      <a:lnTo>
                        <a:pt x="74" y="23"/>
                      </a:lnTo>
                      <a:lnTo>
                        <a:pt x="74" y="22"/>
                      </a:lnTo>
                      <a:lnTo>
                        <a:pt x="76" y="22"/>
                      </a:lnTo>
                      <a:lnTo>
                        <a:pt x="73" y="20"/>
                      </a:lnTo>
                      <a:lnTo>
                        <a:pt x="70" y="20"/>
                      </a:lnTo>
                      <a:lnTo>
                        <a:pt x="67" y="22"/>
                      </a:lnTo>
                      <a:lnTo>
                        <a:pt x="60" y="22"/>
                      </a:lnTo>
                      <a:lnTo>
                        <a:pt x="59" y="20"/>
                      </a:lnTo>
                      <a:lnTo>
                        <a:pt x="48" y="22"/>
                      </a:lnTo>
                      <a:lnTo>
                        <a:pt x="46" y="22"/>
                      </a:lnTo>
                      <a:lnTo>
                        <a:pt x="48" y="20"/>
                      </a:lnTo>
                      <a:lnTo>
                        <a:pt x="42" y="20"/>
                      </a:lnTo>
                      <a:lnTo>
                        <a:pt x="42" y="19"/>
                      </a:lnTo>
                      <a:lnTo>
                        <a:pt x="43" y="19"/>
                      </a:lnTo>
                      <a:lnTo>
                        <a:pt x="36" y="17"/>
                      </a:lnTo>
                      <a:lnTo>
                        <a:pt x="37" y="17"/>
                      </a:lnTo>
                      <a:lnTo>
                        <a:pt x="36" y="16"/>
                      </a:lnTo>
                      <a:lnTo>
                        <a:pt x="22" y="16"/>
                      </a:lnTo>
                      <a:lnTo>
                        <a:pt x="19" y="17"/>
                      </a:lnTo>
                      <a:lnTo>
                        <a:pt x="11" y="17"/>
                      </a:lnTo>
                      <a:lnTo>
                        <a:pt x="6" y="16"/>
                      </a:lnTo>
                      <a:lnTo>
                        <a:pt x="5" y="19"/>
                      </a:lnTo>
                      <a:lnTo>
                        <a:pt x="1" y="19"/>
                      </a:lnTo>
                      <a:lnTo>
                        <a:pt x="0" y="17"/>
                      </a:lnTo>
                      <a:lnTo>
                        <a:pt x="1" y="17"/>
                      </a:lnTo>
                      <a:lnTo>
                        <a:pt x="1" y="12"/>
                      </a:lnTo>
                      <a:lnTo>
                        <a:pt x="9" y="12"/>
                      </a:lnTo>
                      <a:lnTo>
                        <a:pt x="9" y="11"/>
                      </a:lnTo>
                      <a:lnTo>
                        <a:pt x="12" y="11"/>
                      </a:lnTo>
                      <a:lnTo>
                        <a:pt x="15" y="9"/>
                      </a:lnTo>
                      <a:lnTo>
                        <a:pt x="19" y="9"/>
                      </a:lnTo>
                      <a:lnTo>
                        <a:pt x="43" y="6"/>
                      </a:lnTo>
                      <a:lnTo>
                        <a:pt x="76" y="5"/>
                      </a:lnTo>
                      <a:lnTo>
                        <a:pt x="113" y="3"/>
                      </a:lnTo>
                      <a:lnTo>
                        <a:pt x="156" y="2"/>
                      </a:lnTo>
                      <a:lnTo>
                        <a:pt x="203" y="2"/>
                      </a:lnTo>
                      <a:lnTo>
                        <a:pt x="251" y="0"/>
                      </a:lnTo>
                      <a:close/>
                    </a:path>
                  </a:pathLst>
                </a:custGeom>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28" name="Freeform 225">
                  <a:extLst>
                    <a:ext uri="{FF2B5EF4-FFF2-40B4-BE49-F238E27FC236}">
                      <a16:creationId xmlns:a16="http://schemas.microsoft.com/office/drawing/2014/main" id="{82A9AA33-3CC1-46AC-A910-DE9899421E82}"/>
                    </a:ext>
                  </a:extLst>
                </p:cNvPr>
                <p:cNvSpPr>
                  <a:spLocks noEditPoints="1"/>
                </p:cNvSpPr>
                <p:nvPr/>
              </p:nvSpPr>
              <p:spPr bwMode="auto">
                <a:xfrm>
                  <a:off x="6518275" y="4683126"/>
                  <a:ext cx="207963" cy="177800"/>
                </a:xfrm>
                <a:custGeom>
                  <a:avLst/>
                  <a:gdLst/>
                  <a:ahLst/>
                  <a:cxnLst>
                    <a:cxn ang="0">
                      <a:pos x="57" y="31"/>
                    </a:cxn>
                    <a:cxn ang="0">
                      <a:pos x="38" y="22"/>
                    </a:cxn>
                    <a:cxn ang="0">
                      <a:pos x="3" y="22"/>
                    </a:cxn>
                    <a:cxn ang="0">
                      <a:pos x="24" y="19"/>
                    </a:cxn>
                    <a:cxn ang="0">
                      <a:pos x="20" y="12"/>
                    </a:cxn>
                    <a:cxn ang="0">
                      <a:pos x="17" y="9"/>
                    </a:cxn>
                    <a:cxn ang="0">
                      <a:pos x="14" y="11"/>
                    </a:cxn>
                    <a:cxn ang="0">
                      <a:pos x="12" y="11"/>
                    </a:cxn>
                    <a:cxn ang="0">
                      <a:pos x="14" y="9"/>
                    </a:cxn>
                    <a:cxn ang="0">
                      <a:pos x="15" y="6"/>
                    </a:cxn>
                    <a:cxn ang="0">
                      <a:pos x="10" y="6"/>
                    </a:cxn>
                    <a:cxn ang="0">
                      <a:pos x="4" y="0"/>
                    </a:cxn>
                    <a:cxn ang="0">
                      <a:pos x="4" y="6"/>
                    </a:cxn>
                    <a:cxn ang="0">
                      <a:pos x="7" y="8"/>
                    </a:cxn>
                    <a:cxn ang="0">
                      <a:pos x="12" y="12"/>
                    </a:cxn>
                    <a:cxn ang="0">
                      <a:pos x="18" y="12"/>
                    </a:cxn>
                    <a:cxn ang="0">
                      <a:pos x="23" y="15"/>
                    </a:cxn>
                    <a:cxn ang="0">
                      <a:pos x="23" y="17"/>
                    </a:cxn>
                    <a:cxn ang="0">
                      <a:pos x="28" y="20"/>
                    </a:cxn>
                    <a:cxn ang="0">
                      <a:pos x="34" y="17"/>
                    </a:cxn>
                    <a:cxn ang="0">
                      <a:pos x="32" y="23"/>
                    </a:cxn>
                    <a:cxn ang="0">
                      <a:pos x="41" y="23"/>
                    </a:cxn>
                    <a:cxn ang="0">
                      <a:pos x="45" y="25"/>
                    </a:cxn>
                    <a:cxn ang="0">
                      <a:pos x="46" y="29"/>
                    </a:cxn>
                    <a:cxn ang="0">
                      <a:pos x="48" y="32"/>
                    </a:cxn>
                    <a:cxn ang="0">
                      <a:pos x="52" y="31"/>
                    </a:cxn>
                    <a:cxn ang="0">
                      <a:pos x="59" y="31"/>
                    </a:cxn>
                    <a:cxn ang="0">
                      <a:pos x="62" y="32"/>
                    </a:cxn>
                    <a:cxn ang="0">
                      <a:pos x="66" y="31"/>
                    </a:cxn>
                    <a:cxn ang="0">
                      <a:pos x="69" y="34"/>
                    </a:cxn>
                    <a:cxn ang="0">
                      <a:pos x="76" y="36"/>
                    </a:cxn>
                    <a:cxn ang="0">
                      <a:pos x="80" y="42"/>
                    </a:cxn>
                    <a:cxn ang="0">
                      <a:pos x="83" y="46"/>
                    </a:cxn>
                    <a:cxn ang="0">
                      <a:pos x="88" y="50"/>
                    </a:cxn>
                    <a:cxn ang="0">
                      <a:pos x="96" y="54"/>
                    </a:cxn>
                    <a:cxn ang="0">
                      <a:pos x="102" y="56"/>
                    </a:cxn>
                    <a:cxn ang="0">
                      <a:pos x="108" y="64"/>
                    </a:cxn>
                    <a:cxn ang="0">
                      <a:pos x="124" y="73"/>
                    </a:cxn>
                    <a:cxn ang="0">
                      <a:pos x="125" y="76"/>
                    </a:cxn>
                    <a:cxn ang="0">
                      <a:pos x="130" y="91"/>
                    </a:cxn>
                    <a:cxn ang="0">
                      <a:pos x="128" y="102"/>
                    </a:cxn>
                    <a:cxn ang="0">
                      <a:pos x="130" y="107"/>
                    </a:cxn>
                    <a:cxn ang="0">
                      <a:pos x="110" y="110"/>
                    </a:cxn>
                    <a:cxn ang="0">
                      <a:pos x="93" y="96"/>
                    </a:cxn>
                    <a:cxn ang="0">
                      <a:pos x="86" y="93"/>
                    </a:cxn>
                    <a:cxn ang="0">
                      <a:pos x="82" y="90"/>
                    </a:cxn>
                    <a:cxn ang="0">
                      <a:pos x="69" y="79"/>
                    </a:cxn>
                    <a:cxn ang="0">
                      <a:pos x="65" y="73"/>
                    </a:cxn>
                    <a:cxn ang="0">
                      <a:pos x="62" y="71"/>
                    </a:cxn>
                    <a:cxn ang="0">
                      <a:pos x="52" y="70"/>
                    </a:cxn>
                    <a:cxn ang="0">
                      <a:pos x="45" y="62"/>
                    </a:cxn>
                    <a:cxn ang="0">
                      <a:pos x="41" y="59"/>
                    </a:cxn>
                    <a:cxn ang="0">
                      <a:pos x="34" y="53"/>
                    </a:cxn>
                    <a:cxn ang="0">
                      <a:pos x="29" y="46"/>
                    </a:cxn>
                    <a:cxn ang="0">
                      <a:pos x="24" y="43"/>
                    </a:cxn>
                    <a:cxn ang="0">
                      <a:pos x="21" y="39"/>
                    </a:cxn>
                    <a:cxn ang="0">
                      <a:pos x="17" y="36"/>
                    </a:cxn>
                    <a:cxn ang="0">
                      <a:pos x="14" y="29"/>
                    </a:cxn>
                    <a:cxn ang="0">
                      <a:pos x="9" y="26"/>
                    </a:cxn>
                    <a:cxn ang="0">
                      <a:pos x="6" y="20"/>
                    </a:cxn>
                    <a:cxn ang="0">
                      <a:pos x="1" y="9"/>
                    </a:cxn>
                    <a:cxn ang="0">
                      <a:pos x="0" y="6"/>
                    </a:cxn>
                    <a:cxn ang="0">
                      <a:pos x="1" y="0"/>
                    </a:cxn>
                  </a:cxnLst>
                  <a:rect l="0" t="0" r="r" b="b"/>
                  <a:pathLst>
                    <a:path w="131" h="112">
                      <a:moveTo>
                        <a:pt x="38" y="59"/>
                      </a:moveTo>
                      <a:lnTo>
                        <a:pt x="40" y="59"/>
                      </a:lnTo>
                      <a:lnTo>
                        <a:pt x="40" y="60"/>
                      </a:lnTo>
                      <a:lnTo>
                        <a:pt x="38" y="59"/>
                      </a:lnTo>
                      <a:close/>
                      <a:moveTo>
                        <a:pt x="57" y="31"/>
                      </a:moveTo>
                      <a:lnTo>
                        <a:pt x="57" y="32"/>
                      </a:lnTo>
                      <a:lnTo>
                        <a:pt x="55" y="32"/>
                      </a:lnTo>
                      <a:lnTo>
                        <a:pt x="57" y="31"/>
                      </a:lnTo>
                      <a:close/>
                      <a:moveTo>
                        <a:pt x="37" y="22"/>
                      </a:moveTo>
                      <a:lnTo>
                        <a:pt x="38" y="22"/>
                      </a:lnTo>
                      <a:lnTo>
                        <a:pt x="37" y="23"/>
                      </a:lnTo>
                      <a:lnTo>
                        <a:pt x="37" y="22"/>
                      </a:lnTo>
                      <a:close/>
                      <a:moveTo>
                        <a:pt x="3" y="20"/>
                      </a:moveTo>
                      <a:lnTo>
                        <a:pt x="4" y="20"/>
                      </a:lnTo>
                      <a:lnTo>
                        <a:pt x="3" y="22"/>
                      </a:lnTo>
                      <a:lnTo>
                        <a:pt x="3" y="20"/>
                      </a:lnTo>
                      <a:close/>
                      <a:moveTo>
                        <a:pt x="24" y="19"/>
                      </a:moveTo>
                      <a:lnTo>
                        <a:pt x="26" y="20"/>
                      </a:lnTo>
                      <a:lnTo>
                        <a:pt x="26" y="19"/>
                      </a:lnTo>
                      <a:lnTo>
                        <a:pt x="24" y="19"/>
                      </a:lnTo>
                      <a:close/>
                      <a:moveTo>
                        <a:pt x="20" y="12"/>
                      </a:moveTo>
                      <a:lnTo>
                        <a:pt x="21" y="12"/>
                      </a:lnTo>
                      <a:lnTo>
                        <a:pt x="21" y="14"/>
                      </a:lnTo>
                      <a:lnTo>
                        <a:pt x="20" y="14"/>
                      </a:lnTo>
                      <a:lnTo>
                        <a:pt x="20" y="12"/>
                      </a:lnTo>
                      <a:close/>
                      <a:moveTo>
                        <a:pt x="0" y="12"/>
                      </a:moveTo>
                      <a:lnTo>
                        <a:pt x="1" y="12"/>
                      </a:lnTo>
                      <a:lnTo>
                        <a:pt x="0" y="14"/>
                      </a:lnTo>
                      <a:lnTo>
                        <a:pt x="0" y="12"/>
                      </a:lnTo>
                      <a:close/>
                      <a:moveTo>
                        <a:pt x="17" y="9"/>
                      </a:moveTo>
                      <a:lnTo>
                        <a:pt x="17" y="11"/>
                      </a:lnTo>
                      <a:lnTo>
                        <a:pt x="15" y="11"/>
                      </a:lnTo>
                      <a:lnTo>
                        <a:pt x="17" y="9"/>
                      </a:lnTo>
                      <a:close/>
                      <a:moveTo>
                        <a:pt x="14" y="9"/>
                      </a:moveTo>
                      <a:lnTo>
                        <a:pt x="14" y="11"/>
                      </a:lnTo>
                      <a:lnTo>
                        <a:pt x="12" y="12"/>
                      </a:lnTo>
                      <a:lnTo>
                        <a:pt x="12" y="11"/>
                      </a:lnTo>
                      <a:lnTo>
                        <a:pt x="14" y="9"/>
                      </a:lnTo>
                      <a:close/>
                      <a:moveTo>
                        <a:pt x="12" y="9"/>
                      </a:moveTo>
                      <a:lnTo>
                        <a:pt x="12" y="11"/>
                      </a:lnTo>
                      <a:lnTo>
                        <a:pt x="10" y="11"/>
                      </a:lnTo>
                      <a:lnTo>
                        <a:pt x="12" y="9"/>
                      </a:lnTo>
                      <a:close/>
                      <a:moveTo>
                        <a:pt x="15" y="8"/>
                      </a:moveTo>
                      <a:lnTo>
                        <a:pt x="15" y="9"/>
                      </a:lnTo>
                      <a:lnTo>
                        <a:pt x="14" y="9"/>
                      </a:lnTo>
                      <a:lnTo>
                        <a:pt x="15" y="8"/>
                      </a:lnTo>
                      <a:close/>
                      <a:moveTo>
                        <a:pt x="15" y="6"/>
                      </a:moveTo>
                      <a:lnTo>
                        <a:pt x="17" y="6"/>
                      </a:lnTo>
                      <a:lnTo>
                        <a:pt x="15" y="8"/>
                      </a:lnTo>
                      <a:lnTo>
                        <a:pt x="15" y="6"/>
                      </a:lnTo>
                      <a:close/>
                      <a:moveTo>
                        <a:pt x="10" y="6"/>
                      </a:moveTo>
                      <a:lnTo>
                        <a:pt x="12" y="6"/>
                      </a:lnTo>
                      <a:lnTo>
                        <a:pt x="12" y="8"/>
                      </a:lnTo>
                      <a:lnTo>
                        <a:pt x="10" y="9"/>
                      </a:lnTo>
                      <a:lnTo>
                        <a:pt x="10" y="6"/>
                      </a:lnTo>
                      <a:close/>
                      <a:moveTo>
                        <a:pt x="1" y="6"/>
                      </a:moveTo>
                      <a:lnTo>
                        <a:pt x="0" y="9"/>
                      </a:lnTo>
                      <a:lnTo>
                        <a:pt x="0" y="8"/>
                      </a:lnTo>
                      <a:lnTo>
                        <a:pt x="1" y="6"/>
                      </a:lnTo>
                      <a:close/>
                      <a:moveTo>
                        <a:pt x="4" y="0"/>
                      </a:moveTo>
                      <a:lnTo>
                        <a:pt x="4" y="1"/>
                      </a:lnTo>
                      <a:lnTo>
                        <a:pt x="6" y="1"/>
                      </a:lnTo>
                      <a:lnTo>
                        <a:pt x="3" y="5"/>
                      </a:lnTo>
                      <a:lnTo>
                        <a:pt x="3" y="6"/>
                      </a:lnTo>
                      <a:lnTo>
                        <a:pt x="4" y="6"/>
                      </a:lnTo>
                      <a:lnTo>
                        <a:pt x="4" y="5"/>
                      </a:lnTo>
                      <a:lnTo>
                        <a:pt x="6" y="5"/>
                      </a:lnTo>
                      <a:lnTo>
                        <a:pt x="6" y="6"/>
                      </a:lnTo>
                      <a:lnTo>
                        <a:pt x="7" y="6"/>
                      </a:lnTo>
                      <a:lnTo>
                        <a:pt x="7" y="8"/>
                      </a:lnTo>
                      <a:lnTo>
                        <a:pt x="9" y="8"/>
                      </a:lnTo>
                      <a:lnTo>
                        <a:pt x="7" y="9"/>
                      </a:lnTo>
                      <a:lnTo>
                        <a:pt x="10" y="9"/>
                      </a:lnTo>
                      <a:lnTo>
                        <a:pt x="10" y="12"/>
                      </a:lnTo>
                      <a:lnTo>
                        <a:pt x="12" y="12"/>
                      </a:lnTo>
                      <a:lnTo>
                        <a:pt x="12" y="15"/>
                      </a:lnTo>
                      <a:lnTo>
                        <a:pt x="14" y="15"/>
                      </a:lnTo>
                      <a:lnTo>
                        <a:pt x="14" y="14"/>
                      </a:lnTo>
                      <a:lnTo>
                        <a:pt x="18" y="9"/>
                      </a:lnTo>
                      <a:lnTo>
                        <a:pt x="18" y="12"/>
                      </a:lnTo>
                      <a:lnTo>
                        <a:pt x="20" y="12"/>
                      </a:lnTo>
                      <a:lnTo>
                        <a:pt x="18" y="14"/>
                      </a:lnTo>
                      <a:lnTo>
                        <a:pt x="20" y="14"/>
                      </a:lnTo>
                      <a:lnTo>
                        <a:pt x="20" y="15"/>
                      </a:lnTo>
                      <a:lnTo>
                        <a:pt x="23" y="15"/>
                      </a:lnTo>
                      <a:lnTo>
                        <a:pt x="23" y="17"/>
                      </a:lnTo>
                      <a:lnTo>
                        <a:pt x="21" y="17"/>
                      </a:lnTo>
                      <a:lnTo>
                        <a:pt x="21" y="19"/>
                      </a:lnTo>
                      <a:lnTo>
                        <a:pt x="23" y="19"/>
                      </a:lnTo>
                      <a:lnTo>
                        <a:pt x="23" y="17"/>
                      </a:lnTo>
                      <a:lnTo>
                        <a:pt x="24" y="17"/>
                      </a:lnTo>
                      <a:lnTo>
                        <a:pt x="26" y="15"/>
                      </a:lnTo>
                      <a:lnTo>
                        <a:pt x="26" y="17"/>
                      </a:lnTo>
                      <a:lnTo>
                        <a:pt x="28" y="17"/>
                      </a:lnTo>
                      <a:lnTo>
                        <a:pt x="28" y="20"/>
                      </a:lnTo>
                      <a:lnTo>
                        <a:pt x="31" y="17"/>
                      </a:lnTo>
                      <a:lnTo>
                        <a:pt x="32" y="17"/>
                      </a:lnTo>
                      <a:lnTo>
                        <a:pt x="32" y="15"/>
                      </a:lnTo>
                      <a:lnTo>
                        <a:pt x="34" y="15"/>
                      </a:lnTo>
                      <a:lnTo>
                        <a:pt x="34" y="17"/>
                      </a:lnTo>
                      <a:lnTo>
                        <a:pt x="32" y="19"/>
                      </a:lnTo>
                      <a:lnTo>
                        <a:pt x="34" y="19"/>
                      </a:lnTo>
                      <a:lnTo>
                        <a:pt x="31" y="22"/>
                      </a:lnTo>
                      <a:lnTo>
                        <a:pt x="32" y="22"/>
                      </a:lnTo>
                      <a:lnTo>
                        <a:pt x="32" y="23"/>
                      </a:lnTo>
                      <a:lnTo>
                        <a:pt x="37" y="23"/>
                      </a:lnTo>
                      <a:lnTo>
                        <a:pt x="37" y="25"/>
                      </a:lnTo>
                      <a:lnTo>
                        <a:pt x="38" y="25"/>
                      </a:lnTo>
                      <a:lnTo>
                        <a:pt x="38" y="23"/>
                      </a:lnTo>
                      <a:lnTo>
                        <a:pt x="41" y="23"/>
                      </a:lnTo>
                      <a:lnTo>
                        <a:pt x="41" y="25"/>
                      </a:lnTo>
                      <a:lnTo>
                        <a:pt x="40" y="26"/>
                      </a:lnTo>
                      <a:lnTo>
                        <a:pt x="41" y="26"/>
                      </a:lnTo>
                      <a:lnTo>
                        <a:pt x="41" y="25"/>
                      </a:lnTo>
                      <a:lnTo>
                        <a:pt x="45" y="25"/>
                      </a:lnTo>
                      <a:lnTo>
                        <a:pt x="46" y="23"/>
                      </a:lnTo>
                      <a:lnTo>
                        <a:pt x="46" y="28"/>
                      </a:lnTo>
                      <a:lnTo>
                        <a:pt x="48" y="26"/>
                      </a:lnTo>
                      <a:lnTo>
                        <a:pt x="48" y="28"/>
                      </a:lnTo>
                      <a:lnTo>
                        <a:pt x="46" y="29"/>
                      </a:lnTo>
                      <a:lnTo>
                        <a:pt x="46" y="31"/>
                      </a:lnTo>
                      <a:lnTo>
                        <a:pt x="48" y="31"/>
                      </a:lnTo>
                      <a:lnTo>
                        <a:pt x="51" y="28"/>
                      </a:lnTo>
                      <a:lnTo>
                        <a:pt x="49" y="31"/>
                      </a:lnTo>
                      <a:lnTo>
                        <a:pt x="48" y="32"/>
                      </a:lnTo>
                      <a:lnTo>
                        <a:pt x="49" y="32"/>
                      </a:lnTo>
                      <a:lnTo>
                        <a:pt x="49" y="31"/>
                      </a:lnTo>
                      <a:lnTo>
                        <a:pt x="51" y="29"/>
                      </a:lnTo>
                      <a:lnTo>
                        <a:pt x="51" y="31"/>
                      </a:lnTo>
                      <a:lnTo>
                        <a:pt x="52" y="31"/>
                      </a:lnTo>
                      <a:lnTo>
                        <a:pt x="54" y="32"/>
                      </a:lnTo>
                      <a:lnTo>
                        <a:pt x="54" y="29"/>
                      </a:lnTo>
                      <a:lnTo>
                        <a:pt x="55" y="31"/>
                      </a:lnTo>
                      <a:lnTo>
                        <a:pt x="55" y="34"/>
                      </a:lnTo>
                      <a:lnTo>
                        <a:pt x="59" y="31"/>
                      </a:lnTo>
                      <a:lnTo>
                        <a:pt x="59" y="34"/>
                      </a:lnTo>
                      <a:lnTo>
                        <a:pt x="60" y="34"/>
                      </a:lnTo>
                      <a:lnTo>
                        <a:pt x="60" y="31"/>
                      </a:lnTo>
                      <a:lnTo>
                        <a:pt x="62" y="31"/>
                      </a:lnTo>
                      <a:lnTo>
                        <a:pt x="62" y="32"/>
                      </a:lnTo>
                      <a:lnTo>
                        <a:pt x="63" y="31"/>
                      </a:lnTo>
                      <a:lnTo>
                        <a:pt x="65" y="31"/>
                      </a:lnTo>
                      <a:lnTo>
                        <a:pt x="65" y="29"/>
                      </a:lnTo>
                      <a:lnTo>
                        <a:pt x="66" y="29"/>
                      </a:lnTo>
                      <a:lnTo>
                        <a:pt x="66" y="31"/>
                      </a:lnTo>
                      <a:lnTo>
                        <a:pt x="69" y="31"/>
                      </a:lnTo>
                      <a:lnTo>
                        <a:pt x="68" y="32"/>
                      </a:lnTo>
                      <a:lnTo>
                        <a:pt x="68" y="34"/>
                      </a:lnTo>
                      <a:lnTo>
                        <a:pt x="69" y="32"/>
                      </a:lnTo>
                      <a:lnTo>
                        <a:pt x="69" y="34"/>
                      </a:lnTo>
                      <a:lnTo>
                        <a:pt x="68" y="36"/>
                      </a:lnTo>
                      <a:lnTo>
                        <a:pt x="69" y="36"/>
                      </a:lnTo>
                      <a:lnTo>
                        <a:pt x="71" y="34"/>
                      </a:lnTo>
                      <a:lnTo>
                        <a:pt x="72" y="36"/>
                      </a:lnTo>
                      <a:lnTo>
                        <a:pt x="76" y="36"/>
                      </a:lnTo>
                      <a:lnTo>
                        <a:pt x="77" y="37"/>
                      </a:lnTo>
                      <a:lnTo>
                        <a:pt x="77" y="40"/>
                      </a:lnTo>
                      <a:lnTo>
                        <a:pt x="79" y="40"/>
                      </a:lnTo>
                      <a:lnTo>
                        <a:pt x="79" y="42"/>
                      </a:lnTo>
                      <a:lnTo>
                        <a:pt x="80" y="42"/>
                      </a:lnTo>
                      <a:lnTo>
                        <a:pt x="80" y="43"/>
                      </a:lnTo>
                      <a:lnTo>
                        <a:pt x="82" y="43"/>
                      </a:lnTo>
                      <a:lnTo>
                        <a:pt x="82" y="42"/>
                      </a:lnTo>
                      <a:lnTo>
                        <a:pt x="83" y="43"/>
                      </a:lnTo>
                      <a:lnTo>
                        <a:pt x="83" y="46"/>
                      </a:lnTo>
                      <a:lnTo>
                        <a:pt x="85" y="45"/>
                      </a:lnTo>
                      <a:lnTo>
                        <a:pt x="85" y="46"/>
                      </a:lnTo>
                      <a:lnTo>
                        <a:pt x="89" y="46"/>
                      </a:lnTo>
                      <a:lnTo>
                        <a:pt x="88" y="48"/>
                      </a:lnTo>
                      <a:lnTo>
                        <a:pt x="88" y="50"/>
                      </a:lnTo>
                      <a:lnTo>
                        <a:pt x="89" y="50"/>
                      </a:lnTo>
                      <a:lnTo>
                        <a:pt x="91" y="48"/>
                      </a:lnTo>
                      <a:lnTo>
                        <a:pt x="94" y="50"/>
                      </a:lnTo>
                      <a:lnTo>
                        <a:pt x="96" y="51"/>
                      </a:lnTo>
                      <a:lnTo>
                        <a:pt x="96" y="54"/>
                      </a:lnTo>
                      <a:lnTo>
                        <a:pt x="99" y="54"/>
                      </a:lnTo>
                      <a:lnTo>
                        <a:pt x="99" y="56"/>
                      </a:lnTo>
                      <a:lnTo>
                        <a:pt x="100" y="56"/>
                      </a:lnTo>
                      <a:lnTo>
                        <a:pt x="100" y="54"/>
                      </a:lnTo>
                      <a:lnTo>
                        <a:pt x="102" y="56"/>
                      </a:lnTo>
                      <a:lnTo>
                        <a:pt x="105" y="56"/>
                      </a:lnTo>
                      <a:lnTo>
                        <a:pt x="105" y="57"/>
                      </a:lnTo>
                      <a:lnTo>
                        <a:pt x="107" y="59"/>
                      </a:lnTo>
                      <a:lnTo>
                        <a:pt x="108" y="59"/>
                      </a:lnTo>
                      <a:lnTo>
                        <a:pt x="108" y="64"/>
                      </a:lnTo>
                      <a:lnTo>
                        <a:pt x="110" y="62"/>
                      </a:lnTo>
                      <a:lnTo>
                        <a:pt x="113" y="62"/>
                      </a:lnTo>
                      <a:lnTo>
                        <a:pt x="114" y="65"/>
                      </a:lnTo>
                      <a:lnTo>
                        <a:pt x="117" y="67"/>
                      </a:lnTo>
                      <a:lnTo>
                        <a:pt x="124" y="73"/>
                      </a:lnTo>
                      <a:lnTo>
                        <a:pt x="124" y="74"/>
                      </a:lnTo>
                      <a:lnTo>
                        <a:pt x="122" y="76"/>
                      </a:lnTo>
                      <a:lnTo>
                        <a:pt x="124" y="76"/>
                      </a:lnTo>
                      <a:lnTo>
                        <a:pt x="125" y="74"/>
                      </a:lnTo>
                      <a:lnTo>
                        <a:pt x="125" y="76"/>
                      </a:lnTo>
                      <a:lnTo>
                        <a:pt x="127" y="76"/>
                      </a:lnTo>
                      <a:lnTo>
                        <a:pt x="128" y="78"/>
                      </a:lnTo>
                      <a:lnTo>
                        <a:pt x="128" y="84"/>
                      </a:lnTo>
                      <a:lnTo>
                        <a:pt x="130" y="84"/>
                      </a:lnTo>
                      <a:lnTo>
                        <a:pt x="130" y="91"/>
                      </a:lnTo>
                      <a:lnTo>
                        <a:pt x="128" y="93"/>
                      </a:lnTo>
                      <a:lnTo>
                        <a:pt x="128" y="95"/>
                      </a:lnTo>
                      <a:lnTo>
                        <a:pt x="130" y="93"/>
                      </a:lnTo>
                      <a:lnTo>
                        <a:pt x="130" y="102"/>
                      </a:lnTo>
                      <a:lnTo>
                        <a:pt x="128" y="102"/>
                      </a:lnTo>
                      <a:lnTo>
                        <a:pt x="128" y="105"/>
                      </a:lnTo>
                      <a:lnTo>
                        <a:pt x="130" y="105"/>
                      </a:lnTo>
                      <a:lnTo>
                        <a:pt x="131" y="102"/>
                      </a:lnTo>
                      <a:lnTo>
                        <a:pt x="131" y="104"/>
                      </a:lnTo>
                      <a:lnTo>
                        <a:pt x="130" y="107"/>
                      </a:lnTo>
                      <a:lnTo>
                        <a:pt x="128" y="109"/>
                      </a:lnTo>
                      <a:lnTo>
                        <a:pt x="127" y="109"/>
                      </a:lnTo>
                      <a:lnTo>
                        <a:pt x="125" y="110"/>
                      </a:lnTo>
                      <a:lnTo>
                        <a:pt x="117" y="112"/>
                      </a:lnTo>
                      <a:lnTo>
                        <a:pt x="110" y="110"/>
                      </a:lnTo>
                      <a:lnTo>
                        <a:pt x="102" y="105"/>
                      </a:lnTo>
                      <a:lnTo>
                        <a:pt x="96" y="99"/>
                      </a:lnTo>
                      <a:lnTo>
                        <a:pt x="97" y="98"/>
                      </a:lnTo>
                      <a:lnTo>
                        <a:pt x="97" y="96"/>
                      </a:lnTo>
                      <a:lnTo>
                        <a:pt x="93" y="96"/>
                      </a:lnTo>
                      <a:lnTo>
                        <a:pt x="94" y="95"/>
                      </a:lnTo>
                      <a:lnTo>
                        <a:pt x="93" y="95"/>
                      </a:lnTo>
                      <a:lnTo>
                        <a:pt x="93" y="96"/>
                      </a:lnTo>
                      <a:lnTo>
                        <a:pt x="89" y="93"/>
                      </a:lnTo>
                      <a:lnTo>
                        <a:pt x="86" y="93"/>
                      </a:lnTo>
                      <a:lnTo>
                        <a:pt x="86" y="88"/>
                      </a:lnTo>
                      <a:lnTo>
                        <a:pt x="85" y="90"/>
                      </a:lnTo>
                      <a:lnTo>
                        <a:pt x="85" y="88"/>
                      </a:lnTo>
                      <a:lnTo>
                        <a:pt x="83" y="88"/>
                      </a:lnTo>
                      <a:lnTo>
                        <a:pt x="82" y="90"/>
                      </a:lnTo>
                      <a:lnTo>
                        <a:pt x="82" y="87"/>
                      </a:lnTo>
                      <a:lnTo>
                        <a:pt x="79" y="87"/>
                      </a:lnTo>
                      <a:lnTo>
                        <a:pt x="79" y="84"/>
                      </a:lnTo>
                      <a:lnTo>
                        <a:pt x="74" y="84"/>
                      </a:lnTo>
                      <a:lnTo>
                        <a:pt x="69" y="79"/>
                      </a:lnTo>
                      <a:lnTo>
                        <a:pt x="69" y="76"/>
                      </a:lnTo>
                      <a:lnTo>
                        <a:pt x="68" y="78"/>
                      </a:lnTo>
                      <a:lnTo>
                        <a:pt x="66" y="76"/>
                      </a:lnTo>
                      <a:lnTo>
                        <a:pt x="65" y="76"/>
                      </a:lnTo>
                      <a:lnTo>
                        <a:pt x="65" y="73"/>
                      </a:lnTo>
                      <a:lnTo>
                        <a:pt x="63" y="73"/>
                      </a:lnTo>
                      <a:lnTo>
                        <a:pt x="62" y="74"/>
                      </a:lnTo>
                      <a:lnTo>
                        <a:pt x="60" y="73"/>
                      </a:lnTo>
                      <a:lnTo>
                        <a:pt x="62" y="73"/>
                      </a:lnTo>
                      <a:lnTo>
                        <a:pt x="62" y="71"/>
                      </a:lnTo>
                      <a:lnTo>
                        <a:pt x="60" y="73"/>
                      </a:lnTo>
                      <a:lnTo>
                        <a:pt x="59" y="73"/>
                      </a:lnTo>
                      <a:lnTo>
                        <a:pt x="59" y="71"/>
                      </a:lnTo>
                      <a:lnTo>
                        <a:pt x="57" y="70"/>
                      </a:lnTo>
                      <a:lnTo>
                        <a:pt x="52" y="70"/>
                      </a:lnTo>
                      <a:lnTo>
                        <a:pt x="49" y="67"/>
                      </a:lnTo>
                      <a:lnTo>
                        <a:pt x="49" y="65"/>
                      </a:lnTo>
                      <a:lnTo>
                        <a:pt x="48" y="64"/>
                      </a:lnTo>
                      <a:lnTo>
                        <a:pt x="48" y="62"/>
                      </a:lnTo>
                      <a:lnTo>
                        <a:pt x="45" y="62"/>
                      </a:lnTo>
                      <a:lnTo>
                        <a:pt x="45" y="60"/>
                      </a:lnTo>
                      <a:lnTo>
                        <a:pt x="43" y="62"/>
                      </a:lnTo>
                      <a:lnTo>
                        <a:pt x="43" y="60"/>
                      </a:lnTo>
                      <a:lnTo>
                        <a:pt x="41" y="60"/>
                      </a:lnTo>
                      <a:lnTo>
                        <a:pt x="41" y="59"/>
                      </a:lnTo>
                      <a:lnTo>
                        <a:pt x="40" y="59"/>
                      </a:lnTo>
                      <a:lnTo>
                        <a:pt x="37" y="56"/>
                      </a:lnTo>
                      <a:lnTo>
                        <a:pt x="35" y="56"/>
                      </a:lnTo>
                      <a:lnTo>
                        <a:pt x="35" y="54"/>
                      </a:lnTo>
                      <a:lnTo>
                        <a:pt x="34" y="53"/>
                      </a:lnTo>
                      <a:lnTo>
                        <a:pt x="34" y="51"/>
                      </a:lnTo>
                      <a:lnTo>
                        <a:pt x="32" y="51"/>
                      </a:lnTo>
                      <a:lnTo>
                        <a:pt x="32" y="48"/>
                      </a:lnTo>
                      <a:lnTo>
                        <a:pt x="29" y="48"/>
                      </a:lnTo>
                      <a:lnTo>
                        <a:pt x="29" y="46"/>
                      </a:lnTo>
                      <a:lnTo>
                        <a:pt x="28" y="48"/>
                      </a:lnTo>
                      <a:lnTo>
                        <a:pt x="28" y="45"/>
                      </a:lnTo>
                      <a:lnTo>
                        <a:pt x="26" y="45"/>
                      </a:lnTo>
                      <a:lnTo>
                        <a:pt x="26" y="43"/>
                      </a:lnTo>
                      <a:lnTo>
                        <a:pt x="24" y="43"/>
                      </a:lnTo>
                      <a:lnTo>
                        <a:pt x="24" y="45"/>
                      </a:lnTo>
                      <a:lnTo>
                        <a:pt x="23" y="45"/>
                      </a:lnTo>
                      <a:lnTo>
                        <a:pt x="23" y="43"/>
                      </a:lnTo>
                      <a:lnTo>
                        <a:pt x="21" y="42"/>
                      </a:lnTo>
                      <a:lnTo>
                        <a:pt x="21" y="39"/>
                      </a:lnTo>
                      <a:lnTo>
                        <a:pt x="20" y="40"/>
                      </a:lnTo>
                      <a:lnTo>
                        <a:pt x="20" y="39"/>
                      </a:lnTo>
                      <a:lnTo>
                        <a:pt x="18" y="39"/>
                      </a:lnTo>
                      <a:lnTo>
                        <a:pt x="18" y="37"/>
                      </a:lnTo>
                      <a:lnTo>
                        <a:pt x="17" y="36"/>
                      </a:lnTo>
                      <a:lnTo>
                        <a:pt x="18" y="34"/>
                      </a:lnTo>
                      <a:lnTo>
                        <a:pt x="15" y="34"/>
                      </a:lnTo>
                      <a:lnTo>
                        <a:pt x="15" y="31"/>
                      </a:lnTo>
                      <a:lnTo>
                        <a:pt x="14" y="31"/>
                      </a:lnTo>
                      <a:lnTo>
                        <a:pt x="14" y="29"/>
                      </a:lnTo>
                      <a:lnTo>
                        <a:pt x="12" y="31"/>
                      </a:lnTo>
                      <a:lnTo>
                        <a:pt x="12" y="28"/>
                      </a:lnTo>
                      <a:lnTo>
                        <a:pt x="10" y="28"/>
                      </a:lnTo>
                      <a:lnTo>
                        <a:pt x="10" y="26"/>
                      </a:lnTo>
                      <a:lnTo>
                        <a:pt x="9" y="26"/>
                      </a:lnTo>
                      <a:lnTo>
                        <a:pt x="9" y="23"/>
                      </a:lnTo>
                      <a:lnTo>
                        <a:pt x="7" y="25"/>
                      </a:lnTo>
                      <a:lnTo>
                        <a:pt x="7" y="23"/>
                      </a:lnTo>
                      <a:lnTo>
                        <a:pt x="6" y="23"/>
                      </a:lnTo>
                      <a:lnTo>
                        <a:pt x="6" y="20"/>
                      </a:lnTo>
                      <a:lnTo>
                        <a:pt x="4" y="20"/>
                      </a:lnTo>
                      <a:lnTo>
                        <a:pt x="4" y="15"/>
                      </a:lnTo>
                      <a:lnTo>
                        <a:pt x="0" y="15"/>
                      </a:lnTo>
                      <a:lnTo>
                        <a:pt x="1" y="14"/>
                      </a:lnTo>
                      <a:lnTo>
                        <a:pt x="1" y="9"/>
                      </a:lnTo>
                      <a:lnTo>
                        <a:pt x="0" y="11"/>
                      </a:lnTo>
                      <a:lnTo>
                        <a:pt x="0" y="9"/>
                      </a:lnTo>
                      <a:lnTo>
                        <a:pt x="1" y="8"/>
                      </a:lnTo>
                      <a:lnTo>
                        <a:pt x="1" y="6"/>
                      </a:lnTo>
                      <a:lnTo>
                        <a:pt x="0" y="6"/>
                      </a:lnTo>
                      <a:lnTo>
                        <a:pt x="0" y="3"/>
                      </a:lnTo>
                      <a:lnTo>
                        <a:pt x="3" y="3"/>
                      </a:lnTo>
                      <a:lnTo>
                        <a:pt x="3" y="1"/>
                      </a:lnTo>
                      <a:lnTo>
                        <a:pt x="4" y="0"/>
                      </a:lnTo>
                      <a:close/>
                      <a:moveTo>
                        <a:pt x="1" y="0"/>
                      </a:moveTo>
                      <a:lnTo>
                        <a:pt x="3" y="0"/>
                      </a:lnTo>
                      <a:lnTo>
                        <a:pt x="3" y="1"/>
                      </a:lnTo>
                      <a:lnTo>
                        <a:pt x="1" y="3"/>
                      </a:lnTo>
                      <a:lnTo>
                        <a:pt x="1" y="0"/>
                      </a:lnTo>
                      <a:close/>
                    </a:path>
                  </a:pathLst>
                </a:custGeom>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29" name="Freeform 228">
                  <a:extLst>
                    <a:ext uri="{FF2B5EF4-FFF2-40B4-BE49-F238E27FC236}">
                      <a16:creationId xmlns:a16="http://schemas.microsoft.com/office/drawing/2014/main" id="{9DBD4635-83A6-430F-91D5-D8E959E359F9}"/>
                    </a:ext>
                  </a:extLst>
                </p:cNvPr>
                <p:cNvSpPr>
                  <a:spLocks noEditPoints="1"/>
                </p:cNvSpPr>
                <p:nvPr/>
              </p:nvSpPr>
              <p:spPr bwMode="auto">
                <a:xfrm>
                  <a:off x="6515100" y="4835526"/>
                  <a:ext cx="223838" cy="138113"/>
                </a:xfrm>
                <a:custGeom>
                  <a:avLst/>
                  <a:gdLst/>
                  <a:ahLst/>
                  <a:cxnLst>
                    <a:cxn ang="0">
                      <a:pos x="0" y="81"/>
                    </a:cxn>
                    <a:cxn ang="0">
                      <a:pos x="2" y="79"/>
                    </a:cxn>
                    <a:cxn ang="0">
                      <a:pos x="8" y="75"/>
                    </a:cxn>
                    <a:cxn ang="0">
                      <a:pos x="17" y="70"/>
                    </a:cxn>
                    <a:cxn ang="0">
                      <a:pos x="23" y="64"/>
                    </a:cxn>
                    <a:cxn ang="0">
                      <a:pos x="23" y="58"/>
                    </a:cxn>
                    <a:cxn ang="0">
                      <a:pos x="91" y="53"/>
                    </a:cxn>
                    <a:cxn ang="0">
                      <a:pos x="36" y="50"/>
                    </a:cxn>
                    <a:cxn ang="0">
                      <a:pos x="70" y="25"/>
                    </a:cxn>
                    <a:cxn ang="0">
                      <a:pos x="116" y="2"/>
                    </a:cxn>
                    <a:cxn ang="0">
                      <a:pos x="127" y="6"/>
                    </a:cxn>
                    <a:cxn ang="0">
                      <a:pos x="133" y="8"/>
                    </a:cxn>
                    <a:cxn ang="0">
                      <a:pos x="136" y="8"/>
                    </a:cxn>
                    <a:cxn ang="0">
                      <a:pos x="140" y="25"/>
                    </a:cxn>
                    <a:cxn ang="0">
                      <a:pos x="122" y="37"/>
                    </a:cxn>
                    <a:cxn ang="0">
                      <a:pos x="118" y="39"/>
                    </a:cxn>
                    <a:cxn ang="0">
                      <a:pos x="112" y="42"/>
                    </a:cxn>
                    <a:cxn ang="0">
                      <a:pos x="105" y="45"/>
                    </a:cxn>
                    <a:cxn ang="0">
                      <a:pos x="99" y="51"/>
                    </a:cxn>
                    <a:cxn ang="0">
                      <a:pos x="90" y="56"/>
                    </a:cxn>
                    <a:cxn ang="0">
                      <a:pos x="85" y="54"/>
                    </a:cxn>
                    <a:cxn ang="0">
                      <a:pos x="84" y="58"/>
                    </a:cxn>
                    <a:cxn ang="0">
                      <a:pos x="81" y="61"/>
                    </a:cxn>
                    <a:cxn ang="0">
                      <a:pos x="71" y="65"/>
                    </a:cxn>
                    <a:cxn ang="0">
                      <a:pos x="67" y="70"/>
                    </a:cxn>
                    <a:cxn ang="0">
                      <a:pos x="56" y="73"/>
                    </a:cxn>
                    <a:cxn ang="0">
                      <a:pos x="53" y="76"/>
                    </a:cxn>
                    <a:cxn ang="0">
                      <a:pos x="47" y="78"/>
                    </a:cxn>
                    <a:cxn ang="0">
                      <a:pos x="31" y="81"/>
                    </a:cxn>
                    <a:cxn ang="0">
                      <a:pos x="26" y="84"/>
                    </a:cxn>
                    <a:cxn ang="0">
                      <a:pos x="19" y="87"/>
                    </a:cxn>
                    <a:cxn ang="0">
                      <a:pos x="12" y="85"/>
                    </a:cxn>
                    <a:cxn ang="0">
                      <a:pos x="6" y="84"/>
                    </a:cxn>
                    <a:cxn ang="0">
                      <a:pos x="3" y="84"/>
                    </a:cxn>
                    <a:cxn ang="0">
                      <a:pos x="5" y="81"/>
                    </a:cxn>
                    <a:cxn ang="0">
                      <a:pos x="8" y="76"/>
                    </a:cxn>
                    <a:cxn ang="0">
                      <a:pos x="12" y="72"/>
                    </a:cxn>
                    <a:cxn ang="0">
                      <a:pos x="16" y="75"/>
                    </a:cxn>
                    <a:cxn ang="0">
                      <a:pos x="14" y="70"/>
                    </a:cxn>
                    <a:cxn ang="0">
                      <a:pos x="17" y="72"/>
                    </a:cxn>
                    <a:cxn ang="0">
                      <a:pos x="22" y="70"/>
                    </a:cxn>
                    <a:cxn ang="0">
                      <a:pos x="26" y="65"/>
                    </a:cxn>
                    <a:cxn ang="0">
                      <a:pos x="26" y="61"/>
                    </a:cxn>
                    <a:cxn ang="0">
                      <a:pos x="31" y="62"/>
                    </a:cxn>
                    <a:cxn ang="0">
                      <a:pos x="36" y="54"/>
                    </a:cxn>
                    <a:cxn ang="0">
                      <a:pos x="40" y="51"/>
                    </a:cxn>
                    <a:cxn ang="0">
                      <a:pos x="43" y="50"/>
                    </a:cxn>
                    <a:cxn ang="0">
                      <a:pos x="47" y="48"/>
                    </a:cxn>
                    <a:cxn ang="0">
                      <a:pos x="48" y="44"/>
                    </a:cxn>
                    <a:cxn ang="0">
                      <a:pos x="50" y="39"/>
                    </a:cxn>
                    <a:cxn ang="0">
                      <a:pos x="51" y="33"/>
                    </a:cxn>
                    <a:cxn ang="0">
                      <a:pos x="59" y="28"/>
                    </a:cxn>
                    <a:cxn ang="0">
                      <a:pos x="67" y="27"/>
                    </a:cxn>
                    <a:cxn ang="0">
                      <a:pos x="71" y="22"/>
                    </a:cxn>
                    <a:cxn ang="0">
                      <a:pos x="76" y="19"/>
                    </a:cxn>
                    <a:cxn ang="0">
                      <a:pos x="81" y="16"/>
                    </a:cxn>
                    <a:cxn ang="0">
                      <a:pos x="87" y="11"/>
                    </a:cxn>
                    <a:cxn ang="0">
                      <a:pos x="95" y="8"/>
                    </a:cxn>
                    <a:cxn ang="0">
                      <a:pos x="112" y="0"/>
                    </a:cxn>
                  </a:cxnLst>
                  <a:rect l="0" t="0" r="r" b="b"/>
                  <a:pathLst>
                    <a:path w="141" h="87">
                      <a:moveTo>
                        <a:pt x="30" y="82"/>
                      </a:moveTo>
                      <a:lnTo>
                        <a:pt x="31" y="82"/>
                      </a:lnTo>
                      <a:lnTo>
                        <a:pt x="30" y="84"/>
                      </a:lnTo>
                      <a:lnTo>
                        <a:pt x="30" y="82"/>
                      </a:lnTo>
                      <a:close/>
                      <a:moveTo>
                        <a:pt x="0" y="81"/>
                      </a:moveTo>
                      <a:lnTo>
                        <a:pt x="2" y="82"/>
                      </a:lnTo>
                      <a:lnTo>
                        <a:pt x="0" y="82"/>
                      </a:lnTo>
                      <a:lnTo>
                        <a:pt x="0" y="81"/>
                      </a:lnTo>
                      <a:close/>
                      <a:moveTo>
                        <a:pt x="0" y="78"/>
                      </a:moveTo>
                      <a:lnTo>
                        <a:pt x="2" y="79"/>
                      </a:lnTo>
                      <a:lnTo>
                        <a:pt x="0" y="79"/>
                      </a:lnTo>
                      <a:lnTo>
                        <a:pt x="0" y="78"/>
                      </a:lnTo>
                      <a:close/>
                      <a:moveTo>
                        <a:pt x="8" y="73"/>
                      </a:moveTo>
                      <a:lnTo>
                        <a:pt x="9" y="75"/>
                      </a:lnTo>
                      <a:lnTo>
                        <a:pt x="8" y="75"/>
                      </a:lnTo>
                      <a:lnTo>
                        <a:pt x="8" y="73"/>
                      </a:lnTo>
                      <a:close/>
                      <a:moveTo>
                        <a:pt x="17" y="68"/>
                      </a:moveTo>
                      <a:lnTo>
                        <a:pt x="19" y="68"/>
                      </a:lnTo>
                      <a:lnTo>
                        <a:pt x="19" y="70"/>
                      </a:lnTo>
                      <a:lnTo>
                        <a:pt x="17" y="70"/>
                      </a:lnTo>
                      <a:lnTo>
                        <a:pt x="17" y="68"/>
                      </a:lnTo>
                      <a:close/>
                      <a:moveTo>
                        <a:pt x="23" y="64"/>
                      </a:moveTo>
                      <a:lnTo>
                        <a:pt x="25" y="65"/>
                      </a:lnTo>
                      <a:lnTo>
                        <a:pt x="23" y="65"/>
                      </a:lnTo>
                      <a:lnTo>
                        <a:pt x="23" y="64"/>
                      </a:lnTo>
                      <a:close/>
                      <a:moveTo>
                        <a:pt x="31" y="58"/>
                      </a:moveTo>
                      <a:lnTo>
                        <a:pt x="33" y="58"/>
                      </a:lnTo>
                      <a:lnTo>
                        <a:pt x="33" y="59"/>
                      </a:lnTo>
                      <a:lnTo>
                        <a:pt x="31" y="58"/>
                      </a:lnTo>
                      <a:close/>
                      <a:moveTo>
                        <a:pt x="23" y="58"/>
                      </a:moveTo>
                      <a:lnTo>
                        <a:pt x="25" y="58"/>
                      </a:lnTo>
                      <a:lnTo>
                        <a:pt x="25" y="59"/>
                      </a:lnTo>
                      <a:lnTo>
                        <a:pt x="23" y="59"/>
                      </a:lnTo>
                      <a:lnTo>
                        <a:pt x="23" y="58"/>
                      </a:lnTo>
                      <a:close/>
                      <a:moveTo>
                        <a:pt x="91" y="53"/>
                      </a:moveTo>
                      <a:lnTo>
                        <a:pt x="93" y="53"/>
                      </a:lnTo>
                      <a:lnTo>
                        <a:pt x="93" y="54"/>
                      </a:lnTo>
                      <a:lnTo>
                        <a:pt x="91" y="53"/>
                      </a:lnTo>
                      <a:close/>
                      <a:moveTo>
                        <a:pt x="34" y="50"/>
                      </a:moveTo>
                      <a:lnTo>
                        <a:pt x="36" y="50"/>
                      </a:lnTo>
                      <a:lnTo>
                        <a:pt x="34" y="51"/>
                      </a:lnTo>
                      <a:lnTo>
                        <a:pt x="34" y="50"/>
                      </a:lnTo>
                      <a:close/>
                      <a:moveTo>
                        <a:pt x="68" y="23"/>
                      </a:moveTo>
                      <a:lnTo>
                        <a:pt x="70" y="23"/>
                      </a:lnTo>
                      <a:lnTo>
                        <a:pt x="70" y="25"/>
                      </a:lnTo>
                      <a:lnTo>
                        <a:pt x="68" y="25"/>
                      </a:lnTo>
                      <a:lnTo>
                        <a:pt x="68" y="23"/>
                      </a:lnTo>
                      <a:close/>
                      <a:moveTo>
                        <a:pt x="112" y="0"/>
                      </a:moveTo>
                      <a:lnTo>
                        <a:pt x="116" y="0"/>
                      </a:lnTo>
                      <a:lnTo>
                        <a:pt x="116" y="2"/>
                      </a:lnTo>
                      <a:lnTo>
                        <a:pt x="121" y="2"/>
                      </a:lnTo>
                      <a:lnTo>
                        <a:pt x="122" y="3"/>
                      </a:lnTo>
                      <a:lnTo>
                        <a:pt x="126" y="5"/>
                      </a:lnTo>
                      <a:lnTo>
                        <a:pt x="127" y="5"/>
                      </a:lnTo>
                      <a:lnTo>
                        <a:pt x="127" y="6"/>
                      </a:lnTo>
                      <a:lnTo>
                        <a:pt x="130" y="6"/>
                      </a:lnTo>
                      <a:lnTo>
                        <a:pt x="132" y="5"/>
                      </a:lnTo>
                      <a:lnTo>
                        <a:pt x="132" y="8"/>
                      </a:lnTo>
                      <a:lnTo>
                        <a:pt x="133" y="6"/>
                      </a:lnTo>
                      <a:lnTo>
                        <a:pt x="133" y="8"/>
                      </a:lnTo>
                      <a:lnTo>
                        <a:pt x="135" y="6"/>
                      </a:lnTo>
                      <a:lnTo>
                        <a:pt x="135" y="8"/>
                      </a:lnTo>
                      <a:lnTo>
                        <a:pt x="138" y="11"/>
                      </a:lnTo>
                      <a:lnTo>
                        <a:pt x="138" y="9"/>
                      </a:lnTo>
                      <a:lnTo>
                        <a:pt x="136" y="8"/>
                      </a:lnTo>
                      <a:lnTo>
                        <a:pt x="138" y="8"/>
                      </a:lnTo>
                      <a:lnTo>
                        <a:pt x="140" y="11"/>
                      </a:lnTo>
                      <a:lnTo>
                        <a:pt x="141" y="13"/>
                      </a:lnTo>
                      <a:lnTo>
                        <a:pt x="141" y="20"/>
                      </a:lnTo>
                      <a:lnTo>
                        <a:pt x="140" y="25"/>
                      </a:lnTo>
                      <a:lnTo>
                        <a:pt x="136" y="28"/>
                      </a:lnTo>
                      <a:lnTo>
                        <a:pt x="132" y="31"/>
                      </a:lnTo>
                      <a:lnTo>
                        <a:pt x="129" y="34"/>
                      </a:lnTo>
                      <a:lnTo>
                        <a:pt x="124" y="36"/>
                      </a:lnTo>
                      <a:lnTo>
                        <a:pt x="122" y="37"/>
                      </a:lnTo>
                      <a:lnTo>
                        <a:pt x="121" y="37"/>
                      </a:lnTo>
                      <a:lnTo>
                        <a:pt x="119" y="36"/>
                      </a:lnTo>
                      <a:lnTo>
                        <a:pt x="119" y="37"/>
                      </a:lnTo>
                      <a:lnTo>
                        <a:pt x="118" y="37"/>
                      </a:lnTo>
                      <a:lnTo>
                        <a:pt x="118" y="39"/>
                      </a:lnTo>
                      <a:lnTo>
                        <a:pt x="116" y="37"/>
                      </a:lnTo>
                      <a:lnTo>
                        <a:pt x="116" y="39"/>
                      </a:lnTo>
                      <a:lnTo>
                        <a:pt x="113" y="42"/>
                      </a:lnTo>
                      <a:lnTo>
                        <a:pt x="113" y="44"/>
                      </a:lnTo>
                      <a:lnTo>
                        <a:pt x="112" y="42"/>
                      </a:lnTo>
                      <a:lnTo>
                        <a:pt x="109" y="42"/>
                      </a:lnTo>
                      <a:lnTo>
                        <a:pt x="109" y="44"/>
                      </a:lnTo>
                      <a:lnTo>
                        <a:pt x="107" y="42"/>
                      </a:lnTo>
                      <a:lnTo>
                        <a:pt x="107" y="45"/>
                      </a:lnTo>
                      <a:lnTo>
                        <a:pt x="105" y="45"/>
                      </a:lnTo>
                      <a:lnTo>
                        <a:pt x="105" y="47"/>
                      </a:lnTo>
                      <a:lnTo>
                        <a:pt x="101" y="47"/>
                      </a:lnTo>
                      <a:lnTo>
                        <a:pt x="101" y="48"/>
                      </a:lnTo>
                      <a:lnTo>
                        <a:pt x="99" y="48"/>
                      </a:lnTo>
                      <a:lnTo>
                        <a:pt x="99" y="51"/>
                      </a:lnTo>
                      <a:lnTo>
                        <a:pt x="91" y="51"/>
                      </a:lnTo>
                      <a:lnTo>
                        <a:pt x="91" y="56"/>
                      </a:lnTo>
                      <a:lnTo>
                        <a:pt x="90" y="54"/>
                      </a:lnTo>
                      <a:lnTo>
                        <a:pt x="88" y="54"/>
                      </a:lnTo>
                      <a:lnTo>
                        <a:pt x="90" y="56"/>
                      </a:lnTo>
                      <a:lnTo>
                        <a:pt x="88" y="56"/>
                      </a:lnTo>
                      <a:lnTo>
                        <a:pt x="88" y="58"/>
                      </a:lnTo>
                      <a:lnTo>
                        <a:pt x="87" y="56"/>
                      </a:lnTo>
                      <a:lnTo>
                        <a:pt x="87" y="54"/>
                      </a:lnTo>
                      <a:lnTo>
                        <a:pt x="85" y="54"/>
                      </a:lnTo>
                      <a:lnTo>
                        <a:pt x="85" y="56"/>
                      </a:lnTo>
                      <a:lnTo>
                        <a:pt x="87" y="58"/>
                      </a:lnTo>
                      <a:lnTo>
                        <a:pt x="85" y="58"/>
                      </a:lnTo>
                      <a:lnTo>
                        <a:pt x="85" y="59"/>
                      </a:lnTo>
                      <a:lnTo>
                        <a:pt x="84" y="58"/>
                      </a:lnTo>
                      <a:lnTo>
                        <a:pt x="84" y="61"/>
                      </a:lnTo>
                      <a:lnTo>
                        <a:pt x="82" y="61"/>
                      </a:lnTo>
                      <a:lnTo>
                        <a:pt x="82" y="59"/>
                      </a:lnTo>
                      <a:lnTo>
                        <a:pt x="81" y="59"/>
                      </a:lnTo>
                      <a:lnTo>
                        <a:pt x="81" y="61"/>
                      </a:lnTo>
                      <a:lnTo>
                        <a:pt x="79" y="61"/>
                      </a:lnTo>
                      <a:lnTo>
                        <a:pt x="79" y="62"/>
                      </a:lnTo>
                      <a:lnTo>
                        <a:pt x="81" y="64"/>
                      </a:lnTo>
                      <a:lnTo>
                        <a:pt x="79" y="65"/>
                      </a:lnTo>
                      <a:lnTo>
                        <a:pt x="71" y="65"/>
                      </a:lnTo>
                      <a:lnTo>
                        <a:pt x="70" y="67"/>
                      </a:lnTo>
                      <a:lnTo>
                        <a:pt x="68" y="67"/>
                      </a:lnTo>
                      <a:lnTo>
                        <a:pt x="68" y="70"/>
                      </a:lnTo>
                      <a:lnTo>
                        <a:pt x="67" y="68"/>
                      </a:lnTo>
                      <a:lnTo>
                        <a:pt x="67" y="70"/>
                      </a:lnTo>
                      <a:lnTo>
                        <a:pt x="65" y="70"/>
                      </a:lnTo>
                      <a:lnTo>
                        <a:pt x="64" y="72"/>
                      </a:lnTo>
                      <a:lnTo>
                        <a:pt x="62" y="72"/>
                      </a:lnTo>
                      <a:lnTo>
                        <a:pt x="62" y="73"/>
                      </a:lnTo>
                      <a:lnTo>
                        <a:pt x="56" y="73"/>
                      </a:lnTo>
                      <a:lnTo>
                        <a:pt x="56" y="72"/>
                      </a:lnTo>
                      <a:lnTo>
                        <a:pt x="54" y="72"/>
                      </a:lnTo>
                      <a:lnTo>
                        <a:pt x="56" y="73"/>
                      </a:lnTo>
                      <a:lnTo>
                        <a:pt x="53" y="73"/>
                      </a:lnTo>
                      <a:lnTo>
                        <a:pt x="53" y="76"/>
                      </a:lnTo>
                      <a:lnTo>
                        <a:pt x="50" y="76"/>
                      </a:lnTo>
                      <a:lnTo>
                        <a:pt x="48" y="75"/>
                      </a:lnTo>
                      <a:lnTo>
                        <a:pt x="48" y="76"/>
                      </a:lnTo>
                      <a:lnTo>
                        <a:pt x="47" y="76"/>
                      </a:lnTo>
                      <a:lnTo>
                        <a:pt x="47" y="78"/>
                      </a:lnTo>
                      <a:lnTo>
                        <a:pt x="45" y="76"/>
                      </a:lnTo>
                      <a:lnTo>
                        <a:pt x="45" y="79"/>
                      </a:lnTo>
                      <a:lnTo>
                        <a:pt x="42" y="79"/>
                      </a:lnTo>
                      <a:lnTo>
                        <a:pt x="42" y="81"/>
                      </a:lnTo>
                      <a:lnTo>
                        <a:pt x="31" y="81"/>
                      </a:lnTo>
                      <a:lnTo>
                        <a:pt x="31" y="82"/>
                      </a:lnTo>
                      <a:lnTo>
                        <a:pt x="30" y="81"/>
                      </a:lnTo>
                      <a:lnTo>
                        <a:pt x="30" y="82"/>
                      </a:lnTo>
                      <a:lnTo>
                        <a:pt x="26" y="82"/>
                      </a:lnTo>
                      <a:lnTo>
                        <a:pt x="26" y="84"/>
                      </a:lnTo>
                      <a:lnTo>
                        <a:pt x="25" y="84"/>
                      </a:lnTo>
                      <a:lnTo>
                        <a:pt x="23" y="82"/>
                      </a:lnTo>
                      <a:lnTo>
                        <a:pt x="23" y="84"/>
                      </a:lnTo>
                      <a:lnTo>
                        <a:pt x="22" y="84"/>
                      </a:lnTo>
                      <a:lnTo>
                        <a:pt x="19" y="87"/>
                      </a:lnTo>
                      <a:lnTo>
                        <a:pt x="17" y="87"/>
                      </a:lnTo>
                      <a:lnTo>
                        <a:pt x="16" y="85"/>
                      </a:lnTo>
                      <a:lnTo>
                        <a:pt x="14" y="85"/>
                      </a:lnTo>
                      <a:lnTo>
                        <a:pt x="14" y="87"/>
                      </a:lnTo>
                      <a:lnTo>
                        <a:pt x="12" y="85"/>
                      </a:lnTo>
                      <a:lnTo>
                        <a:pt x="12" y="87"/>
                      </a:lnTo>
                      <a:lnTo>
                        <a:pt x="11" y="85"/>
                      </a:lnTo>
                      <a:lnTo>
                        <a:pt x="9" y="85"/>
                      </a:lnTo>
                      <a:lnTo>
                        <a:pt x="8" y="84"/>
                      </a:lnTo>
                      <a:lnTo>
                        <a:pt x="6" y="84"/>
                      </a:lnTo>
                      <a:lnTo>
                        <a:pt x="5" y="82"/>
                      </a:lnTo>
                      <a:lnTo>
                        <a:pt x="6" y="85"/>
                      </a:lnTo>
                      <a:lnTo>
                        <a:pt x="5" y="85"/>
                      </a:lnTo>
                      <a:lnTo>
                        <a:pt x="5" y="84"/>
                      </a:lnTo>
                      <a:lnTo>
                        <a:pt x="3" y="84"/>
                      </a:lnTo>
                      <a:lnTo>
                        <a:pt x="2" y="82"/>
                      </a:lnTo>
                      <a:lnTo>
                        <a:pt x="2" y="78"/>
                      </a:lnTo>
                      <a:lnTo>
                        <a:pt x="3" y="79"/>
                      </a:lnTo>
                      <a:lnTo>
                        <a:pt x="3" y="81"/>
                      </a:lnTo>
                      <a:lnTo>
                        <a:pt x="5" y="81"/>
                      </a:lnTo>
                      <a:lnTo>
                        <a:pt x="5" y="78"/>
                      </a:lnTo>
                      <a:lnTo>
                        <a:pt x="6" y="79"/>
                      </a:lnTo>
                      <a:lnTo>
                        <a:pt x="6" y="78"/>
                      </a:lnTo>
                      <a:lnTo>
                        <a:pt x="8" y="78"/>
                      </a:lnTo>
                      <a:lnTo>
                        <a:pt x="8" y="76"/>
                      </a:lnTo>
                      <a:lnTo>
                        <a:pt x="9" y="78"/>
                      </a:lnTo>
                      <a:lnTo>
                        <a:pt x="9" y="76"/>
                      </a:lnTo>
                      <a:lnTo>
                        <a:pt x="11" y="76"/>
                      </a:lnTo>
                      <a:lnTo>
                        <a:pt x="11" y="72"/>
                      </a:lnTo>
                      <a:lnTo>
                        <a:pt x="12" y="72"/>
                      </a:lnTo>
                      <a:lnTo>
                        <a:pt x="12" y="73"/>
                      </a:lnTo>
                      <a:lnTo>
                        <a:pt x="14" y="75"/>
                      </a:lnTo>
                      <a:lnTo>
                        <a:pt x="14" y="76"/>
                      </a:lnTo>
                      <a:lnTo>
                        <a:pt x="16" y="76"/>
                      </a:lnTo>
                      <a:lnTo>
                        <a:pt x="16" y="75"/>
                      </a:lnTo>
                      <a:lnTo>
                        <a:pt x="14" y="75"/>
                      </a:lnTo>
                      <a:lnTo>
                        <a:pt x="14" y="73"/>
                      </a:lnTo>
                      <a:lnTo>
                        <a:pt x="16" y="73"/>
                      </a:lnTo>
                      <a:lnTo>
                        <a:pt x="14" y="72"/>
                      </a:lnTo>
                      <a:lnTo>
                        <a:pt x="14" y="70"/>
                      </a:lnTo>
                      <a:lnTo>
                        <a:pt x="16" y="70"/>
                      </a:lnTo>
                      <a:lnTo>
                        <a:pt x="14" y="68"/>
                      </a:lnTo>
                      <a:lnTo>
                        <a:pt x="16" y="68"/>
                      </a:lnTo>
                      <a:lnTo>
                        <a:pt x="17" y="70"/>
                      </a:lnTo>
                      <a:lnTo>
                        <a:pt x="17" y="72"/>
                      </a:lnTo>
                      <a:lnTo>
                        <a:pt x="19" y="72"/>
                      </a:lnTo>
                      <a:lnTo>
                        <a:pt x="19" y="70"/>
                      </a:lnTo>
                      <a:lnTo>
                        <a:pt x="20" y="70"/>
                      </a:lnTo>
                      <a:lnTo>
                        <a:pt x="20" y="68"/>
                      </a:lnTo>
                      <a:lnTo>
                        <a:pt x="22" y="70"/>
                      </a:lnTo>
                      <a:lnTo>
                        <a:pt x="22" y="65"/>
                      </a:lnTo>
                      <a:lnTo>
                        <a:pt x="23" y="67"/>
                      </a:lnTo>
                      <a:lnTo>
                        <a:pt x="25" y="67"/>
                      </a:lnTo>
                      <a:lnTo>
                        <a:pt x="25" y="65"/>
                      </a:lnTo>
                      <a:lnTo>
                        <a:pt x="26" y="65"/>
                      </a:lnTo>
                      <a:lnTo>
                        <a:pt x="26" y="64"/>
                      </a:lnTo>
                      <a:lnTo>
                        <a:pt x="25" y="62"/>
                      </a:lnTo>
                      <a:lnTo>
                        <a:pt x="25" y="59"/>
                      </a:lnTo>
                      <a:lnTo>
                        <a:pt x="26" y="59"/>
                      </a:lnTo>
                      <a:lnTo>
                        <a:pt x="26" y="61"/>
                      </a:lnTo>
                      <a:lnTo>
                        <a:pt x="28" y="62"/>
                      </a:lnTo>
                      <a:lnTo>
                        <a:pt x="30" y="62"/>
                      </a:lnTo>
                      <a:lnTo>
                        <a:pt x="28" y="61"/>
                      </a:lnTo>
                      <a:lnTo>
                        <a:pt x="30" y="61"/>
                      </a:lnTo>
                      <a:lnTo>
                        <a:pt x="31" y="62"/>
                      </a:lnTo>
                      <a:lnTo>
                        <a:pt x="31" y="59"/>
                      </a:lnTo>
                      <a:lnTo>
                        <a:pt x="34" y="59"/>
                      </a:lnTo>
                      <a:lnTo>
                        <a:pt x="34" y="56"/>
                      </a:lnTo>
                      <a:lnTo>
                        <a:pt x="33" y="54"/>
                      </a:lnTo>
                      <a:lnTo>
                        <a:pt x="36" y="54"/>
                      </a:lnTo>
                      <a:lnTo>
                        <a:pt x="36" y="50"/>
                      </a:lnTo>
                      <a:lnTo>
                        <a:pt x="37" y="51"/>
                      </a:lnTo>
                      <a:lnTo>
                        <a:pt x="39" y="51"/>
                      </a:lnTo>
                      <a:lnTo>
                        <a:pt x="40" y="53"/>
                      </a:lnTo>
                      <a:lnTo>
                        <a:pt x="40" y="51"/>
                      </a:lnTo>
                      <a:lnTo>
                        <a:pt x="42" y="53"/>
                      </a:lnTo>
                      <a:lnTo>
                        <a:pt x="43" y="53"/>
                      </a:lnTo>
                      <a:lnTo>
                        <a:pt x="43" y="51"/>
                      </a:lnTo>
                      <a:lnTo>
                        <a:pt x="42" y="50"/>
                      </a:lnTo>
                      <a:lnTo>
                        <a:pt x="43" y="50"/>
                      </a:lnTo>
                      <a:lnTo>
                        <a:pt x="45" y="53"/>
                      </a:lnTo>
                      <a:lnTo>
                        <a:pt x="45" y="50"/>
                      </a:lnTo>
                      <a:lnTo>
                        <a:pt x="43" y="50"/>
                      </a:lnTo>
                      <a:lnTo>
                        <a:pt x="43" y="48"/>
                      </a:lnTo>
                      <a:lnTo>
                        <a:pt x="47" y="48"/>
                      </a:lnTo>
                      <a:lnTo>
                        <a:pt x="47" y="47"/>
                      </a:lnTo>
                      <a:lnTo>
                        <a:pt x="45" y="47"/>
                      </a:lnTo>
                      <a:lnTo>
                        <a:pt x="45" y="45"/>
                      </a:lnTo>
                      <a:lnTo>
                        <a:pt x="48" y="45"/>
                      </a:lnTo>
                      <a:lnTo>
                        <a:pt x="48" y="44"/>
                      </a:lnTo>
                      <a:lnTo>
                        <a:pt x="50" y="44"/>
                      </a:lnTo>
                      <a:lnTo>
                        <a:pt x="50" y="40"/>
                      </a:lnTo>
                      <a:lnTo>
                        <a:pt x="48" y="40"/>
                      </a:lnTo>
                      <a:lnTo>
                        <a:pt x="48" y="39"/>
                      </a:lnTo>
                      <a:lnTo>
                        <a:pt x="50" y="39"/>
                      </a:lnTo>
                      <a:lnTo>
                        <a:pt x="50" y="37"/>
                      </a:lnTo>
                      <a:lnTo>
                        <a:pt x="48" y="36"/>
                      </a:lnTo>
                      <a:lnTo>
                        <a:pt x="48" y="34"/>
                      </a:lnTo>
                      <a:lnTo>
                        <a:pt x="50" y="34"/>
                      </a:lnTo>
                      <a:lnTo>
                        <a:pt x="51" y="33"/>
                      </a:lnTo>
                      <a:lnTo>
                        <a:pt x="51" y="34"/>
                      </a:lnTo>
                      <a:lnTo>
                        <a:pt x="53" y="34"/>
                      </a:lnTo>
                      <a:lnTo>
                        <a:pt x="54" y="36"/>
                      </a:lnTo>
                      <a:lnTo>
                        <a:pt x="54" y="33"/>
                      </a:lnTo>
                      <a:lnTo>
                        <a:pt x="59" y="28"/>
                      </a:lnTo>
                      <a:lnTo>
                        <a:pt x="61" y="28"/>
                      </a:lnTo>
                      <a:lnTo>
                        <a:pt x="61" y="30"/>
                      </a:lnTo>
                      <a:lnTo>
                        <a:pt x="62" y="28"/>
                      </a:lnTo>
                      <a:lnTo>
                        <a:pt x="67" y="28"/>
                      </a:lnTo>
                      <a:lnTo>
                        <a:pt x="67" y="27"/>
                      </a:lnTo>
                      <a:lnTo>
                        <a:pt x="68" y="25"/>
                      </a:lnTo>
                      <a:lnTo>
                        <a:pt x="70" y="27"/>
                      </a:lnTo>
                      <a:lnTo>
                        <a:pt x="70" y="25"/>
                      </a:lnTo>
                      <a:lnTo>
                        <a:pt x="71" y="25"/>
                      </a:lnTo>
                      <a:lnTo>
                        <a:pt x="71" y="22"/>
                      </a:lnTo>
                      <a:lnTo>
                        <a:pt x="73" y="22"/>
                      </a:lnTo>
                      <a:lnTo>
                        <a:pt x="74" y="23"/>
                      </a:lnTo>
                      <a:lnTo>
                        <a:pt x="74" y="20"/>
                      </a:lnTo>
                      <a:lnTo>
                        <a:pt x="76" y="20"/>
                      </a:lnTo>
                      <a:lnTo>
                        <a:pt x="76" y="19"/>
                      </a:lnTo>
                      <a:lnTo>
                        <a:pt x="78" y="17"/>
                      </a:lnTo>
                      <a:lnTo>
                        <a:pt x="79" y="17"/>
                      </a:lnTo>
                      <a:lnTo>
                        <a:pt x="79" y="19"/>
                      </a:lnTo>
                      <a:lnTo>
                        <a:pt x="81" y="19"/>
                      </a:lnTo>
                      <a:lnTo>
                        <a:pt x="81" y="16"/>
                      </a:lnTo>
                      <a:lnTo>
                        <a:pt x="84" y="16"/>
                      </a:lnTo>
                      <a:lnTo>
                        <a:pt x="84" y="14"/>
                      </a:lnTo>
                      <a:lnTo>
                        <a:pt x="85" y="14"/>
                      </a:lnTo>
                      <a:lnTo>
                        <a:pt x="85" y="13"/>
                      </a:lnTo>
                      <a:lnTo>
                        <a:pt x="87" y="11"/>
                      </a:lnTo>
                      <a:lnTo>
                        <a:pt x="91" y="11"/>
                      </a:lnTo>
                      <a:lnTo>
                        <a:pt x="91" y="9"/>
                      </a:lnTo>
                      <a:lnTo>
                        <a:pt x="93" y="11"/>
                      </a:lnTo>
                      <a:lnTo>
                        <a:pt x="93" y="9"/>
                      </a:lnTo>
                      <a:lnTo>
                        <a:pt x="95" y="8"/>
                      </a:lnTo>
                      <a:lnTo>
                        <a:pt x="98" y="6"/>
                      </a:lnTo>
                      <a:lnTo>
                        <a:pt x="101" y="3"/>
                      </a:lnTo>
                      <a:lnTo>
                        <a:pt x="110" y="3"/>
                      </a:lnTo>
                      <a:lnTo>
                        <a:pt x="110" y="2"/>
                      </a:lnTo>
                      <a:lnTo>
                        <a:pt x="112" y="0"/>
                      </a:lnTo>
                      <a:close/>
                    </a:path>
                  </a:pathLst>
                </a:custGeom>
                <a:ln>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grpSp>
        </p:grpSp>
        <p:sp>
          <p:nvSpPr>
            <p:cNvPr id="10" name="TextBox 9">
              <a:extLst>
                <a:ext uri="{FF2B5EF4-FFF2-40B4-BE49-F238E27FC236}">
                  <a16:creationId xmlns:a16="http://schemas.microsoft.com/office/drawing/2014/main" id="{1B926C8F-7B39-46BA-9550-FEC1E5918490}"/>
                </a:ext>
              </a:extLst>
            </p:cNvPr>
            <p:cNvSpPr txBox="1"/>
            <p:nvPr/>
          </p:nvSpPr>
          <p:spPr>
            <a:xfrm>
              <a:off x="3827462" y="4953000"/>
              <a:ext cx="868251" cy="575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1800" dirty="0">
                  <a:solidFill>
                    <a:schemeClr val="bg1"/>
                  </a:solidFill>
                  <a:latin typeface="Arial" pitchFamily="34" charset="0"/>
                  <a:cs typeface="Arial" pitchFamily="34" charset="0"/>
                </a:rPr>
                <a:t>OData</a:t>
              </a:r>
            </a:p>
          </p:txBody>
        </p:sp>
        <p:sp>
          <p:nvSpPr>
            <p:cNvPr id="11" name="TextBox 10">
              <a:extLst>
                <a:ext uri="{FF2B5EF4-FFF2-40B4-BE49-F238E27FC236}">
                  <a16:creationId xmlns:a16="http://schemas.microsoft.com/office/drawing/2014/main" id="{3D5EE0FB-7124-416A-93D9-81CED14C2DD2}"/>
                </a:ext>
              </a:extLst>
            </p:cNvPr>
            <p:cNvSpPr txBox="1"/>
            <p:nvPr/>
          </p:nvSpPr>
          <p:spPr>
            <a:xfrm>
              <a:off x="4781550" y="4953000"/>
              <a:ext cx="815947" cy="575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1800" dirty="0">
                  <a:solidFill>
                    <a:schemeClr val="bg1"/>
                  </a:solidFill>
                  <a:latin typeface="Arial" pitchFamily="34" charset="0"/>
                  <a:cs typeface="Arial" pitchFamily="34" charset="0"/>
                </a:rPr>
                <a:t>JSON</a:t>
              </a:r>
            </a:p>
          </p:txBody>
        </p:sp>
        <p:sp>
          <p:nvSpPr>
            <p:cNvPr id="12" name="TextBox 11">
              <a:extLst>
                <a:ext uri="{FF2B5EF4-FFF2-40B4-BE49-F238E27FC236}">
                  <a16:creationId xmlns:a16="http://schemas.microsoft.com/office/drawing/2014/main" id="{171CA5BC-A3B6-4EF6-8581-087B06C86F44}"/>
                </a:ext>
              </a:extLst>
            </p:cNvPr>
            <p:cNvSpPr txBox="1"/>
            <p:nvPr/>
          </p:nvSpPr>
          <p:spPr>
            <a:xfrm>
              <a:off x="5792788" y="4953000"/>
              <a:ext cx="672110" cy="575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1800" dirty="0">
                  <a:solidFill>
                    <a:schemeClr val="bg1"/>
                  </a:solidFill>
                  <a:latin typeface="Arial" pitchFamily="34" charset="0"/>
                  <a:cs typeface="Arial" pitchFamily="34" charset="0"/>
                </a:rPr>
                <a:t>XML</a:t>
              </a:r>
            </a:p>
          </p:txBody>
        </p:sp>
        <p:sp>
          <p:nvSpPr>
            <p:cNvPr id="13" name="TextBox 12">
              <a:extLst>
                <a:ext uri="{FF2B5EF4-FFF2-40B4-BE49-F238E27FC236}">
                  <a16:creationId xmlns:a16="http://schemas.microsoft.com/office/drawing/2014/main" id="{35930C1E-F5AC-4979-8A4A-F210B5572972}"/>
                </a:ext>
              </a:extLst>
            </p:cNvPr>
            <p:cNvSpPr txBox="1"/>
            <p:nvPr/>
          </p:nvSpPr>
          <p:spPr>
            <a:xfrm>
              <a:off x="6708776" y="4953000"/>
              <a:ext cx="1195153" cy="575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1800" dirty="0">
                  <a:solidFill>
                    <a:schemeClr val="bg1"/>
                  </a:solidFill>
                  <a:latin typeface="Arial" pitchFamily="34" charset="0"/>
                  <a:cs typeface="Arial" pitchFamily="34" charset="0"/>
                </a:rPr>
                <a:t>Resource</a:t>
              </a:r>
            </a:p>
          </p:txBody>
        </p:sp>
        <p:sp>
          <p:nvSpPr>
            <p:cNvPr id="14" name="TextBox 13">
              <a:extLst>
                <a:ext uri="{FF2B5EF4-FFF2-40B4-BE49-F238E27FC236}">
                  <a16:creationId xmlns:a16="http://schemas.microsoft.com/office/drawing/2014/main" id="{1AF1C075-9FC2-44F6-85EF-87A03FE9F71F}"/>
                </a:ext>
              </a:extLst>
            </p:cNvPr>
            <p:cNvSpPr txBox="1"/>
            <p:nvPr/>
          </p:nvSpPr>
          <p:spPr>
            <a:xfrm>
              <a:off x="2894012" y="4286251"/>
              <a:ext cx="390974" cy="479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1400" dirty="0">
                  <a:solidFill>
                    <a:schemeClr val="bg1"/>
                  </a:solidFill>
                  <a:latin typeface="Arial" pitchFamily="34" charset="0"/>
                  <a:cs typeface="Arial" pitchFamily="34" charset="0"/>
                </a:rPr>
                <a:t>20</a:t>
              </a:r>
              <a:endParaRPr lang="en-US" sz="1800" dirty="0">
                <a:solidFill>
                  <a:schemeClr val="bg1"/>
                </a:solidFill>
                <a:latin typeface="Arial" pitchFamily="34" charset="0"/>
                <a:cs typeface="Arial" pitchFamily="34" charset="0"/>
              </a:endParaRPr>
            </a:p>
          </p:txBody>
        </p:sp>
        <p:sp>
          <p:nvSpPr>
            <p:cNvPr id="15" name="TextBox 14">
              <a:extLst>
                <a:ext uri="{FF2B5EF4-FFF2-40B4-BE49-F238E27FC236}">
                  <a16:creationId xmlns:a16="http://schemas.microsoft.com/office/drawing/2014/main" id="{25FDD2EA-C793-4470-B9F0-55C8A53F7D0E}"/>
                </a:ext>
              </a:extLst>
            </p:cNvPr>
            <p:cNvSpPr txBox="1"/>
            <p:nvPr/>
          </p:nvSpPr>
          <p:spPr>
            <a:xfrm>
              <a:off x="2894012" y="3614736"/>
              <a:ext cx="390974" cy="479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1400" dirty="0">
                  <a:solidFill>
                    <a:schemeClr val="bg1"/>
                  </a:solidFill>
                  <a:latin typeface="Arial" pitchFamily="34" charset="0"/>
                  <a:cs typeface="Arial" pitchFamily="34" charset="0"/>
                </a:rPr>
                <a:t>40</a:t>
              </a:r>
              <a:endParaRPr lang="en-US" sz="1800" dirty="0">
                <a:solidFill>
                  <a:schemeClr val="bg1"/>
                </a:solidFill>
                <a:latin typeface="Arial" pitchFamily="34" charset="0"/>
                <a:cs typeface="Arial" pitchFamily="34" charset="0"/>
              </a:endParaRPr>
            </a:p>
          </p:txBody>
        </p:sp>
        <p:sp>
          <p:nvSpPr>
            <p:cNvPr id="16" name="TextBox 15">
              <a:extLst>
                <a:ext uri="{FF2B5EF4-FFF2-40B4-BE49-F238E27FC236}">
                  <a16:creationId xmlns:a16="http://schemas.microsoft.com/office/drawing/2014/main" id="{3E4669C0-FF40-4346-9F25-632FBB1E2781}"/>
                </a:ext>
              </a:extLst>
            </p:cNvPr>
            <p:cNvSpPr txBox="1"/>
            <p:nvPr/>
          </p:nvSpPr>
          <p:spPr>
            <a:xfrm>
              <a:off x="2894012" y="2943224"/>
              <a:ext cx="390974" cy="479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1400" dirty="0">
                  <a:solidFill>
                    <a:schemeClr val="bg1"/>
                  </a:solidFill>
                  <a:latin typeface="Arial" pitchFamily="34" charset="0"/>
                  <a:cs typeface="Arial" pitchFamily="34" charset="0"/>
                </a:rPr>
                <a:t>60</a:t>
              </a:r>
              <a:endParaRPr lang="en-US" sz="1800" dirty="0">
                <a:solidFill>
                  <a:schemeClr val="bg1"/>
                </a:solidFill>
                <a:latin typeface="Arial" pitchFamily="34" charset="0"/>
                <a:cs typeface="Arial" pitchFamily="34" charset="0"/>
              </a:endParaRPr>
            </a:p>
          </p:txBody>
        </p:sp>
        <p:sp>
          <p:nvSpPr>
            <p:cNvPr id="17" name="TextBox 16">
              <a:extLst>
                <a:ext uri="{FF2B5EF4-FFF2-40B4-BE49-F238E27FC236}">
                  <a16:creationId xmlns:a16="http://schemas.microsoft.com/office/drawing/2014/main" id="{4289206E-D97C-45D1-BF83-367D2D612086}"/>
                </a:ext>
              </a:extLst>
            </p:cNvPr>
            <p:cNvSpPr txBox="1"/>
            <p:nvPr/>
          </p:nvSpPr>
          <p:spPr>
            <a:xfrm>
              <a:off x="2894012" y="2271711"/>
              <a:ext cx="390974" cy="479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1400" dirty="0">
                  <a:solidFill>
                    <a:schemeClr val="bg1"/>
                  </a:solidFill>
                  <a:latin typeface="Arial" pitchFamily="34" charset="0"/>
                  <a:cs typeface="Arial" pitchFamily="34" charset="0"/>
                </a:rPr>
                <a:t>80</a:t>
              </a:r>
              <a:endParaRPr lang="en-US" sz="1800" dirty="0">
                <a:solidFill>
                  <a:schemeClr val="bg1"/>
                </a:solidFill>
                <a:latin typeface="Arial" pitchFamily="34" charset="0"/>
                <a:cs typeface="Arial" pitchFamily="34" charset="0"/>
              </a:endParaRPr>
            </a:p>
          </p:txBody>
        </p:sp>
        <p:sp>
          <p:nvSpPr>
            <p:cNvPr id="18" name="TextBox 17">
              <a:extLst>
                <a:ext uri="{FF2B5EF4-FFF2-40B4-BE49-F238E27FC236}">
                  <a16:creationId xmlns:a16="http://schemas.microsoft.com/office/drawing/2014/main" id="{8433DA29-1839-467B-A020-7CE6D04CEDF1}"/>
                </a:ext>
              </a:extLst>
            </p:cNvPr>
            <p:cNvSpPr txBox="1"/>
            <p:nvPr/>
          </p:nvSpPr>
          <p:spPr>
            <a:xfrm>
              <a:off x="2894012" y="1600200"/>
              <a:ext cx="492314" cy="479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1400" dirty="0">
                  <a:solidFill>
                    <a:schemeClr val="bg1"/>
                  </a:solidFill>
                  <a:latin typeface="Arial" pitchFamily="34" charset="0"/>
                  <a:cs typeface="Arial" pitchFamily="34" charset="0"/>
                </a:rPr>
                <a:t>100</a:t>
              </a:r>
            </a:p>
          </p:txBody>
        </p:sp>
      </p:grpSp>
      <p:sp>
        <p:nvSpPr>
          <p:cNvPr id="33" name="TextBox 32">
            <a:extLst>
              <a:ext uri="{FF2B5EF4-FFF2-40B4-BE49-F238E27FC236}">
                <a16:creationId xmlns:a16="http://schemas.microsoft.com/office/drawing/2014/main" id="{26567D3A-61A5-45D4-B55C-030B46458ACF}"/>
              </a:ext>
            </a:extLst>
          </p:cNvPr>
          <p:cNvSpPr txBox="1"/>
          <p:nvPr/>
        </p:nvSpPr>
        <p:spPr>
          <a:xfrm>
            <a:off x="884720" y="4639738"/>
            <a:ext cx="1524934" cy="646331"/>
          </a:xfrm>
          <a:prstGeom prst="rect">
            <a:avLst/>
          </a:prstGeom>
          <a:noFill/>
        </p:spPr>
        <p:txBody>
          <a:bodyPr wrap="square" rtlCol="0">
            <a:spAutoFit/>
          </a:bodyPr>
          <a:lstStyle/>
          <a:p>
            <a:r>
              <a:rPr lang="en-US" dirty="0"/>
              <a:t>Usage in Percentage</a:t>
            </a:r>
          </a:p>
        </p:txBody>
      </p:sp>
      <p:sp>
        <p:nvSpPr>
          <p:cNvPr id="34" name="TextBox 33">
            <a:extLst>
              <a:ext uri="{FF2B5EF4-FFF2-40B4-BE49-F238E27FC236}">
                <a16:creationId xmlns:a16="http://schemas.microsoft.com/office/drawing/2014/main" id="{EA2B8938-64E4-404C-9146-8997E5B918C5}"/>
              </a:ext>
            </a:extLst>
          </p:cNvPr>
          <p:cNvSpPr txBox="1"/>
          <p:nvPr/>
        </p:nvSpPr>
        <p:spPr>
          <a:xfrm>
            <a:off x="8604128" y="5922954"/>
            <a:ext cx="92955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a:t>Models</a:t>
            </a:r>
          </a:p>
        </p:txBody>
      </p:sp>
      <p:sp>
        <p:nvSpPr>
          <p:cNvPr id="35" name="TextBox 34">
            <a:extLst>
              <a:ext uri="{FF2B5EF4-FFF2-40B4-BE49-F238E27FC236}">
                <a16:creationId xmlns:a16="http://schemas.microsoft.com/office/drawing/2014/main" id="{FE52111A-3168-41E4-8A1F-C4710703644C}"/>
              </a:ext>
            </a:extLst>
          </p:cNvPr>
          <p:cNvSpPr txBox="1"/>
          <p:nvPr/>
        </p:nvSpPr>
        <p:spPr>
          <a:xfrm>
            <a:off x="2752781" y="3493954"/>
            <a:ext cx="323036"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dirty="0"/>
              <a:t>%</a:t>
            </a:r>
          </a:p>
        </p:txBody>
      </p:sp>
      <p:sp>
        <p:nvSpPr>
          <p:cNvPr id="36" name="TextBox 35">
            <a:extLst>
              <a:ext uri="{FF2B5EF4-FFF2-40B4-BE49-F238E27FC236}">
                <a16:creationId xmlns:a16="http://schemas.microsoft.com/office/drawing/2014/main" id="{D297BD1A-D2AA-47CC-B4ED-7633426A812B}"/>
              </a:ext>
            </a:extLst>
          </p:cNvPr>
          <p:cNvSpPr txBox="1"/>
          <p:nvPr/>
        </p:nvSpPr>
        <p:spPr>
          <a:xfrm>
            <a:off x="3368378" y="4011501"/>
            <a:ext cx="584462" cy="369332"/>
          </a:xfrm>
          <a:prstGeom prst="rect">
            <a:avLst/>
          </a:prstGeom>
          <a:noFill/>
        </p:spPr>
        <p:txBody>
          <a:bodyPr wrap="square" rtlCol="0">
            <a:spAutoFit/>
          </a:bodyPr>
          <a:lstStyle/>
          <a:p>
            <a:pPr algn="ctr"/>
            <a:r>
              <a:rPr lang="en-US" dirty="0">
                <a:solidFill>
                  <a:srgbClr val="0070C0"/>
                </a:solidFill>
              </a:rPr>
              <a:t>95</a:t>
            </a:r>
          </a:p>
        </p:txBody>
      </p:sp>
      <p:sp>
        <p:nvSpPr>
          <p:cNvPr id="37" name="TextBox 36">
            <a:extLst>
              <a:ext uri="{FF2B5EF4-FFF2-40B4-BE49-F238E27FC236}">
                <a16:creationId xmlns:a16="http://schemas.microsoft.com/office/drawing/2014/main" id="{CA89DB82-911A-4C96-8282-4022FF876E10}"/>
              </a:ext>
            </a:extLst>
          </p:cNvPr>
          <p:cNvSpPr txBox="1"/>
          <p:nvPr/>
        </p:nvSpPr>
        <p:spPr>
          <a:xfrm>
            <a:off x="4333976" y="3786127"/>
            <a:ext cx="584462" cy="369332"/>
          </a:xfrm>
          <a:prstGeom prst="rect">
            <a:avLst/>
          </a:prstGeom>
          <a:noFill/>
        </p:spPr>
        <p:txBody>
          <a:bodyPr wrap="square" rtlCol="0">
            <a:spAutoFit/>
          </a:bodyPr>
          <a:lstStyle/>
          <a:p>
            <a:pPr algn="ctr"/>
            <a:r>
              <a:rPr lang="en-US" dirty="0">
                <a:solidFill>
                  <a:srgbClr val="0070C0"/>
                </a:solidFill>
              </a:rPr>
              <a:t>100</a:t>
            </a:r>
          </a:p>
        </p:txBody>
      </p:sp>
      <p:sp>
        <p:nvSpPr>
          <p:cNvPr id="38" name="TextBox 37">
            <a:extLst>
              <a:ext uri="{FF2B5EF4-FFF2-40B4-BE49-F238E27FC236}">
                <a16:creationId xmlns:a16="http://schemas.microsoft.com/office/drawing/2014/main" id="{7E9E48A3-3D52-448B-B72C-A7318B2D405D}"/>
              </a:ext>
            </a:extLst>
          </p:cNvPr>
          <p:cNvSpPr txBox="1"/>
          <p:nvPr/>
        </p:nvSpPr>
        <p:spPr>
          <a:xfrm>
            <a:off x="5299575" y="4962903"/>
            <a:ext cx="584462" cy="369332"/>
          </a:xfrm>
          <a:prstGeom prst="rect">
            <a:avLst/>
          </a:prstGeom>
          <a:noFill/>
        </p:spPr>
        <p:txBody>
          <a:bodyPr wrap="square" rtlCol="0">
            <a:spAutoFit/>
          </a:bodyPr>
          <a:lstStyle/>
          <a:p>
            <a:pPr algn="ctr"/>
            <a:r>
              <a:rPr lang="en-US" dirty="0">
                <a:solidFill>
                  <a:srgbClr val="0070C0"/>
                </a:solidFill>
              </a:rPr>
              <a:t>40</a:t>
            </a:r>
          </a:p>
        </p:txBody>
      </p:sp>
      <p:sp>
        <p:nvSpPr>
          <p:cNvPr id="39" name="TextBox 38">
            <a:extLst>
              <a:ext uri="{FF2B5EF4-FFF2-40B4-BE49-F238E27FC236}">
                <a16:creationId xmlns:a16="http://schemas.microsoft.com/office/drawing/2014/main" id="{EB412B3D-DA53-4CB1-AC4E-27AC7DEBC721}"/>
              </a:ext>
            </a:extLst>
          </p:cNvPr>
          <p:cNvSpPr txBox="1"/>
          <p:nvPr/>
        </p:nvSpPr>
        <p:spPr>
          <a:xfrm>
            <a:off x="6215777" y="3766325"/>
            <a:ext cx="584462" cy="369332"/>
          </a:xfrm>
          <a:prstGeom prst="rect">
            <a:avLst/>
          </a:prstGeom>
          <a:noFill/>
        </p:spPr>
        <p:txBody>
          <a:bodyPr wrap="square" rtlCol="0">
            <a:spAutoFit/>
          </a:bodyPr>
          <a:lstStyle/>
          <a:p>
            <a:pPr algn="ctr"/>
            <a:r>
              <a:rPr lang="en-US" dirty="0">
                <a:solidFill>
                  <a:srgbClr val="0070C0"/>
                </a:solidFill>
              </a:rPr>
              <a:t>100</a:t>
            </a:r>
          </a:p>
        </p:txBody>
      </p:sp>
      <p:sp>
        <p:nvSpPr>
          <p:cNvPr id="3" name="Right Brace 2">
            <a:extLst>
              <a:ext uri="{FF2B5EF4-FFF2-40B4-BE49-F238E27FC236}">
                <a16:creationId xmlns:a16="http://schemas.microsoft.com/office/drawing/2014/main" id="{16AED202-3271-41DB-90A3-10C7C03734C6}"/>
              </a:ext>
            </a:extLst>
          </p:cNvPr>
          <p:cNvSpPr/>
          <p:nvPr/>
        </p:nvSpPr>
        <p:spPr>
          <a:xfrm>
            <a:off x="2247729" y="1992692"/>
            <a:ext cx="323850" cy="714375"/>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677A6586-2246-4AA3-8061-719A5D631DFE}"/>
              </a:ext>
            </a:extLst>
          </p:cNvPr>
          <p:cNvSpPr txBox="1"/>
          <p:nvPr/>
        </p:nvSpPr>
        <p:spPr>
          <a:xfrm>
            <a:off x="2571579" y="2183303"/>
            <a:ext cx="3876619" cy="369332"/>
          </a:xfrm>
          <a:prstGeom prst="rect">
            <a:avLst/>
          </a:prstGeom>
          <a:noFill/>
        </p:spPr>
        <p:txBody>
          <a:bodyPr wrap="square" rtlCol="0">
            <a:spAutoFit/>
          </a:bodyPr>
          <a:lstStyle/>
          <a:p>
            <a:r>
              <a:rPr lang="en-US" dirty="0"/>
              <a:t>These three are the Client side model</a:t>
            </a:r>
          </a:p>
        </p:txBody>
      </p:sp>
      <p:sp>
        <p:nvSpPr>
          <p:cNvPr id="41" name="Right Brace 40">
            <a:extLst>
              <a:ext uri="{FF2B5EF4-FFF2-40B4-BE49-F238E27FC236}">
                <a16:creationId xmlns:a16="http://schemas.microsoft.com/office/drawing/2014/main" id="{19C5B715-A161-413C-BCC4-414C3CD7F669}"/>
              </a:ext>
            </a:extLst>
          </p:cNvPr>
          <p:cNvSpPr/>
          <p:nvPr/>
        </p:nvSpPr>
        <p:spPr>
          <a:xfrm>
            <a:off x="2266779" y="1354400"/>
            <a:ext cx="266529" cy="382907"/>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44" name="TextBox 43">
            <a:extLst>
              <a:ext uri="{FF2B5EF4-FFF2-40B4-BE49-F238E27FC236}">
                <a16:creationId xmlns:a16="http://schemas.microsoft.com/office/drawing/2014/main" id="{F1AF677A-65F0-493E-944F-074894B2CDF0}"/>
              </a:ext>
            </a:extLst>
          </p:cNvPr>
          <p:cNvSpPr txBox="1"/>
          <p:nvPr/>
        </p:nvSpPr>
        <p:spPr>
          <a:xfrm>
            <a:off x="2601373" y="1354400"/>
            <a:ext cx="1936950" cy="369332"/>
          </a:xfrm>
          <a:prstGeom prst="rect">
            <a:avLst/>
          </a:prstGeom>
          <a:noFill/>
        </p:spPr>
        <p:txBody>
          <a:bodyPr wrap="square" rtlCol="0">
            <a:spAutoFit/>
          </a:bodyPr>
          <a:lstStyle/>
          <a:p>
            <a:r>
              <a:rPr lang="en-US" dirty="0"/>
              <a:t>Server Side Model</a:t>
            </a:r>
          </a:p>
        </p:txBody>
      </p:sp>
    </p:spTree>
    <p:extLst>
      <p:ext uri="{BB962C8B-B14F-4D97-AF65-F5344CB8AC3E}">
        <p14:creationId xmlns:p14="http://schemas.microsoft.com/office/powerpoint/2010/main" val="229867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Cooper Black" panose="0208090404030B020404" pitchFamily="18" charset="0"/>
              </a:rPr>
              <a:t>Model Basics</a:t>
            </a:r>
            <a:endParaRPr lang="en-US" sz="3600" dirty="0">
              <a:latin typeface="Cooper Black" panose="0208090404030B020404" pitchFamily="18" charset="0"/>
            </a:endParaRPr>
          </a:p>
        </p:txBody>
      </p:sp>
      <p:pic>
        <p:nvPicPr>
          <p:cNvPr id="22" name="Picture 21" descr="Icon&#10;&#10;Description automatically generated">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11213453" cy="5866350"/>
          </a:xfrm>
          <a:prstGeom prst="rect">
            <a:avLst/>
          </a:prstGeom>
          <a:noFill/>
        </p:spPr>
        <p:txBody>
          <a:bodyPr wrap="square" rtlCol="0">
            <a:spAutoFit/>
          </a:bodyPr>
          <a:lstStyle/>
          <a:p>
            <a:pPr algn="just">
              <a:lnSpc>
                <a:spcPct val="150000"/>
              </a:lnSpc>
            </a:pPr>
            <a:r>
              <a:rPr lang="en-US" dirty="0"/>
              <a:t>All the models in SAP UI5 are characterized in two different parts:</a:t>
            </a:r>
          </a:p>
          <a:p>
            <a:pPr marL="342900" indent="-342900" algn="just">
              <a:lnSpc>
                <a:spcPct val="150000"/>
              </a:lnSpc>
              <a:buAutoNum type="arabicPeriod"/>
            </a:pPr>
            <a:r>
              <a:rPr lang="en-US" dirty="0"/>
              <a:t>Client-Side Model: - </a:t>
            </a:r>
          </a:p>
          <a:p>
            <a:pPr marL="742950" lvl="1" indent="-285750" algn="just">
              <a:lnSpc>
                <a:spcPct val="150000"/>
              </a:lnSpc>
              <a:buFontTx/>
              <a:buChar char="-"/>
            </a:pPr>
            <a:r>
              <a:rPr lang="en-US" sz="1800" dirty="0"/>
              <a:t>Client Side Model are the models which keeps the data in the browser (client side), when app starts all the data will be loaded in one shot to the browser and kept there.</a:t>
            </a:r>
          </a:p>
          <a:p>
            <a:pPr marL="742950" lvl="1" indent="-285750" algn="just">
              <a:lnSpc>
                <a:spcPct val="150000"/>
              </a:lnSpc>
              <a:buFontTx/>
              <a:buChar char="-"/>
            </a:pPr>
            <a:r>
              <a:rPr lang="en-US" sz="1800" dirty="0"/>
              <a:t>These models are used when the dataset is small and we want to manipulate data locally. </a:t>
            </a:r>
          </a:p>
          <a:p>
            <a:pPr lvl="2" algn="just">
              <a:lnSpc>
                <a:spcPct val="150000"/>
              </a:lnSpc>
            </a:pPr>
            <a:r>
              <a:rPr lang="en-US" dirty="0"/>
              <a:t>E.g. why we use internal table? – it’s a temporary store to manipulate the data and once we finalize we push data back.</a:t>
            </a:r>
          </a:p>
          <a:p>
            <a:pPr marL="742950" lvl="1" indent="-285750" algn="just">
              <a:lnSpc>
                <a:spcPct val="150000"/>
              </a:lnSpc>
              <a:buFontTx/>
              <a:buChar char="-"/>
            </a:pPr>
            <a:endParaRPr lang="en-US" dirty="0"/>
          </a:p>
          <a:p>
            <a:pPr marL="342900" indent="-342900" algn="just">
              <a:lnSpc>
                <a:spcPct val="150000"/>
              </a:lnSpc>
              <a:buAutoNum type="arabicPeriod"/>
            </a:pPr>
            <a:r>
              <a:rPr lang="en-US" dirty="0"/>
              <a:t>Server-Side Model: -</a:t>
            </a:r>
          </a:p>
          <a:p>
            <a:pPr marL="742950" lvl="1" indent="-285750" algn="just">
              <a:lnSpc>
                <a:spcPct val="150000"/>
              </a:lnSpc>
              <a:buFontTx/>
              <a:buChar char="-"/>
            </a:pPr>
            <a:r>
              <a:rPr lang="en-US" sz="1800" dirty="0"/>
              <a:t>Server Side Model are the models which keeps the data in the SAP system(server side), when app starts all the data will be loaded in one demand to the browser in a client side model from, server side model.</a:t>
            </a:r>
          </a:p>
          <a:p>
            <a:pPr marL="742950" lvl="1" indent="-285750" algn="just">
              <a:lnSpc>
                <a:spcPct val="150000"/>
              </a:lnSpc>
              <a:buFontTx/>
              <a:buChar char="-"/>
            </a:pPr>
            <a:r>
              <a:rPr lang="en-US" sz="1800" dirty="0"/>
              <a:t>These models are used when the dataset is large and we want to fetch and store data back to SAP.</a:t>
            </a:r>
          </a:p>
          <a:p>
            <a:pPr marL="742950" lvl="1" indent="-285750" algn="just">
              <a:lnSpc>
                <a:spcPct val="150000"/>
              </a:lnSpc>
              <a:buFontTx/>
              <a:buChar char="-"/>
            </a:pPr>
            <a:r>
              <a:rPr lang="en-US" sz="1800" dirty="0"/>
              <a:t>Imagine we have 20trillion records in our sap system, we cant access all data at once in mobile fiori app, so we use server side model to load it chunk by chunk.</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www.anubhavtrainings.com</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9498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Cooper Black" panose="0208090404030B020404" pitchFamily="18" charset="0"/>
              </a:rPr>
              <a:t>Steps to Create a Model</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3" y="779090"/>
            <a:ext cx="11595291" cy="4247317"/>
          </a:xfrm>
          <a:prstGeom prst="rect">
            <a:avLst/>
          </a:prstGeom>
          <a:noFill/>
        </p:spPr>
        <p:txBody>
          <a:bodyPr wrap="square" rtlCol="0">
            <a:spAutoFit/>
          </a:bodyPr>
          <a:lstStyle/>
          <a:p>
            <a:pPr algn="just"/>
            <a:r>
              <a:rPr lang="en-US" dirty="0"/>
              <a:t>There are 4 Easy Steps to Create a Model:</a:t>
            </a:r>
          </a:p>
          <a:p>
            <a:pPr algn="just"/>
            <a:r>
              <a:rPr lang="en-US" b="1" dirty="0"/>
              <a:t>Step 1</a:t>
            </a:r>
            <a:r>
              <a:rPr lang="en-US" dirty="0"/>
              <a:t>: Create a brand-new object of the Model</a:t>
            </a:r>
          </a:p>
          <a:p>
            <a:pPr marL="742950" lvl="1" indent="-285750" algn="just">
              <a:buFont typeface="Arial" panose="020B0604020202020204" pitchFamily="34" charset="0"/>
              <a:buChar char="•"/>
            </a:pPr>
            <a:r>
              <a:rPr lang="en-US" b="1" dirty="0"/>
              <a:t>To Create JSON Model - var oModel = new sap.ui.model.json.JSONModel()</a:t>
            </a:r>
          </a:p>
          <a:p>
            <a:pPr marL="742950" lvl="1" indent="-285750" algn="just">
              <a:buFont typeface="Arial" panose="020B0604020202020204" pitchFamily="34" charset="0"/>
              <a:buChar char="•"/>
            </a:pPr>
            <a:r>
              <a:rPr lang="en-US" b="1" dirty="0"/>
              <a:t>To create XML model – var oModel = new sap.ui.model.xml.XMLModel()</a:t>
            </a:r>
          </a:p>
          <a:p>
            <a:pPr marL="742950" lvl="1" indent="-285750" algn="just">
              <a:buFont typeface="Arial" panose="020B0604020202020204" pitchFamily="34" charset="0"/>
              <a:buChar char="•"/>
            </a:pPr>
            <a:r>
              <a:rPr lang="en-US" dirty="0"/>
              <a:t>To create Resource model – var oModel = new sap.ui.model.resource.ResourceModel()</a:t>
            </a:r>
          </a:p>
          <a:p>
            <a:pPr marL="742950" lvl="1" indent="-285750" algn="just">
              <a:buFont typeface="Arial" panose="020B0604020202020204" pitchFamily="34" charset="0"/>
              <a:buChar char="•"/>
            </a:pPr>
            <a:r>
              <a:rPr lang="en-US" dirty="0"/>
              <a:t>To create OData Model – var oModel = new sap.ui.model.odata.v2.ODataModel()</a:t>
            </a:r>
          </a:p>
          <a:p>
            <a:pPr algn="just"/>
            <a:r>
              <a:rPr lang="en-US" b="1" dirty="0"/>
              <a:t>Step 2</a:t>
            </a:r>
            <a:r>
              <a:rPr lang="en-US" dirty="0"/>
              <a:t>: Set or Load the data in the Model</a:t>
            </a:r>
          </a:p>
          <a:p>
            <a:pPr marL="742950" lvl="1" indent="-285750" algn="just">
              <a:buFont typeface="Arial" panose="020B0604020202020204" pitchFamily="34" charset="0"/>
              <a:buChar char="•"/>
            </a:pPr>
            <a:r>
              <a:rPr lang="en-US" dirty="0"/>
              <a:t>oModel.setData({});</a:t>
            </a:r>
          </a:p>
          <a:p>
            <a:pPr marL="742950" lvl="1" indent="-285750" algn="just">
              <a:buFont typeface="Arial" panose="020B0604020202020204" pitchFamily="34" charset="0"/>
              <a:buChar char="•"/>
            </a:pPr>
            <a:r>
              <a:rPr lang="en-US" dirty="0"/>
              <a:t>oModel.loadData(filePath);</a:t>
            </a:r>
          </a:p>
          <a:p>
            <a:pPr algn="just"/>
            <a:r>
              <a:rPr lang="en-US" b="1" dirty="0"/>
              <a:t>Step 3</a:t>
            </a:r>
            <a:r>
              <a:rPr lang="en-US" dirty="0"/>
              <a:t>: Make the model aware to the application/view</a:t>
            </a:r>
          </a:p>
          <a:p>
            <a:pPr marL="742950" lvl="1" indent="-285750" algn="just">
              <a:buFont typeface="Arial" panose="020B0604020202020204" pitchFamily="34" charset="0"/>
              <a:buChar char="•"/>
            </a:pPr>
            <a:r>
              <a:rPr lang="en-US" dirty="0"/>
              <a:t>sap.ui.getCore().setModel(oModel)	</a:t>
            </a:r>
            <a:r>
              <a:rPr lang="en-US" sz="1800" b="1" i="1" dirty="0"/>
              <a:t>-- whole city knows where the gold is </a:t>
            </a:r>
            <a:endParaRPr lang="en-US" dirty="0"/>
          </a:p>
          <a:p>
            <a:pPr marL="742950" lvl="1" indent="-285750" algn="just">
              <a:buFont typeface="Arial" panose="020B0604020202020204" pitchFamily="34" charset="0"/>
              <a:buChar char="•"/>
            </a:pPr>
            <a:r>
              <a:rPr lang="en-US" dirty="0"/>
              <a:t>this.getView().setModel(oModel)	</a:t>
            </a:r>
            <a:r>
              <a:rPr lang="en-US" sz="1800" dirty="0"/>
              <a:t>-- only the single view and its child control knows – only my family</a:t>
            </a:r>
            <a:endParaRPr lang="en-US" dirty="0"/>
          </a:p>
          <a:p>
            <a:pPr marL="742950" lvl="1" indent="-285750" algn="just">
              <a:buFont typeface="Arial" panose="020B0604020202020204" pitchFamily="34" charset="0"/>
              <a:buChar char="•"/>
            </a:pPr>
            <a:r>
              <a:rPr lang="en-US" dirty="0"/>
              <a:t>this.getView().byId(“controlId”).setModel(oModel)		</a:t>
            </a:r>
            <a:r>
              <a:rPr lang="en-US" sz="1800" dirty="0"/>
              <a:t> -- one control have access to data – my dad</a:t>
            </a:r>
            <a:endParaRPr lang="en-US" dirty="0"/>
          </a:p>
          <a:p>
            <a:pPr algn="just"/>
            <a:r>
              <a:rPr lang="en-US" b="1" dirty="0"/>
              <a:t>Step 4</a:t>
            </a:r>
            <a:r>
              <a:rPr lang="en-US" dirty="0"/>
              <a:t>: </a:t>
            </a:r>
            <a:r>
              <a:rPr lang="en-US" b="1" dirty="0"/>
              <a:t>Data Binding </a:t>
            </a:r>
            <a:r>
              <a:rPr lang="en-US" dirty="0"/>
              <a:t>: It is the concept of mapping the Views and Model with which the UI knows where the data is into the model. This is done by calculating the path (address of the data).</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www.anubhavtrainings.com</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ACFC743F-B81B-4EDF-8D06-84FFC2BE09E6}"/>
              </a:ext>
            </a:extLst>
          </p:cNvPr>
          <p:cNvSpPr/>
          <p:nvPr/>
        </p:nvSpPr>
        <p:spPr>
          <a:xfrm>
            <a:off x="979142" y="5224518"/>
            <a:ext cx="2625172" cy="904461"/>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Create object of the Model</a:t>
            </a:r>
          </a:p>
        </p:txBody>
      </p:sp>
      <p:sp>
        <p:nvSpPr>
          <p:cNvPr id="17" name="Rectangle 16">
            <a:extLst>
              <a:ext uri="{FF2B5EF4-FFF2-40B4-BE49-F238E27FC236}">
                <a16:creationId xmlns:a16="http://schemas.microsoft.com/office/drawing/2014/main" id="{6AD44817-814F-4080-BC66-57E7345566A2}"/>
              </a:ext>
            </a:extLst>
          </p:cNvPr>
          <p:cNvSpPr/>
          <p:nvPr/>
        </p:nvSpPr>
        <p:spPr>
          <a:xfrm>
            <a:off x="4999406" y="5224518"/>
            <a:ext cx="2719356" cy="904461"/>
          </a:xfrm>
          <a:prstGeom prst="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Set/Load Data in Model</a:t>
            </a:r>
          </a:p>
        </p:txBody>
      </p:sp>
      <p:sp>
        <p:nvSpPr>
          <p:cNvPr id="18" name="Rectangle 17">
            <a:extLst>
              <a:ext uri="{FF2B5EF4-FFF2-40B4-BE49-F238E27FC236}">
                <a16:creationId xmlns:a16="http://schemas.microsoft.com/office/drawing/2014/main" id="{76D99843-8E37-4E3F-9676-D990E5CE55CA}"/>
              </a:ext>
            </a:extLst>
          </p:cNvPr>
          <p:cNvSpPr/>
          <p:nvPr/>
        </p:nvSpPr>
        <p:spPr>
          <a:xfrm>
            <a:off x="9113855" y="5224518"/>
            <a:ext cx="2625172" cy="904461"/>
          </a:xfrm>
          <a:prstGeom prst="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t>Set Model at View Level</a:t>
            </a:r>
          </a:p>
        </p:txBody>
      </p:sp>
      <p:cxnSp>
        <p:nvCxnSpPr>
          <p:cNvPr id="19" name="Straight Arrow Connector 18">
            <a:extLst>
              <a:ext uri="{FF2B5EF4-FFF2-40B4-BE49-F238E27FC236}">
                <a16:creationId xmlns:a16="http://schemas.microsoft.com/office/drawing/2014/main" id="{8C9099DD-F87F-48DC-B854-3761AF2809B7}"/>
              </a:ext>
            </a:extLst>
          </p:cNvPr>
          <p:cNvCxnSpPr>
            <a:cxnSpLocks/>
            <a:stCxn id="16" idx="3"/>
            <a:endCxn id="17" idx="1"/>
          </p:cNvCxnSpPr>
          <p:nvPr/>
        </p:nvCxnSpPr>
        <p:spPr>
          <a:xfrm>
            <a:off x="3604314" y="5676749"/>
            <a:ext cx="1395092" cy="0"/>
          </a:xfrm>
          <a:prstGeom prst="straightConnector1">
            <a:avLst/>
          </a:prstGeom>
          <a:ln w="762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EB9EE07-3A94-4731-95B4-F3D971E9030F}"/>
              </a:ext>
            </a:extLst>
          </p:cNvPr>
          <p:cNvCxnSpPr>
            <a:cxnSpLocks/>
            <a:stCxn id="17" idx="3"/>
            <a:endCxn id="18" idx="1"/>
          </p:cNvCxnSpPr>
          <p:nvPr/>
        </p:nvCxnSpPr>
        <p:spPr>
          <a:xfrm>
            <a:off x="7718762" y="5676749"/>
            <a:ext cx="1395093" cy="0"/>
          </a:xfrm>
          <a:prstGeom prst="straightConnector1">
            <a:avLst/>
          </a:prstGeom>
          <a:ln w="762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8653636"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Data Binding</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668472" cy="923330"/>
          </a:xfrm>
          <a:prstGeom prst="rect">
            <a:avLst/>
          </a:prstGeom>
          <a:noFill/>
        </p:spPr>
        <p:txBody>
          <a:bodyPr wrap="square" rtlCol="0">
            <a:spAutoFit/>
          </a:bodyPr>
          <a:lstStyle/>
          <a:p>
            <a:pPr marL="285750" indent="-285750">
              <a:buFontTx/>
              <a:buChar char="-"/>
            </a:pPr>
            <a:r>
              <a:rPr lang="en-US" b="0" i="0" dirty="0">
                <a:effectLst/>
                <a:latin typeface="SAPRegular"/>
              </a:rPr>
              <a:t>Data binding is the process that establishes a connection between the application UI and business logic.</a:t>
            </a:r>
          </a:p>
          <a:p>
            <a:pPr marL="285750" indent="-285750">
              <a:buFontTx/>
              <a:buChar char="-"/>
            </a:pPr>
            <a:r>
              <a:rPr lang="en-US" b="0" i="0" dirty="0">
                <a:effectLst/>
                <a:latin typeface="SAPRegular"/>
              </a:rPr>
              <a:t>It is a bridge between a binding target(View) and a binding source(Model).</a:t>
            </a:r>
            <a:endParaRPr lang="en-US" dirty="0"/>
          </a:p>
          <a:p>
            <a:r>
              <a:rPr lang="en-US" dirty="0"/>
              <a:t>In the json data we can make address as “Every curly braces is converted to </a:t>
            </a:r>
            <a:r>
              <a:rPr lang="en-US" b="1" dirty="0"/>
              <a:t>/</a:t>
            </a:r>
            <a:r>
              <a:rPr lang="en-US" dirty="0"/>
              <a:t> and every array item is converted to </a:t>
            </a:r>
            <a:r>
              <a:rPr lang="en-US" b="1" dirty="0"/>
              <a:t>/index</a:t>
            </a:r>
            <a:r>
              <a:rPr lang="en-US" dirty="0"/>
              <a: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908A3786-7E9D-4E43-966A-830516A4CD4F}"/>
              </a:ext>
            </a:extLst>
          </p:cNvPr>
          <p:cNvSpPr txBox="1"/>
          <p:nvPr/>
        </p:nvSpPr>
        <p:spPr>
          <a:xfrm>
            <a:off x="608115" y="1911754"/>
            <a:ext cx="5132278" cy="4801314"/>
          </a:xfrm>
          <a:prstGeom prst="rect">
            <a:avLst/>
          </a:prstGeom>
          <a:noFill/>
        </p:spPr>
        <p:txBody>
          <a:bodyPr wrap="square">
            <a:spAutoFit/>
          </a:bodyPr>
          <a:lstStyle/>
          <a:p>
            <a:pPr lvl="1"/>
            <a:r>
              <a:rPr lang="en-US" dirty="0"/>
              <a:t>{"empStr": {</a:t>
            </a:r>
          </a:p>
          <a:p>
            <a:pPr lvl="1"/>
            <a:r>
              <a:rPr lang="en-US" dirty="0"/>
              <a:t>                    "empId": 0001,</a:t>
            </a:r>
          </a:p>
          <a:p>
            <a:pPr lvl="1"/>
            <a:r>
              <a:rPr lang="en-US" dirty="0"/>
              <a:t>                    "empName": "Anubhav",</a:t>
            </a:r>
          </a:p>
          <a:p>
            <a:pPr lvl="1"/>
            <a:r>
              <a:rPr lang="en-US" dirty="0"/>
              <a:t>                    "salary": 8000,</a:t>
            </a:r>
          </a:p>
          <a:p>
            <a:pPr lvl="1"/>
            <a:r>
              <a:rPr lang="en-US" dirty="0"/>
              <a:t>                    "currency": "USD"</a:t>
            </a:r>
          </a:p>
          <a:p>
            <a:pPr lvl="1"/>
            <a:r>
              <a:rPr lang="en-US" dirty="0"/>
              <a:t>                },</a:t>
            </a:r>
          </a:p>
          <a:p>
            <a:pPr lvl="1"/>
            <a:r>
              <a:rPr lang="en-US" dirty="0"/>
              <a:t>     "empTab": [{</a:t>
            </a:r>
          </a:p>
          <a:p>
            <a:pPr lvl="1"/>
            <a:r>
              <a:rPr lang="en-US" dirty="0"/>
              <a:t>                    "empId": 0009,</a:t>
            </a:r>
          </a:p>
          <a:p>
            <a:pPr lvl="1"/>
            <a:r>
              <a:rPr lang="en-US" dirty="0"/>
              <a:t>                    "empName": “Ananya",</a:t>
            </a:r>
          </a:p>
          <a:p>
            <a:pPr lvl="1"/>
            <a:r>
              <a:rPr lang="en-US" dirty="0"/>
              <a:t>                    "salary": 9500,</a:t>
            </a:r>
          </a:p>
          <a:p>
            <a:pPr lvl="1"/>
            <a:r>
              <a:rPr lang="en-US" dirty="0"/>
              <a:t>                    "currency": "USD“	</a:t>
            </a:r>
          </a:p>
          <a:p>
            <a:pPr lvl="1"/>
            <a:r>
              <a:rPr lang="en-US" dirty="0"/>
              <a:t>                }, {</a:t>
            </a:r>
          </a:p>
          <a:p>
            <a:pPr lvl="1"/>
            <a:r>
              <a:rPr lang="en-US" dirty="0"/>
              <a:t>                    "empId": 0010,</a:t>
            </a:r>
          </a:p>
          <a:p>
            <a:pPr lvl="1"/>
            <a:r>
              <a:rPr lang="en-US" dirty="0"/>
              <a:t>                    "empName": “Shwetha",</a:t>
            </a:r>
          </a:p>
          <a:p>
            <a:pPr lvl="1"/>
            <a:r>
              <a:rPr lang="en-US" dirty="0"/>
              <a:t>                    "salary": 10000,</a:t>
            </a:r>
          </a:p>
          <a:p>
            <a:pPr lvl="1"/>
            <a:r>
              <a:rPr lang="en-US" dirty="0"/>
              <a:t>                    "currency": “EUR"</a:t>
            </a:r>
          </a:p>
          <a:p>
            <a:pPr lvl="1"/>
            <a:r>
              <a:rPr lang="en-US" dirty="0"/>
              <a:t>                }]}</a:t>
            </a:r>
          </a:p>
        </p:txBody>
      </p:sp>
      <p:sp>
        <p:nvSpPr>
          <p:cNvPr id="9" name="TextBox 8">
            <a:extLst>
              <a:ext uri="{FF2B5EF4-FFF2-40B4-BE49-F238E27FC236}">
                <a16:creationId xmlns:a16="http://schemas.microsoft.com/office/drawing/2014/main" id="{BE412423-6B80-4036-917D-4989BC282D58}"/>
              </a:ext>
            </a:extLst>
          </p:cNvPr>
          <p:cNvSpPr txBox="1"/>
          <p:nvPr/>
        </p:nvSpPr>
        <p:spPr>
          <a:xfrm>
            <a:off x="6096000" y="1902429"/>
            <a:ext cx="4100106" cy="2308324"/>
          </a:xfrm>
          <a:prstGeom prst="rect">
            <a:avLst/>
          </a:prstGeom>
          <a:noFill/>
        </p:spPr>
        <p:txBody>
          <a:bodyPr wrap="square" rtlCol="0">
            <a:spAutoFit/>
          </a:bodyPr>
          <a:lstStyle/>
          <a:p>
            <a:r>
              <a:rPr lang="en-US" b="1" dirty="0"/>
              <a:t>Q: what is the salary of Anubhav</a:t>
            </a:r>
          </a:p>
          <a:p>
            <a:r>
              <a:rPr lang="en-US" b="1" dirty="0">
                <a:highlight>
                  <a:srgbClr val="FFFF00"/>
                </a:highlight>
              </a:rPr>
              <a:t>/empStr/salary</a:t>
            </a:r>
          </a:p>
          <a:p>
            <a:r>
              <a:rPr lang="en-US" b="1" dirty="0"/>
              <a:t>Q. What is the emp name of emp 0001</a:t>
            </a:r>
          </a:p>
          <a:p>
            <a:r>
              <a:rPr lang="en-US" b="1" dirty="0"/>
              <a:t>/empStr/</a:t>
            </a:r>
            <a:r>
              <a:rPr lang="en-US" b="1" dirty="0" err="1"/>
              <a:t>empName</a:t>
            </a:r>
            <a:endParaRPr lang="en-US" b="1" dirty="0"/>
          </a:p>
          <a:p>
            <a:r>
              <a:rPr lang="en-US" b="1" dirty="0"/>
              <a:t>Q. What is the salary of Shwetha</a:t>
            </a:r>
          </a:p>
          <a:p>
            <a:r>
              <a:rPr lang="en-US" b="1" dirty="0"/>
              <a:t>/</a:t>
            </a:r>
            <a:r>
              <a:rPr lang="en-US" b="1" dirty="0" err="1"/>
              <a:t>empTab</a:t>
            </a:r>
            <a:r>
              <a:rPr lang="en-US" b="1" dirty="0"/>
              <a:t>/1/salary</a:t>
            </a:r>
          </a:p>
          <a:p>
            <a:r>
              <a:rPr lang="en-US" b="1" dirty="0"/>
              <a:t>Q. What is the empId of Ananya</a:t>
            </a:r>
          </a:p>
          <a:p>
            <a:r>
              <a:rPr lang="en-US" b="1" dirty="0"/>
              <a:t>/</a:t>
            </a:r>
            <a:r>
              <a:rPr lang="en-US" b="1" dirty="0" err="1"/>
              <a:t>empTab</a:t>
            </a:r>
            <a:r>
              <a:rPr lang="en-US" b="1" dirty="0"/>
              <a:t>/0/empId</a:t>
            </a:r>
          </a:p>
        </p:txBody>
      </p:sp>
      <p:cxnSp>
        <p:nvCxnSpPr>
          <p:cNvPr id="4" name="Straight Arrow Connector 3">
            <a:extLst>
              <a:ext uri="{FF2B5EF4-FFF2-40B4-BE49-F238E27FC236}">
                <a16:creationId xmlns:a16="http://schemas.microsoft.com/office/drawing/2014/main" id="{56479AF3-DCEC-4DB6-90E1-767620E5864C}"/>
              </a:ext>
            </a:extLst>
          </p:cNvPr>
          <p:cNvCxnSpPr>
            <a:cxnSpLocks/>
          </p:cNvCxnSpPr>
          <p:nvPr/>
        </p:nvCxnSpPr>
        <p:spPr>
          <a:xfrm flipH="1">
            <a:off x="7636877" y="2342552"/>
            <a:ext cx="241788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 name="TextBox 4">
            <a:extLst>
              <a:ext uri="{FF2B5EF4-FFF2-40B4-BE49-F238E27FC236}">
                <a16:creationId xmlns:a16="http://schemas.microsoft.com/office/drawing/2014/main" id="{0ECFAC67-8D3D-4407-AAD3-389E73735A45}"/>
              </a:ext>
            </a:extLst>
          </p:cNvPr>
          <p:cNvSpPr txBox="1"/>
          <p:nvPr/>
        </p:nvSpPr>
        <p:spPr>
          <a:xfrm>
            <a:off x="9980381" y="2090618"/>
            <a:ext cx="1603504"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This is the address of  the data</a:t>
            </a:r>
          </a:p>
        </p:txBody>
      </p:sp>
      <p:sp>
        <p:nvSpPr>
          <p:cNvPr id="15" name="TextBox 14">
            <a:extLst>
              <a:ext uri="{FF2B5EF4-FFF2-40B4-BE49-F238E27FC236}">
                <a16:creationId xmlns:a16="http://schemas.microsoft.com/office/drawing/2014/main" id="{BC90EE68-C383-4137-9A17-8B6148798F09}"/>
              </a:ext>
            </a:extLst>
          </p:cNvPr>
          <p:cNvSpPr txBox="1"/>
          <p:nvPr/>
        </p:nvSpPr>
        <p:spPr>
          <a:xfrm>
            <a:off x="6096000" y="4425871"/>
            <a:ext cx="4037478" cy="1200329"/>
          </a:xfrm>
          <a:prstGeom prst="rect">
            <a:avLst/>
          </a:prstGeom>
          <a:noFill/>
        </p:spPr>
        <p:txBody>
          <a:bodyPr wrap="square" rtlCol="0">
            <a:spAutoFit/>
          </a:bodyPr>
          <a:lstStyle/>
          <a:p>
            <a:r>
              <a:rPr lang="en-US" dirty="0"/>
              <a:t>To bind the data with the view we have to give the path of the data , so we have to use the curly braces as :</a:t>
            </a:r>
          </a:p>
          <a:p>
            <a:r>
              <a:rPr lang="en-US" b="1" dirty="0">
                <a:highlight>
                  <a:srgbClr val="00FF00"/>
                </a:highlight>
              </a:rPr>
              <a:t>{/empStr/</a:t>
            </a:r>
            <a:r>
              <a:rPr lang="en-US" b="1" dirty="0" err="1">
                <a:highlight>
                  <a:srgbClr val="00FF00"/>
                </a:highlight>
              </a:rPr>
              <a:t>empName</a:t>
            </a:r>
            <a:r>
              <a:rPr lang="en-US" b="1" dirty="0">
                <a:highlight>
                  <a:srgbClr val="00FF00"/>
                </a:highlight>
              </a:rPr>
              <a:t>}</a:t>
            </a:r>
          </a:p>
        </p:txBody>
      </p:sp>
      <p:cxnSp>
        <p:nvCxnSpPr>
          <p:cNvPr id="18" name="Straight Arrow Connector 17">
            <a:extLst>
              <a:ext uri="{FF2B5EF4-FFF2-40B4-BE49-F238E27FC236}">
                <a16:creationId xmlns:a16="http://schemas.microsoft.com/office/drawing/2014/main" id="{76655874-ED92-4B18-BE3C-E76F4D899F56}"/>
              </a:ext>
            </a:extLst>
          </p:cNvPr>
          <p:cNvCxnSpPr>
            <a:cxnSpLocks/>
          </p:cNvCxnSpPr>
          <p:nvPr/>
        </p:nvCxnSpPr>
        <p:spPr>
          <a:xfrm flipH="1">
            <a:off x="8236990" y="5454109"/>
            <a:ext cx="151300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TextBox 16">
            <a:extLst>
              <a:ext uri="{FF2B5EF4-FFF2-40B4-BE49-F238E27FC236}">
                <a16:creationId xmlns:a16="http://schemas.microsoft.com/office/drawing/2014/main" id="{FE280C7F-318D-432A-A5D8-47539CDECFF9}"/>
              </a:ext>
            </a:extLst>
          </p:cNvPr>
          <p:cNvSpPr txBox="1"/>
          <p:nvPr/>
        </p:nvSpPr>
        <p:spPr>
          <a:xfrm>
            <a:off x="9754969" y="5122171"/>
            <a:ext cx="1684228"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dirty="0"/>
              <a:t>This is the path of the data</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5A7B0AB8-1142-B659-F792-E827B5CCDA98}"/>
                  </a:ext>
                </a:extLst>
              </p14:cNvPr>
              <p14:cNvContentPartPr/>
              <p14:nvPr/>
            </p14:nvContentPartPr>
            <p14:xfrm>
              <a:off x="1095480" y="1562040"/>
              <a:ext cx="10411200" cy="4586760"/>
            </p14:xfrm>
          </p:contentPart>
        </mc:Choice>
        <mc:Fallback>
          <p:pic>
            <p:nvPicPr>
              <p:cNvPr id="3" name="Ink 2">
                <a:extLst>
                  <a:ext uri="{FF2B5EF4-FFF2-40B4-BE49-F238E27FC236}">
                    <a16:creationId xmlns:a16="http://schemas.microsoft.com/office/drawing/2014/main" id="{5A7B0AB8-1142-B659-F792-E827B5CCDA98}"/>
                  </a:ext>
                </a:extLst>
              </p:cNvPr>
              <p:cNvPicPr/>
              <p:nvPr/>
            </p:nvPicPr>
            <p:blipFill>
              <a:blip r:embed="rId4"/>
              <a:stretch>
                <a:fillRect/>
              </a:stretch>
            </p:blipFill>
            <p:spPr>
              <a:xfrm>
                <a:off x="1086120" y="1552680"/>
                <a:ext cx="10429920" cy="4605480"/>
              </a:xfrm>
              <a:prstGeom prst="rect">
                <a:avLst/>
              </a:prstGeom>
            </p:spPr>
          </p:pic>
        </mc:Fallback>
      </mc:AlternateContent>
    </p:spTree>
    <p:extLst>
      <p:ext uri="{BB962C8B-B14F-4D97-AF65-F5344CB8AC3E}">
        <p14:creationId xmlns:p14="http://schemas.microsoft.com/office/powerpoint/2010/main" val="1092808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Create our first Model</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031325"/>
          </a:xfrm>
          <a:prstGeom prst="rect">
            <a:avLst/>
          </a:prstGeom>
          <a:noFill/>
        </p:spPr>
        <p:txBody>
          <a:bodyPr wrap="square" rtlCol="0">
            <a:spAutoFit/>
          </a:bodyPr>
          <a:lstStyle/>
          <a:p>
            <a:pPr marL="285750" indent="-285750">
              <a:buFont typeface="Wingdings" panose="05000000000000000000" pitchFamily="2" charset="2"/>
              <a:buChar char="§"/>
            </a:pPr>
            <a:r>
              <a:rPr lang="en-US" dirty="0"/>
              <a:t>Create a JSON model by following the steps explained in the previous Slides.</a:t>
            </a:r>
          </a:p>
          <a:p>
            <a:pPr marL="285750" indent="-285750">
              <a:buFont typeface="Wingdings" panose="05000000000000000000" pitchFamily="2" charset="2"/>
              <a:buChar char="§"/>
            </a:pPr>
            <a:r>
              <a:rPr lang="en-US" dirty="0"/>
              <a:t>After Creating the Model bind the model to the SimpleForm using different binding Syntaxes.</a:t>
            </a:r>
          </a:p>
          <a:p>
            <a:endParaRPr lang="en-US" dirty="0"/>
          </a:p>
          <a:p>
            <a:pPr marL="285750" indent="-285750">
              <a:buFont typeface="Wingdings" panose="05000000000000000000" pitchFamily="2" charset="2"/>
              <a:buChar char="§"/>
            </a:pPr>
            <a:endParaRPr lang="en-US" dirty="0"/>
          </a:p>
          <a:p>
            <a:r>
              <a:rPr lang="en-US" dirty="0"/>
              <a:t>Code links:-</a:t>
            </a:r>
          </a:p>
          <a:p>
            <a:pPr marL="285750" indent="-285750">
              <a:buFontTx/>
              <a:buChar char="-"/>
            </a:pPr>
            <a:r>
              <a:rPr lang="en-US" dirty="0">
                <a:hlinkClick r:id="rId3"/>
              </a:rPr>
              <a:t>Main.view.xml</a:t>
            </a:r>
            <a:endParaRPr lang="en-US" dirty="0"/>
          </a:p>
          <a:p>
            <a:pPr marL="285750" indent="-285750">
              <a:buFontTx/>
              <a:buChar char="-"/>
            </a:pPr>
            <a:r>
              <a:rPr lang="en-US" dirty="0">
                <a:hlinkClick r:id="rId4"/>
              </a:rPr>
              <a:t>Main.controller.js</a:t>
            </a:r>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C36F6542-1617-C294-ED4B-99008F052F44}"/>
              </a:ext>
            </a:extLst>
          </p:cNvPr>
          <p:cNvPicPr>
            <a:picLocks noChangeAspect="1"/>
          </p:cNvPicPr>
          <p:nvPr/>
        </p:nvPicPr>
        <p:blipFill>
          <a:blip r:embed="rId5"/>
          <a:stretch>
            <a:fillRect/>
          </a:stretch>
        </p:blipFill>
        <p:spPr>
          <a:xfrm>
            <a:off x="3927437" y="1882968"/>
            <a:ext cx="7777545" cy="38766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24827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Different Methods to Bind Property in View</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4801314"/>
          </a:xfrm>
          <a:prstGeom prst="rect">
            <a:avLst/>
          </a:prstGeom>
          <a:noFill/>
        </p:spPr>
        <p:txBody>
          <a:bodyPr wrap="square" rtlCol="0">
            <a:spAutoFit/>
          </a:bodyPr>
          <a:lstStyle/>
          <a:p>
            <a:pPr marL="285750" indent="-285750">
              <a:buFont typeface="Arial" panose="020B0604020202020204" pitchFamily="34" charset="0"/>
              <a:buChar char="•"/>
            </a:pPr>
            <a:r>
              <a:rPr lang="en-US" dirty="0"/>
              <a:t>Binding using the path of the data </a:t>
            </a:r>
          </a:p>
          <a:p>
            <a:r>
              <a:rPr lang="en-US" dirty="0">
                <a:solidFill>
                  <a:schemeClr val="accent2">
                    <a:lumMod val="50000"/>
                  </a:schemeClr>
                </a:solidFill>
              </a:rPr>
              <a:t>              {/empStr/empId}</a:t>
            </a:r>
          </a:p>
          <a:p>
            <a:endParaRPr lang="en-US" dirty="0">
              <a:solidFill>
                <a:schemeClr val="accent2">
                  <a:lumMod val="50000"/>
                </a:schemeClr>
              </a:solidFill>
            </a:endParaRPr>
          </a:p>
          <a:p>
            <a:pPr marL="285750" indent="-285750">
              <a:buFont typeface="Arial" panose="020B0604020202020204" pitchFamily="34" charset="0"/>
              <a:buChar char="•"/>
            </a:pPr>
            <a:r>
              <a:rPr lang="en-US" dirty="0"/>
              <a:t>Binding as </a:t>
            </a:r>
            <a:r>
              <a:rPr lang="en-US" b="1" dirty="0"/>
              <a:t>property specific </a:t>
            </a:r>
            <a:r>
              <a:rPr lang="en-US" dirty="0"/>
              <a:t>method: </a:t>
            </a:r>
          </a:p>
          <a:p>
            <a:r>
              <a:rPr lang="en-US" dirty="0"/>
              <a:t>            </a:t>
            </a:r>
            <a:r>
              <a:rPr lang="en-US" dirty="0">
                <a:solidFill>
                  <a:schemeClr val="accent2">
                    <a:lumMod val="50000"/>
                  </a:schemeClr>
                </a:solidFill>
              </a:rPr>
              <a:t>this.getView().byId(‘controlId’).bindValue(‘/empStr/empSalary’)</a:t>
            </a:r>
          </a:p>
          <a:p>
            <a:endParaRPr lang="en-US" dirty="0">
              <a:solidFill>
                <a:schemeClr val="accent2">
                  <a:lumMod val="50000"/>
                </a:schemeClr>
              </a:solidFill>
            </a:endParaRPr>
          </a:p>
          <a:p>
            <a:pPr marL="285750" indent="-285750">
              <a:buFont typeface="Arial" panose="020B0604020202020204" pitchFamily="34" charset="0"/>
              <a:buChar char="•"/>
            </a:pPr>
            <a:r>
              <a:rPr lang="en-US" dirty="0"/>
              <a:t>Binding as</a:t>
            </a:r>
            <a:r>
              <a:rPr lang="en-US" b="1" dirty="0"/>
              <a:t> property generic </a:t>
            </a:r>
            <a:r>
              <a:rPr lang="en-US" dirty="0"/>
              <a:t>method:</a:t>
            </a:r>
          </a:p>
          <a:p>
            <a:r>
              <a:rPr lang="en-US" dirty="0"/>
              <a:t>            </a:t>
            </a:r>
            <a:r>
              <a:rPr lang="en-US" dirty="0">
                <a:solidFill>
                  <a:schemeClr val="accent2">
                    <a:lumMod val="50000"/>
                  </a:schemeClr>
                </a:solidFill>
              </a:rPr>
              <a:t>this.getView().byId(‘controlId’).bindProperty(‘</a:t>
            </a:r>
            <a:r>
              <a:rPr lang="en-US" dirty="0">
                <a:solidFill>
                  <a:schemeClr val="accent2">
                    <a:lumMod val="50000"/>
                  </a:schemeClr>
                </a:solidFill>
                <a:highlight>
                  <a:srgbClr val="FFFF00"/>
                </a:highlight>
              </a:rPr>
              <a:t>value</a:t>
            </a:r>
            <a:r>
              <a:rPr lang="en-US" dirty="0">
                <a:solidFill>
                  <a:schemeClr val="accent2">
                    <a:lumMod val="50000"/>
                  </a:schemeClr>
                </a:solidFill>
              </a:rPr>
              <a:t>’ , ‘/empStr/empSalary’ )</a:t>
            </a:r>
          </a:p>
          <a:p>
            <a:endParaRPr lang="en-US" dirty="0">
              <a:solidFill>
                <a:schemeClr val="accent2">
                  <a:lumMod val="50000"/>
                </a:schemeClr>
              </a:solidFill>
            </a:endParaRPr>
          </a:p>
          <a:p>
            <a:pPr marL="285750" indent="-285750">
              <a:buFont typeface="Arial" panose="020B0604020202020204" pitchFamily="34" charset="0"/>
              <a:buChar char="•"/>
            </a:pPr>
            <a:r>
              <a:rPr lang="en-US" dirty="0"/>
              <a:t>Binding using the </a:t>
            </a:r>
            <a:r>
              <a:rPr lang="en-US" b="1" dirty="0"/>
              <a:t>path expression ,  this is also know as complex binding syntax</a:t>
            </a:r>
          </a:p>
          <a:p>
            <a:r>
              <a:rPr lang="en-US" dirty="0">
                <a:solidFill>
                  <a:schemeClr val="accent2">
                    <a:lumMod val="50000"/>
                  </a:schemeClr>
                </a:solidFill>
              </a:rPr>
              <a:t>              {path : ‘/empStr/empId’} </a:t>
            </a:r>
          </a:p>
          <a:p>
            <a:r>
              <a:rPr lang="en-US" dirty="0"/>
              <a:t>      this syntax is helpful when we use formatter .</a:t>
            </a:r>
            <a:endParaRPr lang="en-US" dirty="0">
              <a:solidFill>
                <a:schemeClr val="accent2">
                  <a:lumMod val="50000"/>
                </a:schemeClr>
              </a:solidFill>
            </a:endParaRPr>
          </a:p>
          <a:p>
            <a:r>
              <a:rPr lang="en-US" dirty="0">
                <a:solidFill>
                  <a:schemeClr val="accent2">
                    <a:lumMod val="50000"/>
                  </a:schemeClr>
                </a:solidFill>
              </a:rPr>
              <a:t>      </a:t>
            </a:r>
            <a:r>
              <a:rPr lang="en-US" dirty="0"/>
              <a:t>this syntax will not work by default until we inform it to the SAPUI5, to make this syntax work we have to add a line </a:t>
            </a:r>
          </a:p>
          <a:p>
            <a:r>
              <a:rPr lang="en-US" dirty="0">
                <a:solidFill>
                  <a:schemeClr val="accent2">
                    <a:lumMod val="50000"/>
                  </a:schemeClr>
                </a:solidFill>
              </a:rPr>
              <a:t>      </a:t>
            </a:r>
            <a:r>
              <a:rPr lang="en-US" dirty="0"/>
              <a:t>code inside the bootstrap code of the application.</a:t>
            </a:r>
          </a:p>
          <a:p>
            <a:r>
              <a:rPr lang="en-US" dirty="0">
                <a:solidFill>
                  <a:schemeClr val="accent2">
                    <a:lumMod val="50000"/>
                  </a:schemeClr>
                </a:solidFill>
              </a:rPr>
              <a:t>              data-sap-</a:t>
            </a:r>
            <a:r>
              <a:rPr lang="en-US" dirty="0" err="1">
                <a:solidFill>
                  <a:schemeClr val="accent2">
                    <a:lumMod val="50000"/>
                  </a:schemeClr>
                </a:solidFill>
              </a:rPr>
              <a:t>ui</a:t>
            </a:r>
            <a:r>
              <a:rPr lang="en-US" dirty="0">
                <a:solidFill>
                  <a:schemeClr val="accent2">
                    <a:lumMod val="50000"/>
                  </a:schemeClr>
                </a:solidFill>
              </a:rPr>
              <a:t>-</a:t>
            </a:r>
            <a:r>
              <a:rPr lang="en-US" dirty="0" err="1">
                <a:solidFill>
                  <a:schemeClr val="accent2">
                    <a:lumMod val="50000"/>
                  </a:schemeClr>
                </a:solidFill>
              </a:rPr>
              <a:t>bindingSyntax</a:t>
            </a:r>
            <a:r>
              <a:rPr lang="en-US" dirty="0">
                <a:solidFill>
                  <a:schemeClr val="accent2">
                    <a:lumMod val="50000"/>
                  </a:schemeClr>
                </a:solidFill>
              </a:rPr>
              <a:t>= “complex”</a:t>
            </a:r>
          </a:p>
          <a:p>
            <a:r>
              <a:rPr lang="en-US" dirty="0"/>
              <a:t>      </a:t>
            </a:r>
            <a:endParaRPr lang="en-US" dirty="0">
              <a:solidFill>
                <a:schemeClr val="accent2">
                  <a:lumMod val="50000"/>
                </a:schemeClr>
              </a:solidFill>
            </a:endParaRPr>
          </a:p>
          <a:p>
            <a:pPr marL="285750" indent="-285750">
              <a:buFont typeface="Arial" panose="020B0604020202020204" pitchFamily="34" charset="0"/>
              <a:buChar char="•"/>
            </a:pPr>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cxnSp>
        <p:nvCxnSpPr>
          <p:cNvPr id="9" name="Connector: Elbow 8">
            <a:extLst>
              <a:ext uri="{FF2B5EF4-FFF2-40B4-BE49-F238E27FC236}">
                <a16:creationId xmlns:a16="http://schemas.microsoft.com/office/drawing/2014/main" id="{766904A4-45D8-4D6F-892D-AFB45C8B2EE2}"/>
              </a:ext>
            </a:extLst>
          </p:cNvPr>
          <p:cNvCxnSpPr>
            <a:cxnSpLocks/>
          </p:cNvCxnSpPr>
          <p:nvPr/>
        </p:nvCxnSpPr>
        <p:spPr>
          <a:xfrm rot="10800000" flipV="1">
            <a:off x="5505452" y="2600324"/>
            <a:ext cx="3200398" cy="104773"/>
          </a:xfrm>
          <a:prstGeom prst="bentConnector3">
            <a:avLst>
              <a:gd name="adj1" fmla="val 100298"/>
            </a:avLst>
          </a:prstGeom>
          <a:ln>
            <a:tailEnd type="triangle"/>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174CB93D-F0EC-4FA2-85EB-509B9A3CE31F}"/>
              </a:ext>
            </a:extLst>
          </p:cNvPr>
          <p:cNvSpPr txBox="1"/>
          <p:nvPr/>
        </p:nvSpPr>
        <p:spPr>
          <a:xfrm>
            <a:off x="7038975" y="2077102"/>
            <a:ext cx="2143125"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Name of the property with which we want to bind</a:t>
            </a:r>
          </a:p>
        </p:txBody>
      </p:sp>
    </p:spTree>
    <p:extLst>
      <p:ext uri="{BB962C8B-B14F-4D97-AF65-F5344CB8AC3E}">
        <p14:creationId xmlns:p14="http://schemas.microsoft.com/office/powerpoint/2010/main" val="268242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Binding Syntax</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285750" indent="-285750">
              <a:buFont typeface="Wingdings" panose="05000000000000000000" pitchFamily="2" charset="2"/>
              <a:buChar char="§"/>
            </a:pPr>
            <a:r>
              <a:rPr lang="en-US" dirty="0"/>
              <a:t>Now we will see the different syntax of binding the properties in the View.</a:t>
            </a:r>
          </a:p>
          <a:p>
            <a:pPr marL="285750" indent="-285750">
              <a:buFont typeface="Wingdings" panose="05000000000000000000" pitchFamily="2" charset="2"/>
              <a:buChar char="§"/>
            </a:pPr>
            <a:r>
              <a:rPr lang="en-US" dirty="0"/>
              <a:t>Along with that we will see how to align the label and fields in the SimpleForm control.</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r>
              <a:rPr lang="en-US" dirty="0"/>
              <a:t>Code Links:- </a:t>
            </a:r>
          </a:p>
          <a:p>
            <a:pPr marL="285750" indent="-285750">
              <a:buFontTx/>
              <a:buChar char="-"/>
            </a:pPr>
            <a:r>
              <a:rPr lang="en-US" dirty="0">
                <a:hlinkClick r:id="rId3"/>
              </a:rPr>
              <a:t>MyXML.view.xml</a:t>
            </a:r>
            <a:endParaRPr lang="en-US" dirty="0"/>
          </a:p>
          <a:p>
            <a:pPr marL="285750" indent="-285750">
              <a:buFontTx/>
              <a:buChar char="-"/>
            </a:pPr>
            <a:r>
              <a:rPr lang="en-US" dirty="0">
                <a:hlinkClick r:id="rId4"/>
              </a:rPr>
              <a:t>Main.controller.js</a:t>
            </a:r>
            <a:endParaRPr lang="en-US" dirty="0"/>
          </a:p>
          <a:p>
            <a:pPr marL="285750" indent="-285750">
              <a:buFontTx/>
              <a:buChar char="-"/>
            </a:pPr>
            <a:r>
              <a:rPr lang="en-US" dirty="0">
                <a:hlinkClick r:id="rId5"/>
              </a:rPr>
              <a:t>Index.html</a:t>
            </a:r>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405E6FF4-130E-4E2A-BA77-65747CE9105C}"/>
              </a:ext>
            </a:extLst>
          </p:cNvPr>
          <p:cNvPicPr>
            <a:picLocks noChangeAspect="1"/>
          </p:cNvPicPr>
          <p:nvPr/>
        </p:nvPicPr>
        <p:blipFill>
          <a:blip r:embed="rId6"/>
          <a:stretch>
            <a:fillRect/>
          </a:stretch>
        </p:blipFill>
        <p:spPr>
          <a:xfrm>
            <a:off x="5950431" y="2106636"/>
            <a:ext cx="5430247" cy="13505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A4F8C522-543C-4AF5-AEC4-1D2F5AD35354}"/>
              </a:ext>
            </a:extLst>
          </p:cNvPr>
          <p:cNvPicPr>
            <a:picLocks noChangeAspect="1"/>
          </p:cNvPicPr>
          <p:nvPr/>
        </p:nvPicPr>
        <p:blipFill>
          <a:blip r:embed="rId7"/>
          <a:stretch>
            <a:fillRect/>
          </a:stretch>
        </p:blipFill>
        <p:spPr>
          <a:xfrm>
            <a:off x="5408814" y="4242625"/>
            <a:ext cx="5971864" cy="10691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92514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Types of Binding</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5078313"/>
          </a:xfrm>
          <a:prstGeom prst="rect">
            <a:avLst/>
          </a:prstGeom>
          <a:noFill/>
        </p:spPr>
        <p:txBody>
          <a:bodyPr wrap="square" rtlCol="0">
            <a:spAutoFit/>
          </a:bodyPr>
          <a:lstStyle/>
          <a:p>
            <a:r>
              <a:rPr lang="en-US" dirty="0"/>
              <a:t>SAP UI5 have 4 types of Binding options:</a:t>
            </a:r>
          </a:p>
          <a:p>
            <a:pPr marL="342900" indent="-342900">
              <a:buFont typeface="+mj-lt"/>
              <a:buAutoNum type="arabicPeriod"/>
            </a:pPr>
            <a:r>
              <a:rPr lang="en-US" dirty="0"/>
              <a:t>Property Binding </a:t>
            </a:r>
          </a:p>
          <a:p>
            <a:pPr marL="342900" indent="-342900">
              <a:buFont typeface="+mj-lt"/>
              <a:buAutoNum type="arabicPeriod"/>
            </a:pPr>
            <a:r>
              <a:rPr lang="en-US" dirty="0"/>
              <a:t>Expression Binding </a:t>
            </a:r>
          </a:p>
          <a:p>
            <a:pPr marL="342900" indent="-342900">
              <a:buFont typeface="+mj-lt"/>
              <a:buAutoNum type="arabicPeriod"/>
            </a:pPr>
            <a:r>
              <a:rPr lang="en-US" dirty="0"/>
              <a:t>Aggregation Binding</a:t>
            </a:r>
          </a:p>
          <a:p>
            <a:pPr marL="342900" indent="-342900">
              <a:buFont typeface="+mj-lt"/>
              <a:buAutoNum type="arabicPeriod"/>
            </a:pPr>
            <a:r>
              <a:rPr lang="en-US" dirty="0"/>
              <a:t>Element Binding </a:t>
            </a:r>
          </a:p>
          <a:p>
            <a:endParaRPr lang="en-US" dirty="0"/>
          </a:p>
          <a:p>
            <a:r>
              <a:rPr lang="en-US" b="1" u="sng" dirty="0"/>
              <a:t>Property Binding:-</a:t>
            </a:r>
          </a:p>
          <a:p>
            <a:pPr algn="just"/>
            <a:r>
              <a:rPr lang="en-US" dirty="0"/>
              <a:t>When we bind property of a UI control, to the address/path of the model, this is called property binding. E.g., value property of Input control was connected to /emp/empId</a:t>
            </a:r>
          </a:p>
          <a:p>
            <a:pPr algn="just"/>
            <a:endParaRPr lang="en-US" dirty="0"/>
          </a:p>
          <a:p>
            <a:pPr algn="just"/>
            <a:r>
              <a:rPr lang="en-US" dirty="0">
                <a:solidFill>
                  <a:schemeClr val="accent4">
                    <a:lumMod val="50000"/>
                  </a:schemeClr>
                </a:solidFill>
              </a:rPr>
              <a:t>All the four syntaxes we studied in previous slide are the example of property binding.</a:t>
            </a:r>
          </a:p>
          <a:p>
            <a:pPr algn="just"/>
            <a:endParaRPr lang="en-US" dirty="0"/>
          </a:p>
          <a:p>
            <a:pPr algn="just"/>
            <a:r>
              <a:rPr lang="en-US" dirty="0"/>
              <a:t>Ex:- </a:t>
            </a:r>
          </a:p>
          <a:p>
            <a:pPr marL="342900" indent="-342900" algn="just">
              <a:buAutoNum type="arabicPeriod"/>
            </a:pPr>
            <a:r>
              <a:rPr lang="en-US" dirty="0"/>
              <a:t>In XML view:-  </a:t>
            </a:r>
          </a:p>
          <a:p>
            <a:pPr algn="just"/>
            <a:r>
              <a:rPr lang="en-US" dirty="0"/>
              <a:t>             &lt;Text text=“{/emp/empId}” &gt;&lt;/Text&gt;</a:t>
            </a:r>
          </a:p>
          <a:p>
            <a:pPr marL="342900" indent="-342900">
              <a:buAutoNum type="arabicPeriod"/>
            </a:pPr>
            <a:r>
              <a:rPr lang="en-US" dirty="0"/>
              <a:t>In controller: -</a:t>
            </a:r>
          </a:p>
          <a:p>
            <a:r>
              <a:rPr lang="en-US" dirty="0"/>
              <a:t>             this.getView().byId(“controlId”).bindProperty(“text”, ‘/emp/empId’);</a:t>
            </a:r>
          </a:p>
          <a:p>
            <a:endParaRPr lang="en-US" b="1" u="sng"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3FE448D8-A22E-4F21-89BC-9C888E7CD8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0" y="188641"/>
            <a:ext cx="3086100" cy="2605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154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F8B4F0-751F-CDF5-E06C-0709914346D0}"/>
              </a:ext>
            </a:extLst>
          </p:cNvPr>
          <p:cNvSpPr/>
          <p:nvPr/>
        </p:nvSpPr>
        <p:spPr>
          <a:xfrm>
            <a:off x="1251930" y="1687651"/>
            <a:ext cx="2829117" cy="3491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Model</a:t>
            </a:r>
          </a:p>
          <a:p>
            <a:pPr algn="ctr"/>
            <a:endParaRPr lang="en-IN"/>
          </a:p>
          <a:p>
            <a:pPr algn="ctr"/>
            <a:r>
              <a:rPr lang="en-IN"/>
              <a:t>&lt;&lt;&lt;Data&gt;&gt;&gt;</a:t>
            </a:r>
            <a:endParaRPr lang="en-IN" dirty="0"/>
          </a:p>
        </p:txBody>
      </p:sp>
      <p:sp>
        <p:nvSpPr>
          <p:cNvPr id="3" name="Rectangle 2">
            <a:extLst>
              <a:ext uri="{FF2B5EF4-FFF2-40B4-BE49-F238E27FC236}">
                <a16:creationId xmlns:a16="http://schemas.microsoft.com/office/drawing/2014/main" id="{5252120D-A96D-8DDE-C931-7AF25FC9102E}"/>
              </a:ext>
            </a:extLst>
          </p:cNvPr>
          <p:cNvSpPr/>
          <p:nvPr/>
        </p:nvSpPr>
        <p:spPr>
          <a:xfrm>
            <a:off x="8394274" y="1687651"/>
            <a:ext cx="2829117" cy="3491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UI</a:t>
            </a:r>
          </a:p>
          <a:p>
            <a:pPr algn="ctr"/>
            <a:endParaRPr lang="en-IN" dirty="0"/>
          </a:p>
          <a:p>
            <a:pPr algn="ctr"/>
            <a:r>
              <a:rPr lang="en-IN" dirty="0"/>
              <a:t>&lt;&lt;&lt;Fields&gt;&gt;&gt;</a:t>
            </a:r>
          </a:p>
        </p:txBody>
      </p:sp>
      <p:cxnSp>
        <p:nvCxnSpPr>
          <p:cNvPr id="5" name="Straight Arrow Connector 4">
            <a:extLst>
              <a:ext uri="{FF2B5EF4-FFF2-40B4-BE49-F238E27FC236}">
                <a16:creationId xmlns:a16="http://schemas.microsoft.com/office/drawing/2014/main" id="{BA9AD648-8164-6C1A-D493-BAEA99B58166}"/>
              </a:ext>
            </a:extLst>
          </p:cNvPr>
          <p:cNvCxnSpPr/>
          <p:nvPr/>
        </p:nvCxnSpPr>
        <p:spPr>
          <a:xfrm>
            <a:off x="3467356" y="3706695"/>
            <a:ext cx="5621412" cy="0"/>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2132D8F2-4E56-D911-C605-6A11D6983AAC}"/>
              </a:ext>
            </a:extLst>
          </p:cNvPr>
          <p:cNvSpPr txBox="1"/>
          <p:nvPr/>
        </p:nvSpPr>
        <p:spPr>
          <a:xfrm>
            <a:off x="513967" y="691440"/>
            <a:ext cx="6097022" cy="286360"/>
          </a:xfrm>
          <a:prstGeom prst="rect">
            <a:avLst/>
          </a:prstGeom>
          <a:noFill/>
        </p:spPr>
        <p:txBody>
          <a:bodyPr wrap="square">
            <a:spAutoFit/>
          </a:bodyPr>
          <a:lstStyle/>
          <a:p>
            <a:pPr>
              <a:lnSpc>
                <a:spcPts val="1425"/>
              </a:lnSpc>
              <a:buNone/>
            </a:pPr>
            <a:r>
              <a:rPr lang="en-IN" b="0" dirty="0">
                <a:solidFill>
                  <a:srgbClr val="FF7B72"/>
                </a:solidFill>
                <a:effectLst/>
                <a:latin typeface="Consolas" panose="020B0609020204030204" pitchFamily="49" charset="0"/>
              </a:rPr>
              <a:t>var</a:t>
            </a:r>
            <a:r>
              <a:rPr lang="en-IN" b="0" dirty="0">
                <a:solidFill>
                  <a:srgbClr val="C9D1D9"/>
                </a:solidFill>
                <a:effectLst/>
                <a:latin typeface="Consolas" panose="020B0609020204030204" pitchFamily="49" charset="0"/>
              </a:rPr>
              <a:t> </a:t>
            </a:r>
            <a:r>
              <a:rPr lang="en-IN" b="0" dirty="0" err="1">
                <a:solidFill>
                  <a:srgbClr val="C9D1D9"/>
                </a:solidFill>
                <a:effectLst/>
                <a:latin typeface="Consolas" panose="020B0609020204030204" pitchFamily="49" charset="0"/>
              </a:rPr>
              <a:t>oModel</a:t>
            </a:r>
            <a:r>
              <a:rPr lang="en-IN" b="0" dirty="0">
                <a:solidFill>
                  <a:srgbClr val="C9D1D9"/>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9D1D9"/>
                </a:solidFill>
                <a:effectLst/>
                <a:latin typeface="Consolas" panose="020B0609020204030204" pitchFamily="49" charset="0"/>
              </a:rPr>
              <a:t> </a:t>
            </a:r>
            <a:r>
              <a:rPr lang="en-IN" b="0" dirty="0" err="1">
                <a:solidFill>
                  <a:srgbClr val="C9D1D9"/>
                </a:solidFill>
                <a:effectLst/>
                <a:latin typeface="Consolas" panose="020B0609020204030204" pitchFamily="49" charset="0"/>
              </a:rPr>
              <a:t>sap.ui.</a:t>
            </a:r>
            <a:r>
              <a:rPr lang="en-IN" b="0" dirty="0" err="1">
                <a:solidFill>
                  <a:srgbClr val="D2A8FF"/>
                </a:solidFill>
                <a:effectLst/>
                <a:latin typeface="Consolas" panose="020B0609020204030204" pitchFamily="49" charset="0"/>
              </a:rPr>
              <a:t>getCore</a:t>
            </a:r>
            <a:r>
              <a:rPr lang="en-IN" b="0" dirty="0">
                <a:solidFill>
                  <a:srgbClr val="C9D1D9"/>
                </a:solidFill>
                <a:effectLst/>
                <a:latin typeface="Consolas" panose="020B0609020204030204" pitchFamily="49" charset="0"/>
              </a:rPr>
              <a:t>().</a:t>
            </a:r>
            <a:r>
              <a:rPr lang="en-IN" b="0" dirty="0" err="1">
                <a:solidFill>
                  <a:srgbClr val="D2A8FF"/>
                </a:solidFill>
                <a:effectLst/>
                <a:latin typeface="Consolas" panose="020B0609020204030204" pitchFamily="49" charset="0"/>
              </a:rPr>
              <a:t>getModel</a:t>
            </a:r>
            <a:r>
              <a:rPr lang="en-IN" b="0" dirty="0">
                <a:solidFill>
                  <a:srgbClr val="C9D1D9"/>
                </a:solidFill>
                <a:effectLst/>
                <a:latin typeface="Consolas" panose="020B0609020204030204" pitchFamily="49" charset="0"/>
              </a:rPr>
              <a:t>();</a:t>
            </a:r>
            <a:endParaRPr lang="en-IN" b="0" dirty="0">
              <a:solidFill>
                <a:srgbClr val="BBBEBF"/>
              </a:solidFill>
              <a:effectLst/>
              <a:latin typeface="Consolas" panose="020B0609020204030204" pitchFamily="49" charset="0"/>
            </a:endParaRPr>
          </a:p>
        </p:txBody>
      </p:sp>
      <p:sp>
        <p:nvSpPr>
          <p:cNvPr id="9" name="TextBox 8">
            <a:extLst>
              <a:ext uri="{FF2B5EF4-FFF2-40B4-BE49-F238E27FC236}">
                <a16:creationId xmlns:a16="http://schemas.microsoft.com/office/drawing/2014/main" id="{4D04CBC4-80CD-E429-B8DB-0A6FE73185A0}"/>
              </a:ext>
            </a:extLst>
          </p:cNvPr>
          <p:cNvSpPr txBox="1"/>
          <p:nvPr/>
        </p:nvSpPr>
        <p:spPr>
          <a:xfrm>
            <a:off x="513967" y="1189545"/>
            <a:ext cx="6097022" cy="286360"/>
          </a:xfrm>
          <a:prstGeom prst="rect">
            <a:avLst/>
          </a:prstGeom>
          <a:noFill/>
        </p:spPr>
        <p:txBody>
          <a:bodyPr wrap="square">
            <a:spAutoFit/>
          </a:bodyPr>
          <a:lstStyle/>
          <a:p>
            <a:pPr>
              <a:lnSpc>
                <a:spcPts val="1425"/>
              </a:lnSpc>
              <a:buNone/>
            </a:pPr>
            <a:r>
              <a:rPr lang="en-IN" b="0" dirty="0" err="1">
                <a:solidFill>
                  <a:srgbClr val="C9D1D9"/>
                </a:solidFill>
                <a:effectLst/>
                <a:latin typeface="Consolas" panose="020B0609020204030204" pitchFamily="49" charset="0"/>
              </a:rPr>
              <a:t>oModel.</a:t>
            </a:r>
            <a:r>
              <a:rPr lang="en-IN" b="0" dirty="0" err="1">
                <a:solidFill>
                  <a:srgbClr val="D2A8FF"/>
                </a:solidFill>
                <a:effectLst/>
                <a:latin typeface="Consolas" panose="020B0609020204030204" pitchFamily="49" charset="0"/>
              </a:rPr>
              <a:t>setProperty</a:t>
            </a:r>
            <a:r>
              <a:rPr lang="en-IN" b="0" dirty="0">
                <a:solidFill>
                  <a:srgbClr val="C9D1D9"/>
                </a:solidFill>
                <a:effectLst/>
                <a:latin typeface="Consolas" panose="020B0609020204030204" pitchFamily="49" charset="0"/>
              </a:rPr>
              <a:t>(</a:t>
            </a:r>
            <a:r>
              <a:rPr lang="en-IN" b="0" dirty="0">
                <a:solidFill>
                  <a:srgbClr val="A5D6FF"/>
                </a:solidFill>
                <a:effectLst/>
                <a:latin typeface="Consolas" panose="020B0609020204030204" pitchFamily="49" charset="0"/>
              </a:rPr>
              <a:t>"/</a:t>
            </a:r>
            <a:r>
              <a:rPr lang="en-IN" b="0" dirty="0" err="1">
                <a:solidFill>
                  <a:srgbClr val="A5D6FF"/>
                </a:solidFill>
                <a:effectLst/>
                <a:latin typeface="Consolas" panose="020B0609020204030204" pitchFamily="49" charset="0"/>
              </a:rPr>
              <a:t>empStr</a:t>
            </a:r>
            <a:r>
              <a:rPr lang="en-IN" b="0" dirty="0">
                <a:solidFill>
                  <a:srgbClr val="A5D6FF"/>
                </a:solidFill>
                <a:effectLst/>
                <a:latin typeface="Consolas" panose="020B0609020204030204" pitchFamily="49" charset="0"/>
              </a:rPr>
              <a:t>"</a:t>
            </a:r>
            <a:r>
              <a:rPr lang="en-IN" b="0" dirty="0">
                <a:solidFill>
                  <a:srgbClr val="C9D1D9"/>
                </a:solidFill>
                <a:effectLst/>
                <a:latin typeface="Consolas" panose="020B0609020204030204" pitchFamily="49" charset="0"/>
              </a:rPr>
              <a:t>, {</a:t>
            </a:r>
            <a:endParaRPr lang="en-IN"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1818426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Changing data using Model</a:t>
            </a: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285750" indent="-285750">
              <a:buFontTx/>
              <a:buChar char="-"/>
            </a:pPr>
            <a:r>
              <a:rPr lang="en-US" dirty="0"/>
              <a:t>Now we will change the form data using the setProperty and getProperty functions.</a:t>
            </a:r>
          </a:p>
          <a:p>
            <a:pPr marL="285750" indent="-285750">
              <a:buFontTx/>
              <a:buChar char="-"/>
            </a:pPr>
            <a:r>
              <a:rPr lang="en-US" dirty="0"/>
              <a:t>Initially we used these functions to set the data directly now we will use the Model to change the data.</a:t>
            </a:r>
          </a:p>
          <a:p>
            <a:pPr marL="285750" indent="-285750">
              <a:buFontTx/>
              <a:buChar char="-"/>
            </a:pPr>
            <a:r>
              <a:rPr lang="en-US" dirty="0"/>
              <a:t>This process will be done on click of the Change Data button.</a:t>
            </a:r>
          </a:p>
          <a:p>
            <a:pPr marL="285750" indent="-285750">
              <a:buFontTx/>
              <a:buChar char="-"/>
            </a:pPr>
            <a:endParaRPr lang="en-US" dirty="0"/>
          </a:p>
          <a:p>
            <a:pPr marL="285750" indent="-285750">
              <a:buFontTx/>
              <a:buChar char="-"/>
            </a:pPr>
            <a:endParaRPr lang="en-US" dirty="0"/>
          </a:p>
          <a:p>
            <a:r>
              <a:rPr lang="en-US" dirty="0"/>
              <a:t>Code Links:- </a:t>
            </a:r>
          </a:p>
          <a:p>
            <a:pPr marL="285750" indent="-285750">
              <a:buFontTx/>
              <a:buChar char="-"/>
            </a:pPr>
            <a:r>
              <a:rPr lang="en-US" dirty="0"/>
              <a:t>MyXML.view.xml</a:t>
            </a:r>
          </a:p>
          <a:p>
            <a:pPr marL="285750" indent="-285750">
              <a:buFontTx/>
              <a:buChar char="-"/>
            </a:pPr>
            <a:r>
              <a:rPr lang="en-US" dirty="0"/>
              <a:t>Main.controller.js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3D509167-8C71-4DF7-D9DE-398A9B41C363}"/>
              </a:ext>
            </a:extLst>
          </p:cNvPr>
          <p:cNvPicPr>
            <a:picLocks noChangeAspect="1"/>
          </p:cNvPicPr>
          <p:nvPr/>
        </p:nvPicPr>
        <p:blipFill>
          <a:blip r:embed="rId3"/>
          <a:stretch>
            <a:fillRect/>
          </a:stretch>
        </p:blipFill>
        <p:spPr>
          <a:xfrm>
            <a:off x="337930" y="3429000"/>
            <a:ext cx="4880114" cy="2222267"/>
          </a:xfrm>
          <a:prstGeom prst="rect">
            <a:avLst/>
          </a:prstGeom>
        </p:spPr>
      </p:pic>
      <p:pic>
        <p:nvPicPr>
          <p:cNvPr id="6" name="Picture 5">
            <a:extLst>
              <a:ext uri="{FF2B5EF4-FFF2-40B4-BE49-F238E27FC236}">
                <a16:creationId xmlns:a16="http://schemas.microsoft.com/office/drawing/2014/main" id="{F22D5F02-765C-A6BB-AD4F-617057D6146D}"/>
              </a:ext>
            </a:extLst>
          </p:cNvPr>
          <p:cNvPicPr>
            <a:picLocks noChangeAspect="1"/>
          </p:cNvPicPr>
          <p:nvPr/>
        </p:nvPicPr>
        <p:blipFill>
          <a:blip r:embed="rId4"/>
          <a:stretch>
            <a:fillRect/>
          </a:stretch>
        </p:blipFill>
        <p:spPr>
          <a:xfrm>
            <a:off x="6503723" y="3428999"/>
            <a:ext cx="5593654" cy="2222267"/>
          </a:xfrm>
          <a:prstGeom prst="rect">
            <a:avLst/>
          </a:prstGeom>
        </p:spPr>
      </p:pic>
      <p:sp>
        <p:nvSpPr>
          <p:cNvPr id="7" name="Arrow: Right 6">
            <a:extLst>
              <a:ext uri="{FF2B5EF4-FFF2-40B4-BE49-F238E27FC236}">
                <a16:creationId xmlns:a16="http://schemas.microsoft.com/office/drawing/2014/main" id="{61C0C38D-EAA8-0964-A2DE-8C7434E11ED2}"/>
              </a:ext>
            </a:extLst>
          </p:cNvPr>
          <p:cNvSpPr/>
          <p:nvPr/>
        </p:nvSpPr>
        <p:spPr>
          <a:xfrm>
            <a:off x="5218044" y="4331410"/>
            <a:ext cx="1285679" cy="417444"/>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29230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p>
        </p:txBody>
      </p:sp>
      <p:sp>
        <p:nvSpPr>
          <p:cNvPr id="4" name="Footer Placeholder 45">
            <a:extLst>
              <a:ext uri="{FF2B5EF4-FFF2-40B4-BE49-F238E27FC236}">
                <a16:creationId xmlns:a16="http://schemas.microsoft.com/office/drawing/2014/main" id="{90E33047-DFF5-4690-8905-31E4C115EFDC}"/>
              </a:ext>
            </a:extLst>
          </p:cNvPr>
          <p:cNvSpPr>
            <a:spLocks noGrp="1"/>
          </p:cNvSpPr>
          <p:nvPr>
            <p:ph type="ftr" sz="quarter" idx="11"/>
          </p:nvPr>
        </p:nvSpPr>
        <p:spPr>
          <a:xfrm>
            <a:off x="10123055" y="6548582"/>
            <a:ext cx="2225295" cy="203620"/>
          </a:xfrm>
        </p:spPr>
        <p:txBody>
          <a:bodyPr/>
          <a:lstStyle/>
          <a:p>
            <a:r>
              <a:rPr lang="en-US" b="1" dirty="0">
                <a:solidFill>
                  <a:schemeClr val="tx1"/>
                </a:solidFill>
              </a:rPr>
              <a:t>Trainer: 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pic>
        <p:nvPicPr>
          <p:cNvPr id="8" name="Picture 7">
            <a:extLst>
              <a:ext uri="{FF2B5EF4-FFF2-40B4-BE49-F238E27FC236}">
                <a16:creationId xmlns:a16="http://schemas.microsoft.com/office/drawing/2014/main" id="{C22BC072-3193-7B45-9313-D2D8113896B4}"/>
              </a:ext>
            </a:extLst>
          </p:cNvPr>
          <p:cNvPicPr>
            <a:picLocks noChangeAspect="1"/>
          </p:cNvPicPr>
          <p:nvPr/>
        </p:nvPicPr>
        <p:blipFill rotWithShape="1">
          <a:blip r:embed="rId3"/>
          <a:srcRect t="7822" b="7822"/>
          <a:stretch/>
        </p:blipFill>
        <p:spPr>
          <a:xfrm>
            <a:off x="0" y="0"/>
            <a:ext cx="12192000" cy="6858000"/>
          </a:xfrm>
          <a:prstGeom prst="rect">
            <a:avLst/>
          </a:prstGeom>
        </p:spPr>
      </p:pic>
      <p:sp>
        <p:nvSpPr>
          <p:cNvPr id="9" name="Rounded Rectangle 8">
            <a:extLst>
              <a:ext uri="{FF2B5EF4-FFF2-40B4-BE49-F238E27FC236}">
                <a16:creationId xmlns:a16="http://schemas.microsoft.com/office/drawing/2014/main" id="{2FF912B5-CB91-984A-A326-06D0A1B895C3}"/>
              </a:ext>
            </a:extLst>
          </p:cNvPr>
          <p:cNvSpPr/>
          <p:nvPr/>
        </p:nvSpPr>
        <p:spPr>
          <a:xfrm>
            <a:off x="-2415" y="-2412"/>
            <a:ext cx="12192001" cy="6858000"/>
          </a:xfrm>
          <a:prstGeom prst="roundRect">
            <a:avLst>
              <a:gd name="adj" fmla="val 0"/>
            </a:avLst>
          </a:prstGeom>
          <a:solidFill>
            <a:schemeClr val="tx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FD415253-65BB-C843-B5D8-DB41A0DCD078}"/>
              </a:ext>
            </a:extLst>
          </p:cNvPr>
          <p:cNvSpPr/>
          <p:nvPr/>
        </p:nvSpPr>
        <p:spPr>
          <a:xfrm>
            <a:off x="4057611" y="3011089"/>
            <a:ext cx="4071949" cy="83099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End of Day 9</a:t>
            </a:r>
          </a:p>
        </p:txBody>
      </p:sp>
    </p:spTree>
    <p:extLst>
      <p:ext uri="{BB962C8B-B14F-4D97-AF65-F5344CB8AC3E}">
        <p14:creationId xmlns:p14="http://schemas.microsoft.com/office/powerpoint/2010/main" val="3991243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Free Vector | Flat people with question marks background">
            <a:extLst>
              <a:ext uri="{FF2B5EF4-FFF2-40B4-BE49-F238E27FC236}">
                <a16:creationId xmlns:a16="http://schemas.microsoft.com/office/drawing/2014/main" id="{E158EC70-4769-4E41-A278-C90EC4E480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22246"/>
          <a:stretch/>
        </p:blipFill>
        <p:spPr bwMode="auto">
          <a:xfrm>
            <a:off x="1848418" y="648942"/>
            <a:ext cx="7599507" cy="59088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94C3DB2-D47E-4B94-804B-87AF1FDEF86E}"/>
              </a:ext>
            </a:extLst>
          </p:cNvPr>
          <p:cNvSpPr txBox="1"/>
          <p:nvPr/>
        </p:nvSpPr>
        <p:spPr>
          <a:xfrm>
            <a:off x="4535055" y="1052946"/>
            <a:ext cx="5588000" cy="769441"/>
          </a:xfrm>
          <a:prstGeom prst="rect">
            <a:avLst/>
          </a:prstGeom>
          <a:noFill/>
        </p:spPr>
        <p:txBody>
          <a:bodyPr wrap="square" rtlCol="0">
            <a:spAutoFit/>
          </a:bodyPr>
          <a:lstStyle/>
          <a:p>
            <a:r>
              <a:rPr lang="en-US" sz="4400" b="1" dirty="0"/>
              <a:t>Questions</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57951"/>
            <a:ext cx="716699" cy="707887"/>
          </a:xfrm>
          <a:prstGeom prst="rect">
            <a:avLst/>
          </a:prstGeom>
        </p:spPr>
      </p:pic>
      <p:sp>
        <p:nvSpPr>
          <p:cNvPr id="9" name="Footer Placeholder 45">
            <a:extLst>
              <a:ext uri="{FF2B5EF4-FFF2-40B4-BE49-F238E27FC236}">
                <a16:creationId xmlns:a16="http://schemas.microsoft.com/office/drawing/2014/main" id="{1E8E93DB-81E4-442B-B897-F702263718B2}"/>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1308118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ki Jumping Arena - Free Presentation Templates">
            <a:extLst>
              <a:ext uri="{FF2B5EF4-FFF2-40B4-BE49-F238E27FC236}">
                <a16:creationId xmlns:a16="http://schemas.microsoft.com/office/drawing/2014/main" id="{B0D7E6A1-F72A-4F69-B4FB-A4ED7A0C6C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46" b="224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910833" y="3561520"/>
            <a:ext cx="662939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spc="-150" dirty="0">
                <a:solidFill>
                  <a:prstClr val="white"/>
                </a:solidFill>
                <a:latin typeface="Calibri" panose="020F0502020204030204"/>
              </a:rPr>
              <a:t>Sakshi Gupta</a:t>
            </a:r>
            <a:endParaRPr kumimoji="0" lang="en-US" sz="3600" b="0" i="0" u="none" strike="noStrike" kern="1200" cap="none" spc="-15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364" y="0"/>
            <a:ext cx="1977514" cy="1953200"/>
          </a:xfrm>
          <a:prstGeom prst="rect">
            <a:avLst/>
          </a:prstGeom>
        </p:spPr>
      </p:pic>
    </p:spTree>
    <p:extLst>
      <p:ext uri="{BB962C8B-B14F-4D97-AF65-F5344CB8AC3E}">
        <p14:creationId xmlns:p14="http://schemas.microsoft.com/office/powerpoint/2010/main" val="13200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30278" y="2339163"/>
            <a:ext cx="9161718" cy="4518837"/>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0" y="-1"/>
            <a:ext cx="12192000" cy="487793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7" y="-1"/>
            <a:ext cx="12188826" cy="487793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6" y="-10291"/>
            <a:ext cx="12187238" cy="4888227"/>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660" y="5992677"/>
            <a:ext cx="3636124" cy="646331"/>
          </a:xfrm>
          <a:prstGeom prst="rect">
            <a:avLst/>
          </a:prstGeom>
        </p:spPr>
        <p:txBody>
          <a:bodyPr wrap="square">
            <a:sp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80349" y="2925900"/>
            <a:ext cx="3230283" cy="27699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995"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880"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6601" y="311141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592" y="2279542"/>
            <a:ext cx="640226" cy="640226"/>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6417" y="2272463"/>
            <a:ext cx="672103" cy="672103"/>
          </a:xfrm>
          <a:prstGeom prst="rect">
            <a:avLst/>
          </a:prstGeom>
        </p:spPr>
      </p:pic>
      <p:sp>
        <p:nvSpPr>
          <p:cNvPr id="48" name="Rectangle 47"/>
          <p:cNvSpPr/>
          <p:nvPr/>
        </p:nvSpPr>
        <p:spPr>
          <a:xfrm>
            <a:off x="632685" y="691519"/>
            <a:ext cx="6572671"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Most Desirable Resource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660" y="4998907"/>
            <a:ext cx="3901573" cy="8925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2741" y="2194371"/>
            <a:ext cx="852087" cy="852087"/>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9296" y="3369105"/>
            <a:ext cx="5612646" cy="3381741"/>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3739" y="5575313"/>
            <a:ext cx="2196807" cy="5474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hlinkClick r:id="rId9"/>
            <a:extLst>
              <a:ext uri="{FF2B5EF4-FFF2-40B4-BE49-F238E27FC236}">
                <a16:creationId xmlns:a16="http://schemas.microsoft.com/office/drawing/2014/main" id="{B7D41E04-1B35-BD4F-8B37-C6CC88C6B995}"/>
              </a:ext>
            </a:extLst>
          </p:cNvPr>
          <p:cNvSpPr/>
          <p:nvPr/>
        </p:nvSpPr>
        <p:spPr>
          <a:xfrm>
            <a:off x="4400880" y="5490869"/>
            <a:ext cx="2196807" cy="54749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4221" y="5590861"/>
            <a:ext cx="14670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50EE5CC4-6884-48A9-8EE9-C0C15B8FD14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51916" y="501199"/>
            <a:ext cx="1956681" cy="1932623"/>
          </a:xfrm>
          <a:prstGeom prst="rect">
            <a:avLst/>
          </a:prstGeom>
        </p:spPr>
      </p:pic>
    </p:spTree>
    <p:extLst>
      <p:ext uri="{BB962C8B-B14F-4D97-AF65-F5344CB8AC3E}">
        <p14:creationId xmlns:p14="http://schemas.microsoft.com/office/powerpoint/2010/main" val="1937607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8A4613-6F8A-40A2-B2DE-12F49D2C9098}"/>
              </a:ext>
            </a:extLst>
          </p:cNvPr>
          <p:cNvSpPr txBox="1"/>
          <p:nvPr/>
        </p:nvSpPr>
        <p:spPr>
          <a:xfrm>
            <a:off x="92365" y="180309"/>
            <a:ext cx="11462326" cy="646331"/>
          </a:xfrm>
          <a:prstGeom prst="rect">
            <a:avLst/>
          </a:prstGeom>
          <a:noFill/>
        </p:spPr>
        <p:txBody>
          <a:bodyPr wrap="square">
            <a:spAutoFit/>
          </a:bodyPr>
          <a:lstStyle/>
          <a:p>
            <a:r>
              <a:rPr lang="en-US" sz="3600" dirty="0">
                <a:latin typeface="Cooper Black" panose="0208090404030B020404" pitchFamily="18" charset="0"/>
              </a:rPr>
              <a:t>More from AnubhavTrainings.com</a:t>
            </a:r>
          </a:p>
        </p:txBody>
      </p:sp>
      <p:pic>
        <p:nvPicPr>
          <p:cNvPr id="6" name="Picture 5">
            <a:hlinkClick r:id="rId2"/>
            <a:extLst>
              <a:ext uri="{FF2B5EF4-FFF2-40B4-BE49-F238E27FC236}">
                <a16:creationId xmlns:a16="http://schemas.microsoft.com/office/drawing/2014/main" id="{3C11E744-8456-4A37-9BA0-092AF3415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9878" y="826640"/>
            <a:ext cx="5727192" cy="3452752"/>
          </a:xfrm>
          <a:prstGeom prst="rect">
            <a:avLst/>
          </a:prstGeom>
          <a:scene3d>
            <a:camera prst="perspectiveLeft"/>
            <a:lightRig rig="threePt" dir="t"/>
          </a:scene3d>
        </p:spPr>
      </p:pic>
      <p:pic>
        <p:nvPicPr>
          <p:cNvPr id="8" name="Picture 7">
            <a:hlinkClick r:id="rId4"/>
            <a:extLst>
              <a:ext uri="{FF2B5EF4-FFF2-40B4-BE49-F238E27FC236}">
                <a16:creationId xmlns:a16="http://schemas.microsoft.com/office/drawing/2014/main" id="{D78BFE9E-91A1-40B2-B91E-34E16BAEAB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930" y="1061561"/>
            <a:ext cx="5956261" cy="3337560"/>
          </a:xfrm>
          <a:prstGeom prst="rect">
            <a:avLst/>
          </a:prstGeom>
          <a:scene3d>
            <a:camera prst="perspectiveLeft"/>
            <a:lightRig rig="threePt" dir="t"/>
          </a:scene3d>
        </p:spPr>
      </p:pic>
      <p:pic>
        <p:nvPicPr>
          <p:cNvPr id="10" name="Picture 9">
            <a:hlinkClick r:id="rId6"/>
            <a:extLst>
              <a:ext uri="{FF2B5EF4-FFF2-40B4-BE49-F238E27FC236}">
                <a16:creationId xmlns:a16="http://schemas.microsoft.com/office/drawing/2014/main" id="{4B4996AA-9A5C-4627-ABFF-5F312BFC76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9877" y="3132709"/>
            <a:ext cx="5727193" cy="3539652"/>
          </a:xfrm>
          <a:prstGeom prst="rect">
            <a:avLst/>
          </a:prstGeom>
          <a:scene3d>
            <a:camera prst="perspectiveLeft"/>
            <a:lightRig rig="threePt" dir="t"/>
          </a:scene3d>
        </p:spPr>
      </p:pic>
      <p:pic>
        <p:nvPicPr>
          <p:cNvPr id="11" name="Picture 10">
            <a:hlinkClick r:id="rId8"/>
            <a:extLst>
              <a:ext uri="{FF2B5EF4-FFF2-40B4-BE49-F238E27FC236}">
                <a16:creationId xmlns:a16="http://schemas.microsoft.com/office/drawing/2014/main" id="{82B165D0-C409-4669-9E36-D2FB63835D83}"/>
              </a:ext>
            </a:extLst>
          </p:cNvPr>
          <p:cNvPicPr>
            <a:picLocks noChangeAspect="1"/>
          </p:cNvPicPr>
          <p:nvPr/>
        </p:nvPicPr>
        <p:blipFill>
          <a:blip r:embed="rId9"/>
          <a:stretch>
            <a:fillRect/>
          </a:stretch>
        </p:blipFill>
        <p:spPr>
          <a:xfrm>
            <a:off x="192258" y="3340131"/>
            <a:ext cx="5998933" cy="3304731"/>
          </a:xfrm>
          <a:prstGeom prst="rect">
            <a:avLst/>
          </a:prstGeom>
          <a:scene3d>
            <a:camera prst="perspectiveLeft"/>
            <a:lightRig rig="threePt" dir="t"/>
          </a:scene3d>
        </p:spPr>
      </p:pic>
    </p:spTree>
    <p:extLst>
      <p:ext uri="{BB962C8B-B14F-4D97-AF65-F5344CB8AC3E}">
        <p14:creationId xmlns:p14="http://schemas.microsoft.com/office/powerpoint/2010/main" val="2647541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Title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Content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216820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1807</Words>
  <Application>Microsoft Office PowerPoint</Application>
  <PresentationFormat>Widescreen</PresentationFormat>
  <Paragraphs>236</Paragraphs>
  <Slides>21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Consolas</vt:lpstr>
      <vt:lpstr>Cooper Black</vt:lpstr>
      <vt:lpstr>SAPRegular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cvedi@soyuztechnologies.com</dc:creator>
  <cp:lastModifiedBy>Anubhav Oberoy</cp:lastModifiedBy>
  <cp:revision>9</cp:revision>
  <dcterms:created xsi:type="dcterms:W3CDTF">2023-08-10T16:09:42Z</dcterms:created>
  <dcterms:modified xsi:type="dcterms:W3CDTF">2026-04-24T04:05:33Z</dcterms:modified>
</cp:coreProperties>
</file>