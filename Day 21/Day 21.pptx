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463" r:id="rId3"/>
    <p:sldId id="532" r:id="rId4"/>
    <p:sldId id="526" r:id="rId5"/>
    <p:sldId id="682" r:id="rId6"/>
    <p:sldId id="531" r:id="rId7"/>
    <p:sldId id="520" r:id="rId8"/>
    <p:sldId id="677" r:id="rId9"/>
    <p:sldId id="673" r:id="rId10"/>
    <p:sldId id="674" r:id="rId11"/>
    <p:sldId id="675" r:id="rId12"/>
    <p:sldId id="516" r:id="rId13"/>
    <p:sldId id="517" r:id="rId14"/>
    <p:sldId id="518" r:id="rId15"/>
    <p:sldId id="519" r:id="rId16"/>
    <p:sldId id="678" r:id="rId17"/>
    <p:sldId id="679" r:id="rId18"/>
    <p:sldId id="680" r:id="rId19"/>
    <p:sldId id="681" r:id="rId20"/>
    <p:sldId id="508" r:id="rId21"/>
    <p:sldId id="509" r:id="rId22"/>
    <p:sldId id="510" r:id="rId23"/>
    <p:sldId id="477" r:id="rId24"/>
    <p:sldId id="399" r:id="rId25"/>
    <p:sldId id="409" r:id="rId26"/>
    <p:sldId id="481" r:id="rId27"/>
    <p:sldId id="482" r:id="rId28"/>
    <p:sldId id="50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47.129"/>
    </inkml:context>
    <inkml:brush xml:id="br0">
      <inkml:brushProperty name="width" value="0.05" units="cm"/>
      <inkml:brushProperty name="height" value="0.05" units="cm"/>
    </inkml:brush>
  </inkml:definitions>
  <inkml:trace contextRef="#ctx0" brushRef="#br0">37 744 24575,'-11'577'0,"3"334"0,9-605 0,3-23 0,45 324 0,-1-356 0,-35-205 0,2-1 0,1 0 0,30 56 0,-32-76 0,0-1 0,1-1 0,22 25 0,-28-38 0,0-1 0,0 0 0,1 0 0,0-1 0,1 0 0,0-1 0,0 0 0,0-1 0,14 5 0,28 8 0,1-3 0,92 15 0,116 1 0,184-9-719,4-22-619,-239-2 846,1029 22-1209,0 28 501,505-28-327,-1364-28 2577,-2 5 3766,-371 3-4701,1-1 0,-1-1 1,1 0-1,0 0 0,12-3 0,-18 2-92,0 1 1,0 0-1,0-1 0,0 1 1,0-1-1,-1 0 0,1 0 1,0 0-1,-1-1 0,0 1 1,1 0-1,-1-1 0,0 0 1,0 1-1,-1-1 1,1 0-1,1-3 0,60-151-23,-58 145 0,11-36 0,-2-1 0,13-87 0,-2-104 0,-17 141 0,113-999 0,-106 972 0,-5-1 0,-6-1 0,-19-214 0,-34-13 0,-20-288 0,58 499 0,8 124 0,-1 0 0,-2 1 0,0 0 0,0 0 0,-11-19 0,11 25 0,0 0 0,1 0 0,1 0 0,0-1 0,-3-22 0,6 32 0,0 0 0,0-1 0,-1 1 0,1 0 0,-1 0 0,0 0 0,0 0 0,0 1 0,-1-1 0,1 0 0,-1 1 0,0 0 0,0 0 0,0 0 0,0 0 0,-1 0 0,1 0 0,-1 1 0,0 0 0,0-1 0,0 1 0,0 1 0,0-1 0,-5-1 0,-12-3 0,0 1 0,0 1 0,-38-2 0,26 3 0,-745-79 0,-1578-55-682,2180 132 682,-938-1 0,-403 85 682,1364-67-682,-375 39 0,519-50 0,-1 1 0,0 0 0,1 0 0,0 1 0,-17 8 0,22-10 0,1 1 0,0 0 0,0 1 0,1-1 0,-1 0 0,0 1 0,1-1 0,-1 1 0,1 0 0,0 0 0,0 0 0,0 0 0,1 0 0,-1 1 0,1-1 0,-1 0 0,1 1 0,-1 6 0,-2 3 0,1 1 0,-2-1 0,0 0 0,-1 0 0,-12 21 0,-2-4 0,-25 29 0,39-51 0,0 0 0,0 1 0,1 0 0,0 0 0,0 0 0,1 0 0,1 1 0,-1 0 0,2 0 0,-1 0 0,-1 18 0,-4 14 0,-21 72 0,16-69 0,-9 53 0,12 0 21,7 188 0,5-148-1428,-2-122-5419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48.318"/>
    </inkml:context>
    <inkml:brush xml:id="br0">
      <inkml:brushProperty name="width" value="0.05" units="cm"/>
      <inkml:brushProperty name="height" value="0.05" units="cm"/>
    </inkml:brush>
  </inkml:definitions>
  <inkml:trace contextRef="#ctx0" brushRef="#br0">13 305 24575,'0'0'0,"-1"0"0,1 0 0,-1-1 0,0 1 0,1 0 0,-1 0 0,1-1 0,-1 1 0,1 0 0,-1-1 0,0 1 0,1 0 0,0-1 0,-1 1 0,1-1 0,-1 1 0,1-1 0,-1 1 0,1-1 0,0 1 0,0-1 0,-1 1 0,1-1 0,0 1 0,0-1 0,-1 0 0,1 1 0,0-1 0,0 1 0,0-1 0,0 0 0,0 1 0,0-1 0,0 0 0,0 1 0,0-2 0,0 0 0,1 0 0,-1-1 0,0 1 0,1 0 0,-1 0 0,1 0 0,-1 0 0,1 0 0,1-3 0,0 3 0,0 0 0,0 0 0,0 0 0,1 0 0,-1 0 0,0 0 0,1 1 0,-1-1 0,1 1 0,-1 0 0,1 0 0,0 0 0,-1 0 0,7-1 0,45-4 0,-32 5 0,395-31 20,-206 18-172,1431-81-2021,3 32 199,-693 41 1221,-617 17 600,181 5 2746,-375 6-1297,230 43 0,-96 6-1296,-248-48 0,0-2 0,0 0 0,0-2 0,0-1 0,1-1 0,-1-2 0,0 0 0,29-6 0,-42 4 0,1 1 0,0 1 0,0 1 0,-1 0 0,18 3 0,74 15 0,-51-7 0,-24-5 0,-15-2 0,2-1 0,-1 0 0,0-1 0,0-1 0,22-2 0,-35-1-1365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49.439"/>
    </inkml:context>
    <inkml:brush xml:id="br0">
      <inkml:brushProperty name="width" value="0.05" units="cm"/>
      <inkml:brushProperty name="height" value="0.05" units="cm"/>
    </inkml:brush>
  </inkml:definitions>
  <inkml:trace contextRef="#ctx0" brushRef="#br0">16 3 24575,'0'0'0,"0"0"0,0-1 0,0 1 0,0 0 0,0 0 0,-1 0 0,1 0 0,0-1 0,0 1 0,0 0 0,0 0 0,0 0 0,-1 0 0,1 0 0,0 0 0,0 0 0,0-1 0,-1 1 0,1 0 0,0 0 0,0 0 0,0 0 0,-1 0 0,1 0 0,0 0 0,0 0 0,-1 0 0,1 0 0,0 0 0,0 0 0,0 0 0,-1 0 0,1 0 0,0 1 0,0-1 0,0 0 0,-1 0 0,1 0 0,0 0 0,0 0 0,0 0 0,0 0 0,0 1 0,-1-1 0,1 0 0,0 0 0,-5 14 0,2 19 0,3-33 0,6 329 0,0-157 0,21 482 0,-1-52 0,-43-72 0,4-284 0,9-154 0,-7 234 0,23 0 0,-1-217 0,-5-1 0,-14 191 0,0-129 0,0-112 0,5-42 0,1 0 0,0 0 0,1 0 0,2 24 0,1-17 7,-4 44 0,1-38-1386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1.424"/>
    </inkml:context>
    <inkml:brush xml:id="br0">
      <inkml:brushProperty name="width" value="0.05" units="cm"/>
      <inkml:brushProperty name="height" value="0.05" units="cm"/>
    </inkml:brush>
  </inkml:definitions>
  <inkml:trace contextRef="#ctx0" brushRef="#br0">0 14 24575,'0'-3'0,"0"-3"0,0 1 0,0 5 0,0 9 0,0 7 0,0 8 0,0 11 0,0 9 0,3 7 0,1 8 0,0 5 0,2 0 0,0-2 0,-1-3 0,-2-11-8191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1.798"/>
    </inkml:context>
    <inkml:brush xml:id="br0">
      <inkml:brushProperty name="width" value="0.05" units="cm"/>
      <inkml:brushProperty name="height" value="0.05" units="cm"/>
    </inkml:brush>
  </inkml:definitions>
  <inkml:trace contextRef="#ctx0" brushRef="#br0">1 149 24575,'0'-2'0,"0"1"0,1-1 0,-1 1 0,1-1 0,-1 1 0,1-1 0,0 1 0,0 0 0,0 0 0,0-1 0,-1 1 0,2 0 0,-1 0 0,0 0 0,0 0 0,0 0 0,0 0 0,1 0 0,-1 0 0,0 1 0,1-1 0,-1 0 0,3 0 0,34-11 0,-37 12 0,42-9 0,49-3 0,-54 8 0,0-1 0,40-12 0,-75 16 0,0 0 0,0 0 0,0 0 0,-1 0 0,1-1 0,0 1 0,-1-1 0,1 0 0,-1 0 0,0 0 0,4-4 0,-5 5 0,0 0 0,-1 0 0,1 0 0,0 0 0,-1-1 0,1 1 0,-1 0 0,1 0 0,-1-1 0,0 1 0,1 0 0,-1 0 0,0-1 0,0 1 0,0 0 0,0-1 0,0 1 0,0 0 0,0-1 0,-1 1 0,1 0 0,0-1 0,-1 1 0,1 0 0,-1 0 0,1-1 0,-1 1 0,-1-1 0,2 2 0,0 0 0,0-1 0,0 1 0,0 0 0,0 0 0,0 0 0,0 0 0,0 0 0,0 0 0,0-1 0,0 1 0,0 0 0,0 0 0,0 0 0,-1 0 0,1 0 0,0 0 0,0 0 0,0 0 0,0 0 0,0 0 0,0-1 0,0 1 0,-1 0 0,1 0 0,0 0 0,0 0 0,0 0 0,0 0 0,0 0 0,-1 0 0,1 0 0,0 0 0,0 0 0,0 0 0,0 0 0,0 0 0,0 0 0,-1 0 0,1 0 0,0 0 0,0 0 0,0 1 0,0-1 0,0 0 0,0 0 0,0 0 0,-1 0 0,1 0 0,0 0 0,0 0 0,0 0 0,-4 11 0,0 12 0,2 50-308,13 118 0,-8-159-441,-1-4-6077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2.002"/>
    </inkml:context>
    <inkml:brush xml:id="br0">
      <inkml:brushProperty name="width" value="0.05" units="cm"/>
      <inkml:brushProperty name="height" value="0.05" units="cm"/>
    </inkml:brush>
  </inkml:definitions>
  <inkml:trace contextRef="#ctx0" brushRef="#br0">0 4 24575,'0'-3'0,"0"2"0,0 7 0,3 8 0,1 8 0,0 5 0,-1 8 0,-1 6 0,2 2 0,0 2 0,0-1 0,-1-1 0,-1-3 0,-1-6 0,0-4 0,-1-6 0,0-6-8191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2.247"/>
    </inkml:context>
    <inkml:brush xml:id="br0">
      <inkml:brushProperty name="width" value="0.05" units="cm"/>
      <inkml:brushProperty name="height" value="0.05" units="cm"/>
    </inkml:brush>
  </inkml:definitions>
  <inkml:trace contextRef="#ctx0" brushRef="#br0">0 227 24575,'0'-11'0,"0"-15"0,1-1 0,4-25 0,-4 45 0,1 1 0,-1-1 0,1 1 0,0 0 0,0-1 0,1 1 0,0 0 0,0 1 0,0-1 0,1 0 0,0 1 0,0 0 0,7-7 0,-9 10 0,1-1 0,0 1 0,0 0 0,0 1 0,0-1 0,0 1 0,0-1 0,0 1 0,0 0 0,1 0 0,-1 0 0,0 0 0,1 1 0,-1 0 0,5-1 0,-2 2 0,0-1 0,0 1 0,0 0 0,-1 1 0,1-1 0,0 1 0,-1 0 0,8 4 0,0 2 0,-1 0 0,1 0 0,-1 1 0,-1 1 0,0 0 0,13 14 0,-17-15 0,0 0 0,-1 0 0,0 1 0,0 0 0,-1 0 0,0 0 0,-1 1 0,0 0 0,-1-1 0,0 1 0,0 1 0,-2-1 0,1 0 0,-1 0 0,-1 1 0,0-1 0,-1 0 0,-2 16 0,1-18 0,0 0 0,0 0 0,-1 0 0,0 0 0,0-1 0,-1 1 0,-1-1 0,1 0 0,-1-1 0,-1 1 0,1-1 0,-1 0 0,0 0 0,-1 0 0,0-1 0,0 0 0,0-1 0,-1 1 0,1-1 0,-1-1 0,-1 0 0,-16 7 0,-2-4-1365,4-3-5461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2.747"/>
    </inkml:context>
    <inkml:brush xml:id="br0">
      <inkml:brushProperty name="width" value="0.05" units="cm"/>
      <inkml:brushProperty name="height" value="0.05" units="cm"/>
    </inkml:brush>
  </inkml:definitions>
  <inkml:trace contextRef="#ctx0" brushRef="#br0">0 157 24575,'7'0'0,"-7"0"0,1 0 0,-1 0 0,1 0 0,-1 0 0,0 0 0,1 0 0,-1 0 0,1 0 0,-1 0 0,0 0 0,1 0 0,-1 0 0,0 0 0,1 0 0,-1 0 0,1 1 0,-1-1 0,0 0 0,1 0 0,-1 0 0,0 1 0,0-1 0,1 0 0,-1 1 0,0-1 0,1 0 0,-1 0 0,0 1 0,0-1 0,0 0 0,1 1 0,-1-1 0,0 1 0,0-1 0,0 0 0,0 1 0,0-1 0,0 1 0,12 27 0,-1-1 0,-1 2 0,-2 0 0,8 48 0,-5-27 0,-8-36 0,5 25 0,-7-37 0,-1 0 0,0 0 0,0 0 0,0 0 0,0 0 0,0 0 0,0 0 0,0 0 0,-1 0 0,1 0 0,-1 0 0,1 0 0,-1 0 0,-2 2 0,3-3 0,0-1 0,0 0 0,-1 0 0,1 1 0,0-1 0,-1 0 0,1 0 0,0 0 0,-1 0 0,1 1 0,-1-1 0,1 0 0,0 0 0,-1 0 0,1 0 0,0 0 0,-1 0 0,1 0 0,-1 0 0,1 0 0,0 0 0,-1 0 0,1 0 0,0-1 0,-1 1 0,1 0 0,0 0 0,-1 0 0,1 0 0,0 0 0,-1-1 0,1 1 0,0 0 0,-1 0 0,1-1 0,0 1 0,0 0 0,-1-1 0,1 1 0,0 0 0,0 0 0,-1-1 0,1 1 0,0-1 0,0 1 0,-10-18 0,4 3 0,0-1 0,1 0 0,2 0 0,-1 0 0,2-1 0,0 1 0,1-1 0,0 1 0,2-1 0,2-18 0,-1 15 0,2 0 0,0 0 0,1 0 0,1 1 0,1 0 0,1 0 0,20-35 0,-24 48 0,1-1 0,0 0 0,0 1 0,1 0 0,0 0 0,0 1 0,0-1 0,1 1 0,0 1 0,0-1 0,12-5 0,-15 9 0,-1-1 0,0 1 0,1 0 0,-1 0 0,0 1 0,1-1 0,-1 1 0,1-1 0,-1 1 0,1 0 0,-1 1 0,1-1 0,-1 1 0,1-1 0,-1 1 0,1 0 0,-1 0 0,0 1 0,1-1 0,-1 1 0,0-1 0,0 1 0,0 0 0,0 0 0,-1 0 0,1 1 0,-1-1 0,1 1 0,2 3 0,-2-2 0,0 0 0,-1 0 0,1 0 0,-1 0 0,0 0 0,-1 0 0,1 1 0,-1-1 0,0 0 0,0 1 0,0-1 0,0 1 0,-1 0 0,0-1 0,0 1 0,0-1 0,-1 1 0,1 0 0,-1-1 0,0 1 0,0-1 0,-3 7 0,0-1 0,-1 0 0,0 0 0,-1 0 0,0 0 0,0-1 0,-1 0 0,0 0 0,-9 7 0,14-14 0,0 0 0,0 0 0,1-1 0,-1 1 0,0 1 0,1-1 0,0 0 0,-1 0 0,1 1 0,0-1 0,0 0 0,0 1 0,0 2 0,1-3 0,0-1 0,0 1 0,0-1 0,1 1 0,-1 0 0,0-1 0,1 1 0,-1-1 0,1 1 0,0-1 0,-1 1 0,1-1 0,0 1 0,0-1 0,0 0 0,0 1 0,0-1 0,0 0 0,1 0 0,-1 0 0,0 0 0,2 1 0,40 28-455,1-1 0,76 35 0,-80-45-6371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3.194"/>
    </inkml:context>
    <inkml:brush xml:id="br0">
      <inkml:brushProperty name="width" value="0.05" units="cm"/>
      <inkml:brushProperty name="height" value="0.05" units="cm"/>
    </inkml:brush>
  </inkml:definitions>
  <inkml:trace contextRef="#ctx0" brushRef="#br0">1 4 24575,'0'-3'0,"0"3"0,0 3 0,0 7 0,0 5 0,0 6 0,0 8 0,0 4 0,0 3 0,0 5 0,0 0 0,0-4 0,2-2 0,2-5 0,0-6-8191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3.376"/>
    </inkml:context>
    <inkml:brush xml:id="br0">
      <inkml:brushProperty name="width" value="0.05" units="cm"/>
      <inkml:brushProperty name="height" value="0.05" units="cm"/>
    </inkml:brush>
  </inkml:definitions>
  <inkml:trace contextRef="#ctx0" brushRef="#br0">18 42 24575,'0'-6'0,"-3"-2"0,-1-2 0,-2 0 0,2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3.579"/>
    </inkml:context>
    <inkml:brush xml:id="br0">
      <inkml:brushProperty name="width" value="0.05" units="cm"/>
      <inkml:brushProperty name="height" value="0.05" units="cm"/>
    </inkml:brush>
  </inkml:definitions>
  <inkml:trace contextRef="#ctx0" brushRef="#br0">14 1 24575,'-3'0'0,"-1"3"0,0 6 0,1 9 0,4 3 0,2 7 0,3 4 0,3 6 0,1 2 0,1 3 0,1 0 0,0 1 0,-4-6-8191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3.970"/>
    </inkml:context>
    <inkml:brush xml:id="br0">
      <inkml:brushProperty name="width" value="0.05" units="cm"/>
      <inkml:brushProperty name="height" value="0.05" units="cm"/>
    </inkml:brush>
  </inkml:definitions>
  <inkml:trace contextRef="#ctx0" brushRef="#br0">8 144 24575,'0'0'0,"0"0"0,-1 0 0,1 0 0,0 0 0,0 0 0,-1 0 0,1 0 0,0 0 0,0 0 0,-1 0 0,1 0 0,0 0 0,-1 0 0,1 0 0,0 0 0,0-1 0,0 1 0,-1 0 0,1 0 0,0 0 0,0 0 0,-1-1 0,1 1 0,0 0 0,0 0 0,0 0 0,0-1 0,-1 1 0,1 0 0,0 0 0,0-1 0,0 1 0,0 0 0,0 0 0,0-1 0,0 1 0,0 0 0,0-1 0,0 1 0,0 0 0,0 0 0,0-1 0,0 1 0,0 0 0,0 0 0,0-1 0,0 1 0,0 0 0,0 0 0,0-1 0,1 1 0,-1 0 0,0 0 0,0-1 0,0 1 0,1 0 0,10-14 0,0 11 0,-1 0 0,1 0 0,0 1 0,-1 0 0,1 1 0,0 1 0,0-1 0,19 3 0,2-1 0,46 0 0,-39 1 0,1-1 0,-1-3 0,0-1 0,52-10 0,-88 12 0,0 0 0,1 0 0,-1-1 0,0 1 0,1-1 0,-1 0 0,0 0 0,0 0 0,0 0 0,-1 0 0,1 0 0,0-1 0,3-4 0,-5 6 0,0-1 0,0 0 0,0 0 0,0 0 0,0 0 0,0 0 0,-1 0 0,1 0 0,-1 0 0,1 0 0,-1-1 0,0 1 0,0 0 0,0 0 0,0 0 0,0-1 0,0 1 0,-1 0 0,1 0 0,-1 0 0,1 0 0,-1 0 0,-1-3 0,1 4 0,1 1 0,0-1 0,0 1 0,0-1 0,-1 0 0,1 1 0,0-1 0,-1 1 0,1-1 0,0 1 0,-1-1 0,1 1 0,-1-1 0,1 1 0,-1 0 0,1-1 0,-1 1 0,1-1 0,-1 1 0,0 0 0,1 0 0,-1-1 0,1 1 0,-1 0 0,0 0 0,1 0 0,-1 0 0,1 0 0,-1-1 0,0 1 0,1 0 0,-1 1 0,0-1 0,1 0 0,-1 0 0,0 0 0,1 0 0,-1 0 0,1 1 0,-1-1 0,0 0 0,1 0 0,-1 1 0,1-1 0,-1 1 0,1-1 0,-1 0 0,1 1 0,-1-1 0,1 1 0,0-1 0,-1 1 0,1-1 0,-1 1 0,1-1 0,0 2 0,-4 3 0,0 0 0,0 0 0,1 0 0,-4 10 0,0 3 0,0 1 0,1 0 0,2 0 0,0 0 0,1 0 0,-1 24 0,3-31 0,1 0 0,0 0 0,1 0 0,1 0 0,0 0 0,0 0 0,1-1 0,1 1 0,0-1 0,1 0 0,7 15 0,-9-21-91,1 0 0,0-1 0,0 1 0,0-1 0,0 0 0,1 0 0,-1 0 0,1 0 0,0-1 0,0 0 0,1 0 0,-1 0 0,1-1 0,10 4 0,13 1-6735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4.619"/>
    </inkml:context>
    <inkml:brush xml:id="br0">
      <inkml:brushProperty name="width" value="0.05" units="cm"/>
      <inkml:brushProperty name="height" value="0.05" units="cm"/>
    </inkml:brush>
  </inkml:definitions>
  <inkml:trace contextRef="#ctx0" brushRef="#br0">1 71 24575,'0'170'0,"2"-191"0,1 1 0,1 0 0,10-33 0,-10 43 0,0 0 0,0 0 0,1 0 0,0 1 0,1 0 0,0 0 0,1 0 0,12-14 0,-17 22 0,-1-1 0,1 1 0,-1-1 0,1 1 0,0 0 0,0-1 0,-1 1 0,1 0 0,0 0 0,0 1 0,0-1 0,0 0 0,0 0 0,0 1 0,0-1 0,0 1 0,1 0 0,-1 0 0,0 0 0,0 0 0,0 0 0,0 0 0,0 0 0,0 1 0,4 0 0,-3 1 0,0-1 0,-1 1 0,1 0 0,0 0 0,-1 0 0,0 0 0,1 1 0,-1-1 0,0 1 0,0-1 0,0 1 0,-1-1 0,1 1 0,-1 0 0,1 0 0,0 5 0,3 4 0,-2 1 0,0-1 0,-1 1 0,0 0 0,0 14 0,-3 67 0,0-61 0,1-27 0,2-6 0,5-11 0,12-33 0,-13 30 0,3-7 0,2-7 0,2 2 0,20-35 0,-29 55 0,0 0 0,0 1 0,1-1 0,-1 1 0,1 0 0,0 0 0,0 0 0,1 1 0,-1 0 0,1 0 0,0 0 0,0 1 0,1 0 0,-1 0 0,11-3 0,-14 6 0,-1-1 0,1 1 0,-1 0 0,1 0 0,-1 0 0,1 0 0,-1 0 0,1 0 0,-1 1 0,1-1 0,-1 1 0,1 0 0,-1 0 0,0 0 0,1 0 0,-1 0 0,0 0 0,3 2 0,-1 0 0,-1 1 0,1-1 0,-1 1 0,0 0 0,0 0 0,0 0 0,0 0 0,4 8 0,-2 2 0,0-1 0,0 0 0,-1 1 0,-1 0 0,3 23 0,-5 11 0,3 14 0,-4-62 0,0 0 0,0 1 0,0-1 0,0 1 0,0-1 0,1 1 0,-1-1 0,0 1 0,0-1 0,0 1 0,0-1 0,1 0 0,-1 1 0,0-1 0,0 1 0,1-1 0,-1 0 0,0 1 0,1-1 0,-1 0 0,0 1 0,1-1 0,-1 0 0,1 0 0,-1 1 0,0-1 0,1 0 0,0 0 0,13-5 0,16-24 0,-23 22 0,-5 5 0,0 1 0,0-1 0,0 0 0,0 1 0,0-1 0,1 1 0,-1 0 0,0-1 0,4 0 0,-6 2 0,1 0 0,-1 0 0,0 0 0,1 0 0,-1 0 0,0 0 0,1 0 0,-1 0 0,1 0 0,-1 0 0,0 0 0,1 0 0,-1 0 0,0 0 0,1 0 0,-1 1 0,0-1 0,1 0 0,-1 0 0,0 0 0,1 0 0,-1 1 0,0-1 0,1 0 0,-1 0 0,1 1 0,-1 0 0,0 0 0,1 0 0,-1 0 0,0 0 0,0 0 0,1 0 0,-1 0 0,0 0 0,0 0 0,0 0 0,0 0 0,0 0 0,0 0 0,-1 2 0,-4 15-1365,-2 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6.827"/>
    </inkml:context>
    <inkml:brush xml:id="br0">
      <inkml:brushProperty name="width" value="0.05" units="cm"/>
      <inkml:brushProperty name="height" value="0.05" units="cm"/>
    </inkml:brush>
  </inkml:definitions>
  <inkml:trace contextRef="#ctx0" brushRef="#br0">1 7 24575,'3'0'0,"3"0"0,8 0 0,3 0 0,5 0 0,8 0 0,4 0 0,2 0 0,4 0 0,0 0 0,0 0 0,-4 0 0,-6 0 0,-4-3 0,-7-1-8191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7.149"/>
    </inkml:context>
    <inkml:brush xml:id="br0">
      <inkml:brushProperty name="width" value="0.05" units="cm"/>
      <inkml:brushProperty name="height" value="0.05" units="cm"/>
    </inkml:brush>
  </inkml:definitions>
  <inkml:trace contextRef="#ctx0" brushRef="#br0">4 31 24575,'-3'0'0,"2"0"0,4 0 0,8 0 0,4 0 0,5 0 0,6 0 0,7 0 0,3-3 0,2-1 0,0 1 0,-4 0 0,-1 1 0,-4-2 0,-4-1 0,-3 1 0,-5 1-8191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7.399"/>
    </inkml:context>
    <inkml:brush xml:id="br0">
      <inkml:brushProperty name="width" value="0.05" units="cm"/>
      <inkml:brushProperty name="height" value="0.05" units="cm"/>
    </inkml:brush>
  </inkml:definitions>
  <inkml:trace contextRef="#ctx0" brushRef="#br0">0 18 24575,'3'0'0,"4"0"0,3 0 0,6 0 0,7 0 0,4-3 0,4-1 0,5 1 0,3 0 0,-1 1 0,1 0 0,-5 2 0,-5-1 0,-4 1 0,-6 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7.628"/>
    </inkml:context>
    <inkml:brush xml:id="br0">
      <inkml:brushProperty name="width" value="0.05" units="cm"/>
      <inkml:brushProperty name="height" value="0.05" units="cm"/>
    </inkml:brush>
  </inkml:definitions>
  <inkml:trace contextRef="#ctx0" brushRef="#br0">1 0 24575,'3'0'0,"0"3"0,4 1 0,6 0 0,3-1 0,5-1 0,5 0 0,7-2 0,3 1 0,5-1 0,0-1 0,0 1 0,-2 0 0,-4 0 0,-6 0 0,-4 0 0,-7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9.287"/>
    </inkml:context>
    <inkml:brush xml:id="br0">
      <inkml:brushProperty name="width" value="0.05" units="cm"/>
      <inkml:brushProperty name="height" value="0.05" units="cm"/>
    </inkml:brush>
  </inkml:definitions>
  <inkml:trace contextRef="#ctx0" brushRef="#br0">452 1 24575,'-1'3'0,"1"0"0,-1 0 0,1-1 0,-1 1 0,0 0 0,0 0 0,0-1 0,0 1 0,-1 0 0,1-1 0,-4 4 0,-22 26 0,22-27 0,-16 17 0,-2 0 0,-51 35 0,-58 25 0,-3 2 0,133-83 0,1 0 0,0 0 0,-1 0 0,1-1 0,0 1 0,0 1 0,-1-1 0,1 0 0,0 0 0,0 0 0,0 1 0,0-1 0,1 0 0,-1 1 0,0-1 0,0 1 0,0 1 0,2-2 0,-1 0 0,0 0 0,1 1 0,0-1 0,-1 0 0,1 0 0,0 0 0,-1 0 0,1 0 0,0 0 0,0-1 0,0 1 0,0 0 0,0 0 0,0-1 0,0 1 0,0 0 0,0-1 0,0 1 0,1-1 0,-1 1 0,0-1 0,2 1 0,274 116 0,-259-111-1365,-3-1-5461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0:59.764"/>
    </inkml:context>
    <inkml:brush xml:id="br0">
      <inkml:brushProperty name="width" value="0.05" units="cm"/>
      <inkml:brushProperty name="height" value="0.05" units="cm"/>
    </inkml:brush>
  </inkml:definitions>
  <inkml:trace contextRef="#ctx0" brushRef="#br0">328 18 24575,'6'-14'0,"-5"10"0,-12 12 0,-15 13 0,-186 139 0,193-148 0,8-6 0,0 1 0,1 0 0,0 1 0,-10 9 0,19-16 0,1-1 0,-1 1 0,1-1 0,0 1 0,-1-1 0,1 1 0,0-1 0,-1 1 0,1 0 0,0-1 0,0 1 0,0 0 0,-1-1 0,1 1 0,0 0 0,0-1 0,0 1 0,0 0 0,0-1 0,0 1 0,0-1 0,1 1 0,-1 0 0,0-1 0,0 1 0,0 0 0,1-1 0,-1 1 0,0-1 0,1 1 0,-1 0 0,0-1 0,1 1 0,-1-1 0,1 1 0,-1-1 0,1 0 0,-1 1 0,1-1 0,-1 1 0,1-1 0,-1 0 0,1 1 0,0-1 0,-1 0 0,1 0 0,1 1 0,35 13 0,-32-13 0,133 31 323,-90-23-1167,86 28 0,-121-32-5982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0.055"/>
    </inkml:context>
    <inkml:brush xml:id="br0">
      <inkml:brushProperty name="width" value="0.05" units="cm"/>
      <inkml:brushProperty name="height" value="0.05" units="cm"/>
    </inkml:brush>
  </inkml:definitions>
  <inkml:trace contextRef="#ctx0" brushRef="#br0">0 25 24575,'0'-23'0,"0"21"0,0 14 0,9 175 341,0-8-2047,-9-158-5120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0.632"/>
    </inkml:context>
    <inkml:brush xml:id="br0">
      <inkml:brushProperty name="width" value="0.05" units="cm"/>
      <inkml:brushProperty name="height" value="0.05" units="cm"/>
    </inkml:brush>
  </inkml:definitions>
  <inkml:trace contextRef="#ctx0" brushRef="#br0">1 78 24575,'0'-6'0,"0"0"0,11 3 0,344-27 0,-250 23 0,-102 7 0,0 0 0,0-1 0,0 1 0,0-1 0,0 0 0,0 1 0,4-3 0,-7 3 0,0 0 0,0 0 0,0 0 0,0 0 0,0 0 0,0 0 0,0 0 0,1 0 0,-1 0 0,0-1 0,0 1 0,0 0 0,0 0 0,0 0 0,0 0 0,0 0 0,0 0 0,0 0 0,0-1 0,0 1 0,0 0 0,0 0 0,0 0 0,0 0 0,0 0 0,0 0 0,0-1 0,0 1 0,0 0 0,0 0 0,0 0 0,0 0 0,0 0 0,0 0 0,0-1 0,0 1 0,0 0 0,0 0 0,0 0 0,0 0 0,0 0 0,0 0 0,0 0 0,-1-1 0,1 1 0,0 0 0,0 0 0,-14-7 0,10 6 0,-1-1 0,1 1 0,0 0 0,-1 0 0,1 0 0,0 1 0,-1 0 0,1-1 0,-1 2 0,1-1 0,-1 0 0,1 1 0,-1 0 0,1 0 0,0 0 0,0 1 0,-1-1 0,1 1 0,0 0 0,0 0 0,1 1 0,-1-1 0,0 1 0,1 0 0,-1 0 0,1 0 0,0 0 0,0 0 0,0 1 0,1-1 0,-1 1 0,-2 6 0,1-3 0,0 0 0,0 1 0,1 0 0,0 0 0,0 0 0,1 0 0,0 0 0,1 0 0,-1 0 0,1 12 0,1-17 0,0-1 0,0 1 0,0-1 0,1 1 0,-1-1 0,1 1 0,-1-1 0,1 0 0,0 1 0,0-1 0,0 0 0,0 1 0,1-1 0,-1 0 0,0 0 0,1 0 0,-1 0 0,1 0 0,0-1 0,0 1 0,0 0 0,0-1 0,0 1 0,0-1 0,0 0 0,0 0 0,1 0 0,-1 0 0,0 0 0,1 0 0,-1-1 0,0 1 0,1-1 0,-1 1 0,1-1 0,-1 0 0,1 0 0,2 0 0,-1-1 0,-1 1 0,0 0 0,0-1 0,-1 0 0,1 1 0,0-1 0,0 0 0,0-1 0,0 1 0,-1 0 0,1-1 0,-1 0 0,1 1 0,-1-1 0,1 0 0,-1 0 0,0 0 0,0-1 0,0 1 0,2-4 0,4-6 0,-1-1 0,-1 1 0,7-18 0,3-5 0,-16 35 0,0-1 0,1 1 0,-1 0 0,0-1 0,0 1 0,0 0 0,0-1 0,0 1 0,1 0 0,-1 0 0,0-1 0,0 1 0,0 0 0,1 0 0,-1-1 0,0 1 0,0 0 0,1 0 0,-1 0 0,0 0 0,1-1 0,-1 1 0,0 0 0,0 0 0,1 0 0,-1 0 0,0 0 0,1 0 0,-1 0 0,0 0 0,1 0 0,-1 0 0,1 0 0,5 10 0,2 25 0,-7-29 0,0 5-114,2 0 1,-1 0-1,1 0 0,1-1 0,0 1 1,1-1-1,0 0 0,0 0 0,1-1 1,0 1-1,9 9 0,-1-6-6712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1.063"/>
    </inkml:context>
    <inkml:brush xml:id="br0">
      <inkml:brushProperty name="width" value="0.05" units="cm"/>
      <inkml:brushProperty name="height" value="0.05" units="cm"/>
    </inkml:brush>
  </inkml:definitions>
  <inkml:trace contextRef="#ctx0" brushRef="#br0">17 43 24575,'-1'-3'0,"-1"1"0,1 0 0,-1 0 0,1 0 0,0-1 0,0 1 0,0-1 0,0 1 0,1-1 0,-1 1 0,0-4 0,-1-4 0,0 71 0,3 205 0,7-282 0,2 0 0,0 1 0,12-15 0,-15 21 0,1 1 0,-1 1 0,1-1 0,1 1 0,-1 0 0,1 1 0,0 0 0,1 1 0,0 0 0,16-6 0,-21 9 0,1 0 0,0 1 0,-1 0 0,1 0 0,0 0 0,0 1 0,0 0 0,0 0 0,0 0 0,0 1 0,-1 0 0,1 0 0,0 1 0,-1-1 0,1 1 0,0 1 0,-1-1 0,0 1 0,0 0 0,0 0 0,6 4 0,-7-3 0,1 0 0,-1 0 0,1 0 0,-1 1 0,0-1 0,-1 1 0,1 0 0,-1 0 0,0 1 0,4 10 0,-6-14 0,0 0 0,-1 0 0,1 0 0,-1 1 0,1-1 0,-1 0 0,0 0 0,0 0 0,0 1 0,0-1 0,-1 0 0,1 0 0,-1 0 0,1 0 0,-1 0 0,0 0 0,1 1 0,-1-2 0,0 1 0,0 0 0,-1 0 0,1 0 0,0 0 0,-1-1 0,1 1 0,-1 0 0,1-1 0,-1 0 0,0 1 0,1-1 0,-1 0 0,0 0 0,-3 2 0,-2 0 31,-1 0 0,0 0 0,0-1 0,0 0 0,-1 0 0,1-1 0,0 0 0,-1 0 1,1-1-1,-15-1 0,2-1-458,0-1 0,0-1 1,-21-7-1,19 3-6399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1.450"/>
    </inkml:context>
    <inkml:brush xml:id="br0">
      <inkml:brushProperty name="width" value="0.05" units="cm"/>
      <inkml:brushProperty name="height" value="0.05" units="cm"/>
    </inkml:brush>
  </inkml:definitions>
  <inkml:trace contextRef="#ctx0" brushRef="#br0">1 1 24575,'14'2'0,"1"0"0,23 8 0,9 2 0,-11-6 0,-8-2 0,-1 2 0,0 1 0,32 12 0,-58-18 0,1-1 0,0 1 0,-1-1 0,1 1 0,-1 0 0,1 0 0,-1 0 0,1 0 0,-1 0 0,0 0 0,1 0 0,-1 0 0,0 1 0,0-1 0,0 0 0,0 1 0,0-1 0,0 1 0,0-1 0,-1 1 0,2 3 0,-2-4 0,0 1 0,0 0 0,-1-1 0,1 1 0,0 0 0,-1-1 0,1 1 0,-1-1 0,0 1 0,1 0 0,-1-1 0,0 0 0,0 1 0,0-1 0,0 1 0,0-1 0,-3 2 0,-6 6 0,0-1 0,-1 0 0,0-1 0,-15 8 0,23-14 0,-28 16 167,20-12-386,-1 1 0,1 0 1,0 1-1,0 0 0,1 1 0,-13 12 0,15-10-6607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1.837"/>
    </inkml:context>
    <inkml:brush xml:id="br0">
      <inkml:brushProperty name="width" value="0.05" units="cm"/>
      <inkml:brushProperty name="height" value="0.05" units="cm"/>
    </inkml:brush>
  </inkml:definitions>
  <inkml:trace contextRef="#ctx0" brushRef="#br0">14 22 24575,'0'-1'0,"-1"1"0,0 0 0,0 0 0,1 0 0,-1 0 0,0 0 0,1-1 0,-1 1 0,0 0 0,0-1 0,1 1 0,-1 0 0,1-1 0,-1 1 0,0-1 0,1 1 0,-1-1 0,0 0 0,1 0 0,0 1 0,0 0 0,0 0 0,-1-1 0,1 1 0,0 0 0,0 0 0,0-1 0,0 1 0,0 0 0,0 0 0,0-1 0,0 1 0,0 0 0,0-1 0,0 1 0,0 0 0,1 0 0,-1-1 0,0 1 0,0 0 0,0 0 0,0-1 0,0 1 0,0 0 0,1 0 0,-1 0 0,0-1 0,0 1 0,0 0 0,1 0 0,-1 0 0,0 0 0,0-1 0,0 1 0,1 0 0,-1 0 0,0 0 0,0 0 0,1 0 0,-1 0 0,0 0 0,0 0 0,1 0 0,-1 0 0,0 0 0,1 0 0,-1 0 0,0 0 0,0 0 0,1 0 0,-1 0 0,23-3 0,0 1 0,0 1 0,-1 2 0,1 0 0,0 1 0,0 1 0,-1 1 0,0 1 0,0 1 0,32 14 0,-50-19 0,-1 1 0,1 0 0,-1 0 0,1 0 0,-1 0 0,0 0 0,0 1 0,0-1 0,0 1 0,-1 0 0,1 0 0,-1 0 0,3 4 0,-4-5 0,0 0 0,-1 0 0,1 1 0,-1-1 0,1 0 0,-1 0 0,0 1 0,0-1 0,0 0 0,0 0 0,0 1 0,-1-1 0,1 0 0,-1 0 0,1 0 0,-1 1 0,0-1 0,0 0 0,0 0 0,0 0 0,0 0 0,0 0 0,-3 2 0,-9 13 0,0-2 0,-31 28 0,5-6 0,-5 5-1365,33-31-5461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4.052"/>
    </inkml:context>
    <inkml:brush xml:id="br0">
      <inkml:brushProperty name="width" value="0.05" units="cm"/>
      <inkml:brushProperty name="height" value="0.05" units="cm"/>
    </inkml:brush>
  </inkml:definitions>
  <inkml:trace contextRef="#ctx0" brushRef="#br0">217 124 24575,'-11'4'0,"1"0"0,-1-1 0,0 0 0,-1-1 0,1-1 0,0 1 0,-1-2 0,-13 0 0,10 0 0,1 0 0,0 1 0,0 1 0,-21 5 0,24-1 0,16 0 0,21 1 0,10-5 0,0-2 0,67-9 0,-50 3 0,459-47-1016,333-27-1139,865 55 2042,-1682 26 271,-17-2 169,0 1 0,0 1 0,0 0 1,-1 0-1,1 1 0,0 1 0,-1 0 1,14 5-1,-22-7-319,-1 0 1,0 0-1,0-1 1,0 1-1,0 0 1,0 0-1,0 0 1,0 1-1,0-1 1,-1 0-1,1 0 1,0 0-1,-1 1 1,1-1-1,-1 0 1,1 1-1,-1-1 1,0 0-1,1 1 1,-1-1-1,0 1 1,0-1-1,0 0 1,0 1-1,0 2 1,-2 3-15,1 1 0,-1-1-1,-4 13 1,0-2-9,-9 59 15,3 2 0,-3 112 0,10-108 0,-69 801 0,58-706 0,13-152 0,-4 90 0,7-101 0,1 0 0,0 0 0,1-1 0,1 1 0,7 24 0,-8-34 0,0 0 0,1 0 0,0 0 0,0-1 0,1 1 0,-1 0 0,1-1 0,0 0 0,0 0 0,0 0 0,1-1 0,-1 0 0,1 1 0,0-1 0,0-1 0,0 1 0,0-1 0,0 0 0,1 0 0,-1 0 0,10 1 0,12 1 0,-1 0 0,1-2 0,36-1 0,-34-1 0,778 0-730,-138-2-324,-2 21 466,-396-4 1181,-269-15-538,0 0 0,0 1-1,0-1 1,0 0 0,0 0 0,0 1-1,0-1 1,0 1 0,0 0-1,0-1 1,0 1 0,-1 0 0,1 0-1,0 0 1,0 1 0,-1-1 0,2 2-1,-2-2-7,0 1 0,0 0-1,-1 0 1,1 0 0,0 0 0,-1 0-1,0 0 1,1 0 0,-1 0-1,0 0 1,0 0 0,0 1-1,-1-1 1,1 0 0,0 0 0,-2 2-1,-3 33-46,2 0 0,1 0 0,2 0 0,7 67 0,40 145 0,-47-249 0,11 63 0,-9-44 0,1 1 0,1-1 0,1 0 0,7 19 0,-11-38 18,-1 1-61,0-1 0,0 0 0,0 1-1,0-1 1,0 0 0,0 0 0,0 1 0,0-1-1,0 0 1,1 1 0,-1-1 0,0 0-1,0 0 1,0 1 0,0-1 0,1 0-1,-1 0 1,0 1 0,0-1 0,1 0 0,-1 0-1,0 0 1,0 0 0,1 1 0,-1-1-1,0 0 1,1 0 0,-1 0 0,0 0-1,1 0 1,-1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4.453"/>
    </inkml:context>
    <inkml:brush xml:id="br0">
      <inkml:brushProperty name="width" value="0.05" units="cm"/>
      <inkml:brushProperty name="height" value="0.05" units="cm"/>
    </inkml:brush>
  </inkml:definitions>
  <inkml:trace contextRef="#ctx0" brushRef="#br0">1 0 24575,'1'5'0,"1"-1"0,0 0 0,0 0 0,0 0 0,1 0 0,0 0 0,-1-1 0,1 1 0,0-1 0,7 6 0,-7-6 0,2 1 0,0 0 0,0 0 0,0-1 0,1 1 0,-1-1 0,1 0 0,0-1 0,0 1 0,0-1 0,0 0 0,0-1 0,1 1 0,-1-1 0,1-1 0,8 1 0,-8-1 0,1 0 0,-1-1 0,0 1 0,0-1 0,0-1 0,0 0 0,0 0 0,0 0 0,0-1 0,-1 0 0,1 0 0,-1 0 0,10-8 0,-15 11 19,-1-1 0,1 0 0,0 0 0,0 1 0,0-1 0,0 1 0,0-1 0,0 1 0,0-1 0,0 1 0,0-1 0,0 1 0,0 0 0,0 0 0,0-1 0,0 1 0,1 0 0,-2 1-74,1-1-1,-1 1 1,0-1 0,0 1 0,1-1 0,-1 1 0,0-1 0,0 1 0,0 0 0,0-1 0,0 1 0,0-1 0,0 1 0,0 0 0,0-1 0,0 1 0,0-1 0,0 1 0,0 0 0,0-1-1,0 1 1,-1-1 0,1 1 0,0-1 0,0 1 0,-1 0 0,1-1 0,0 0 0,-1 1 0,0 0 0,-4 11-6771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6.251"/>
    </inkml:context>
    <inkml:brush xml:id="br0">
      <inkml:brushProperty name="width" value="0.05" units="cm"/>
      <inkml:brushProperty name="height" value="0.05" units="cm"/>
    </inkml:brush>
  </inkml:definitions>
  <inkml:trace contextRef="#ctx0" brushRef="#br0">139 345 24575,'-36'698'0,"27"-624"0,-57 541 0,39 2 0,35-411 0,-4-169 0,1 0 0,2 0 0,17 53 0,-22-86 0,-1 0 0,1 0 0,0-1 0,0 1 0,1 0 0,-1-1 0,1 1 0,0-1 0,0 0 0,0 0 0,0 0 0,0 0 0,1-1 0,-1 1 0,1-1 0,0 0 0,-1 0 0,1 0 0,0 0 0,0-1 0,0 0 0,1 0 0,4 1 0,10 1 0,0-2 0,1 0 0,-1-1 0,21-3 0,2 1 0,911 22-1563,-5 63-641,227 60-346,-369-41 1492,-8-43 5114,-784-58-3704,-5-1 23,1 1 0,-1-2 1,0 1-1,12-3 0,-19 2-336,0 1 0,-1-1 0,1 1 0,0-1 0,0 1 0,-1-1 0,1 0 0,-1 0 0,1 0 0,-1 0 0,1 0 0,-1 0 0,0 0 0,1-1 0,-1 1 0,0 0 0,0-1 0,0 1 0,0-1 0,0 1-1,0-1 1,0 1 0,-1-1 0,1 0 0,-1 1 0,1-1 0,0-3 0,-1-51-39,0 1 0,10-24 0,3-40 0,-19-203 0,-1 131 0,-33-920-600,38 1067 598,12-794 2,-5 789 32,-1 10 78,-1-1 1,-3-43 0,-1 73-94,0 0 0,0 0 0,-1 0 0,0 0 0,-1 0 0,0 0 0,-1 0 0,0 1 0,0 0 0,-1-1 0,0 2 0,-1-1 0,-7-8 0,11 15-17,-1-1 0,1 1 0,-1 1 0,0-1 0,0 0 0,1 1 0,-1-1 0,-1 1 0,1 0 0,0 0 0,0 0 0,0 0 0,0 1 0,-1-1 0,1 1 0,0 0 0,-1 0 0,-3 0 0,-10 2 0,0 0 0,-22 6 0,7-2 0,-513 51-238,-3-34-195,44-2 226,-1179 171 52,1271-136 672,299-47-259,-188-7 0,206-13-258,47 4 0,6 0 0,24 3 0,-35-1 0,-208 5 0,255 0 0,1 1 0,-1-1 0,1 1 0,-1 0 0,1 0 0,0 0 0,-1 1 0,1 0 0,0 0 0,0 0 0,0 1 0,1 0 0,-1 0 0,-5 5 0,3-2 0,1 0 0,0 0 0,1 1 0,-1 0 0,1 0 0,1 0 0,-1 1 0,-3 10 0,-2 9 0,1 1 0,1 0 0,2 0 0,-5 41 0,9-52-195,1 0 0,0 0 0,2 1 0,0-1 0,0 0 0,5 19 0,1-10-6631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6.752"/>
    </inkml:context>
    <inkml:brush xml:id="br0">
      <inkml:brushProperty name="width" value="0.05" units="cm"/>
      <inkml:brushProperty name="height" value="0.05" units="cm"/>
    </inkml:brush>
  </inkml:definitions>
  <inkml:trace contextRef="#ctx0" brushRef="#br0">1 0 24575,'11'0'0,"1940"20"-7314,-1051 18 4043,454 41 2767,-651-37-384,-613-36 1097,335 13 1843,-402-18-1861,-9 0 357,0-1-1,0 0 0,0-1 0,0 0 1,19-5-1,-23-1 198,-11 1 109,-16-6 904,-8 1-1222,-1 2 0,0 0 0,-41-7-1,42 10-1434,-44-10-5652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7.313"/>
    </inkml:context>
    <inkml:brush xml:id="br0">
      <inkml:brushProperty name="width" value="0.05" units="cm"/>
      <inkml:brushProperty name="height" value="0.05" units="cm"/>
    </inkml:brush>
  </inkml:definitions>
  <inkml:trace contextRef="#ctx0" brushRef="#br0">46 4 24575,'0'0'0,"0"-1"0,0 1 0,0 0 0,1 0 0,-1 0 0,0-1 0,0 1 0,0 0 0,1 0 0,-1 0 0,0 0 0,0 0 0,0-1 0,1 1 0,-1 0 0,0 0 0,0 0 0,0 0 0,1 0 0,-1 0 0,0 0 0,0 0 0,1 0 0,-1 0 0,0 0 0,0 0 0,1 0 0,-1 0 0,0 0 0,0 0 0,1 0 0,-1 0 0,0 0 0,0 0 0,0 1 0,1-1 0,-1 0 0,0 0 0,0 0 0,1 1 0,4 11 0,-2 19 0,-3-30 0,-3 444-99,-25 0-120,-1 2-1,27-2 119,2-433 56,17 186 207,-14-179-315,1 0 0,0 0 0,2-1 0,0 0 1,1 0-1,0-1 0,2 1 0,11 17 1,-1-11-6142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7.714"/>
    </inkml:context>
    <inkml:brush xml:id="br0">
      <inkml:brushProperty name="width" value="0.05" units="cm"/>
      <inkml:brushProperty name="height" value="0.05" units="cm"/>
    </inkml:brush>
  </inkml:definitions>
  <inkml:trace contextRef="#ctx0" brushRef="#br0">0 1 24575,'2'0'0,"0"0"0,-1 1 0,1-1 0,0 1 0,0 0 0,-1-1 0,1 1 0,0 0 0,-1 0 0,1 0 0,-1 0 0,1 0 0,-1 1 0,0-1 0,1 0 0,-1 1 0,0-1 0,0 1 0,0-1 0,1 3 0,18 38 0,-17-34 0,19 48 0,-3 2 0,22 110 0,-4 125 0,-22 77-104,-22 0-119,9 293-55,57-94 278,-58-555-316,2 0 0,0 0 0,10 26 0,-3-21-6006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8.054"/>
    </inkml:context>
    <inkml:brush xml:id="br0">
      <inkml:brushProperty name="width" value="0.05" units="cm"/>
      <inkml:brushProperty name="height" value="0.05" units="cm"/>
    </inkml:brush>
  </inkml:definitions>
  <inkml:trace contextRef="#ctx0" brushRef="#br0">1 8 24575,'1'-1'0,"-1"0"0,1 1 0,-1-1 0,1 1 0,0-1 0,-1 1 0,1-1 0,0 1 0,-1-1 0,1 1 0,0 0 0,0-1 0,0 1 0,-1 0 0,1 0 0,0-1 0,0 1 0,0 0 0,0 0 0,-1 0 0,1 0 0,0 0 0,0 0 0,0 1 0,0-1 0,0 0 0,-1 0 0,1 0 0,0 1 0,0-1 0,-1 1 0,1-1 0,0 0 0,0 1 0,-1-1 0,1 1 0,0-1 0,-1 1 0,1 0 0,-1-1 0,1 1 0,-1 0 0,1-1 0,-1 1 0,1 0 0,-1 0 0,0-1 0,1 2 0,2 5 0,1-1 0,-2 1 0,1 0 0,2 8 0,12 66 0,-2 1 0,2 85 0,-8-75 0,32 371-319,22 183-208,-54-571 527,71 620 0,-78-670-612,-1 37 0,-4-40-5509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09.630"/>
    </inkml:context>
    <inkml:brush xml:id="br0">
      <inkml:brushProperty name="width" value="0.05" units="cm"/>
      <inkml:brushProperty name="height" value="0.05" units="cm"/>
    </inkml:brush>
  </inkml:definitions>
  <inkml:trace contextRef="#ctx0" brushRef="#br0">19 158 24575,'-14'40'0,"11"-5"0,2 66 0,1-79 0,17-73 0,1-41 0,-11 51 0,21-69 0,-27 106 0,1 0 0,-1 1 0,1-1 0,0 1 0,0-1 0,1 1 0,-1 0 0,1 0 0,-1 0 0,1 0 0,0 0 0,0 0 0,1 1 0,-1 0 0,0 0 0,1-1 0,-1 2 0,7-3 0,-7 3 0,0 0 0,0 0 0,0 0 0,0 1 0,0 0 0,0 0 0,1 0 0,-1 0 0,0 0 0,0 0 0,0 1 0,0-1 0,0 1 0,0 0 0,0 0 0,0 0 0,0 1 0,0-1 0,-1 1 0,1-1 0,-1 1 0,1 0 0,-1 0 0,4 4 0,-4-5 0,0 1 0,0 0 0,-1 0 0,1 1 0,-1-1 0,1 0 0,-1 0 0,0 1 0,0-1 0,0 1 0,0-1 0,0 1 0,-1-1 0,1 1 0,-1 0 0,0-1 0,0 4 0,0-2 0,-1 1 0,1-1 0,-1 0 0,0 0 0,-1 0 0,1 0 0,-1 0 0,0 0 0,-4 6 0,-3 3 0,-1 0 0,-1-1 0,0 0 0,-18 15 0,2-4-1365,3-3-5461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0.262"/>
    </inkml:context>
    <inkml:brush xml:id="br0">
      <inkml:brushProperty name="width" value="0.05" units="cm"/>
      <inkml:brushProperty name="height" value="0.05" units="cm"/>
    </inkml:brush>
  </inkml:definitions>
  <inkml:trace contextRef="#ctx0" brushRef="#br0">1 29 24575,'1'0'0,"-1"0"0,1 1 0,0-1 0,0 1 0,-1-1 0,1 0 0,0 1 0,-1-1 0,1 1 0,0-1 0,-1 1 0,1 0 0,-1-1 0,1 1 0,-1 0 0,1-1 0,-1 1 0,1 0 0,-1-1 0,0 1 0,1 0 0,-1 0 0,0 0 0,0-1 0,1 1 0,-1 0 0,0 0 0,0 0 0,0 0 0,0 1 0,0 27 0,-6 0 0,4-19 0,0 0 0,1 0 0,0 0 0,0 0 0,1-1 0,2 20 0,-2-29 0,0 0 0,0 1 0,0-1 0,0 0 0,0 1 0,0-1 0,0 0 0,0 1 0,0-1 0,1 0 0,-1 1 0,0-1 0,0 0 0,0 1 0,0-1 0,1 0 0,-1 1 0,0-1 0,0 0 0,1 0 0,-1 1 0,0-1 0,1 0 0,-1 0 0,0 0 0,1 1 0,-1-1 0,0 0 0,1 0 0,-1 0 0,0 0 0,1 0 0,-1 0 0,0 0 0,1 0 0,0 0 0,12-8 0,9-20 0,-14 13 0,-1-1 0,8-21 0,-13 32 0,-1-1 0,1 0 0,-1 1 0,0-1 0,0 0 0,-1 0 0,0 0 0,0 1 0,0-1 0,-2-9 0,1 13 0,1 1 0,-1-1 0,0 1 0,1-1 0,-1 1 0,0-1 0,0 1 0,0 0 0,-1-1 0,1 1 0,0 0 0,0 0 0,-1 0 0,1 0 0,0 0 0,-1 0 0,1 0 0,-1 0 0,1 1 0,-1-1 0,0 0 0,-2 0 0,3 1 0,1 0 0,-1 0 0,0 0 0,0 0 0,0 0 0,0 0 0,0 0 0,0 0 0,0 0 0,0 0 0,0 0 0,0 0 0,1 1 0,-1-1 0,0 0 0,0 1 0,0-1 0,0 1 0,1-1 0,-1 1 0,0-1 0,0 1 0,1 0 0,-1-1 0,0 1 0,1 0 0,-1-1 0,1 1 0,-1 0 0,1 0 0,-1 0 0,1-1 0,0 1 0,-1 0 0,1 0 0,0 0 0,0 0 0,-1 0 0,1 0 0,0 1 0,0-1 0,0-1 0,0 1 0,0 0 0,0 0 0,0-1 0,0 1 0,0 0 0,0 0 0,1-1 0,-1 1 0,0 0 0,0-1 0,1 1 0,-1 0 0,0-1 0,1 1 0,-1 0 0,1-1 0,-1 1 0,1-1 0,-1 1 0,1-1 0,-1 1 0,1-1 0,0 1 0,-1-1 0,1 1 0,0-1 0,-1 0 0,1 1 0,0-1 0,-1 0 0,1 0 0,0 0 0,0 1 0,-1-1 0,2 0 0,34 0 0,-20-1 0,-12 2 0,-1 0 0,0 0 0,1 0 0,-1 1 0,0-1 0,0 1 0,0 0 0,0 0 0,-1 0 0,1 0 0,0 0 0,-1 1 0,5 4 0,29 40 0,-28-35 0,-5-7 0,1-1 0,-1 1 0,0 0 0,-1 0 0,0 0 0,1 0 0,-1 0 0,-1 0 0,1 1 0,-1-1 0,1 10 0,-2-11 0,0-1 0,-1 0 0,0 0 0,1 0 0,-1 1 0,0-1 0,0 0 0,-1 0 0,1-1 0,-1 1 0,1 0 0,-1 0 0,0-1 0,0 1 0,0-1 0,-1 1 0,1-1 0,0 0 0,-1 0 0,1 0 0,-6 3 0,2-2-273,0 0 0,0 0 0,0 0 0,-11 3 0,-3-1-6553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0.823"/>
    </inkml:context>
    <inkml:brush xml:id="br0">
      <inkml:brushProperty name="width" value="0.05" units="cm"/>
      <inkml:brushProperty name="height" value="0.05" units="cm"/>
    </inkml:brush>
  </inkml:definitions>
  <inkml:trace contextRef="#ctx0" brushRef="#br0">86 68 24575,'0'-4'0,"0"1"0,-1-1 0,0 0 0,1 0 0,-4-7 0,4 10 0,0 1 0,0 0 0,0-1 0,0 1 0,-1-1 0,1 1 0,0-1 0,0 1 0,-1 0 0,1-1 0,0 1 0,-1 0 0,1-1 0,0 1 0,-1 0 0,1 0 0,-1-1 0,1 1 0,0 0 0,-1 0 0,1-1 0,-2 1 0,2 0 0,-1 0 0,0 1 0,0-1 0,1 0 0,-1 1 0,0-1 0,1 0 0,-1 1 0,0-1 0,1 1 0,-1-1 0,1 1 0,-1-1 0,1 1 0,-1-1 0,1 1 0,-1 0 0,1-1 0,-1 1 0,1 0 0,-9 14 0,0-1 0,1 1 0,1 1 0,-6 18 0,10-25 0,0 0 0,1 0 0,0 0 0,1 1 0,0-1 0,0 0 0,1 1 0,0-1 0,2 10 0,-2-16 0,0-1 0,1 1 0,-1-1 0,0 0 0,1 1 0,0-1 0,0 0 0,0 0 0,0 1 0,0-1 0,0 0 0,0 0 0,1 0 0,-1 0 0,1-1 0,-1 1 0,1 0 0,0-1 0,0 1 0,0-1 0,0 1 0,0-1 0,0 0 0,0 0 0,0 0 0,0 0 0,1 0 0,-1 0 0,0-1 0,1 1 0,-1-1 0,0 0 0,1 1 0,-1-1 0,1 0 0,-1 0 0,0-1 0,1 1 0,3-1 0,0-1 0,1 0 0,-1 0 0,1-1 0,-1 0 0,0 0 0,0 0 0,0-1 0,0 0 0,-1 0 0,1-1 0,-1 1 0,8-11 0,-8 10 0,0-1 0,-1 0 0,0 0 0,0-1 0,-1 1 0,0-1 0,0 0 0,0 0 0,-1 0 0,0 0 0,0 0 0,-1-1 0,0 1 0,0 0 0,-1-1 0,0 1 0,0-1 0,0 1 0,-1 0 0,-1-1 0,1 1 0,-1 0 0,0 0 0,-1 0 0,1 0 0,-1 0 0,-1 0 0,1 1 0,-1 0 0,-5-6 0,8 11 0,1-1 0,-1 1 0,0 0 0,1 0 0,-1 1 0,0-1 0,0 0 0,0 0 0,0 0 0,0 0 0,0 1 0,0-1 0,0 0 0,0 1 0,0-1 0,0 1 0,0-1 0,-1 1 0,1 0 0,0 0 0,0-1 0,0 1 0,-1 0 0,1 0 0,0 0 0,-2 0 0,2 1 0,0 0 0,0 0 0,-1 0 0,1 0 0,0 0 0,0 0 0,0 0 0,0 0 0,1 0 0,-1 0 0,0 1 0,0-1 0,1 0 0,-1 1 0,1-1 0,-1 0 0,1 1 0,-1-1 0,1 1 0,0-1 0,0 1 0,0 2 0,-2 16 0,2 1 0,0-1 0,2 1 0,0-1 0,8 33 0,34 99 0,-44-152 0,28 88-1365,-20-69-5461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1.043"/>
    </inkml:context>
    <inkml:brush xml:id="br0">
      <inkml:brushProperty name="width" value="0.05" units="cm"/>
      <inkml:brushProperty name="height" value="0.05" units="cm"/>
    </inkml:brush>
  </inkml:definitions>
  <inkml:trace contextRef="#ctx0" brushRef="#br0">0 5 24575,'3'-3'0,"1"2"0,-1 4 0,0 7 0,-1 5 0,2 9 0,1 5 0,2 5 0,-1 4 0,3 3 0,-1-2 0,-2 0 0,2-1 0,-2-8-8191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1.586"/>
    </inkml:context>
    <inkml:brush xml:id="br0">
      <inkml:brushProperty name="width" value="0.05" units="cm"/>
      <inkml:brushProperty name="height" value="0.05" units="cm"/>
    </inkml:brush>
  </inkml:definitions>
  <inkml:trace contextRef="#ctx0" brushRef="#br0">14 50 24575,'0'0'0,"0"0"0,-1 0 0,1 0 0,-1 0 0,1 0 0,-1 0 0,1 0 0,-1 0 0,1 0 0,-1 0 0,1 0 0,-1 0 0,1 0 0,-1 0 0,1 0 0,-1-1 0,1 1 0,0 0 0,-1 0 0,1-1 0,-1 1 0,1 0 0,0-1 0,-1 1 0,1 0 0,0-1 0,-1 1 0,1 0 0,0-1 0,0 1 0,-1-1 0,1 1 0,0 0 0,0-1 0,0 0 0,0 0 0,0 1 0,1-1 0,-1 1 0,1-1 0,-1 1 0,0-1 0,1 1 0,-1-1 0,1 1 0,-1 0 0,1-1 0,-1 1 0,1 0 0,-1-1 0,1 1 0,-1 0 0,1 0 0,0-1 0,-1 1 0,1 0 0,-1 0 0,1 0 0,0 0 0,-1 0 0,1 0 0,0 0 0,0 0 0,116-16 0,3 0 0,-118 16 0,-1 0 0,0 0 0,1 0 0,-1 0 0,0 0 0,1 0 0,-1 0 0,0 0 0,1 1 0,-1-1 0,0 0 0,0 1 0,1-1 0,-1 1 0,0-1 0,0 1 0,0 0 0,0-1 0,0 1 0,0 0 0,0 0 0,0 0 0,0 0 0,0 0 0,0 0 0,1 2 0,-1 0 0,0 1 0,1 0 0,-2 0 0,1-1 0,0 1 0,-1 0 0,0 5 0,0-5 0,1-1 0,-1 1 0,0-1 0,1 1 0,0 0 0,0-1 0,0 0 0,2 6 0,-2-8 0,0 0 0,0 0 0,0 0 0,0 0 0,0 0 0,0 0 0,0 0 0,0-1 0,1 1 0,-1 0 0,0-1 0,1 1 0,-1-1 0,0 1 0,1-1 0,-1 1 0,0-1 0,1 0 0,-1 0 0,1 0 0,-1 0 0,1 0 0,-1 0 0,1 0 0,-1 0 0,3-1 0,3-1 0,0 0 0,0-1 0,0 1 0,0-1 0,0-1 0,0 1 0,-1-1 0,0 0 0,0-1 0,0 1 0,0-1 0,-1 0 0,0-1 0,0 1 0,0-1 0,-1 0 0,5-8 0,-9 13 0,1 0 0,-1 0 0,1 0 0,0 0 0,-1 0 0,1 0 0,0 0 0,-1 0 0,1 0 0,0 1 0,0-1 0,0 0 0,0 0 0,0 1 0,0-1 0,0 0 0,0 1 0,0-1 0,0 1 0,0-1 0,0 1 0,1 0 0,-1 0 0,0-1 0,0 1 0,2 0 0,-1 1 0,-1 0 0,1 0 0,-1 0 0,1 0 0,-1 0 0,0 0 0,1 0 0,-1 1 0,0-1 0,0 1 0,0-1 0,0 1 0,0-1 0,0 1 0,-1-1 0,1 1 0,1 3 0,7 20 0,0 1 0,-1 1 0,-2-1 0,-1 1 0,-1 0 0,1 35 0,-5-57 25,0-1-1,0 0 0,-1 0 1,1 0-1,-1 0 1,0 0-1,0 0 0,0 0 1,-1 0-1,1 0 0,-1-1 1,0 1-1,-2 4 1,2-6-97,0-1 1,1 1 0,-1 0 0,0-1 0,0 1 0,0-1 0,0 0 0,0 0 0,0 0-1,-1 0 1,1 0 0,0 0 0,-1 0 0,1-1 0,0 1 0,-1-1 0,1 1 0,-1-1 0,1 0-1,0 0 1,-1 0 0,1-1 0,-4 0 0,-12-2-6755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2.126"/>
    </inkml:context>
    <inkml:brush xml:id="br0">
      <inkml:brushProperty name="width" value="0.05" units="cm"/>
      <inkml:brushProperty name="height" value="0.05" units="cm"/>
    </inkml:brush>
  </inkml:definitions>
  <inkml:trace contextRef="#ctx0" brushRef="#br0">1 167 24575,'35'14'0,"-23"-9"0,1 0 0,-1 0 0,0 1 0,-1 1 0,0 0 0,0 1 0,0 0 0,-1 0 0,13 15 0,-18-18 0,0 0 0,-1 0 0,0 1 0,0-1 0,-1 1 0,1 0 0,-1 0 0,0 0 0,-1 1 0,0-1 0,0 1 0,0-1 0,-1 1 0,1 0 0,-2-1 0,1 1 0,-1 0 0,0 0 0,-2 13 0,2-20 0,0 0 0,0 0 0,0-1 0,0 1 0,0 0 0,0 0 0,0 0 0,-1 0 0,1 0 0,0 0 0,0 0 0,0-1 0,0 1 0,0 0 0,0 0 0,0 0 0,0 0 0,-1 0 0,1 0 0,0 0 0,0 0 0,0 0 0,0 0 0,0 0 0,0 0 0,-1 0 0,1 0 0,0 0 0,0 0 0,0 0 0,0 0 0,0 0 0,-1 0 0,1 0 0,0 0 0,0 0 0,0 0 0,0 0 0,0 0 0,0 0 0,-1 0 0,1 0 0,0 0 0,0 0 0,0 0 0,0 0 0,0 0 0,0 1 0,0-1 0,-1 0 0,1 0 0,0 0 0,0 0 0,0 0 0,0 0 0,0 0 0,0 1 0,0-1 0,0 0 0,-5-12 0,-17-131 0,13 70 0,8 62 0,-4-18 0,2 0 0,0-46 0,3 74 0,0 0 0,0 0 0,0 0 0,0-1 0,0 1 0,0 0 0,0 0 0,1 0 0,-1 0 0,0 0 0,1 0 0,-1 0 0,1 0 0,-1 0 0,1 0 0,-1 0 0,1 0 0,0 0 0,0 0 0,-1 0 0,1 1 0,0-1 0,0 0 0,0 1 0,0-1 0,1-1 0,0 2 0,0 0 0,0 0 0,0 0 0,-1 0 0,1 0 0,0 0 0,0 1 0,-1-1 0,1 0 0,0 1 0,0-1 0,-1 1 0,1 0 0,3 1 0,6 5 0,0 1 0,0-1 0,13 14 0,-23-20 0,4 4 0,0 0 0,0-1 0,-1 2 0,1-1 0,-1 1 0,0-1 0,-1 1 0,4 8 0,-6-12 0,0-1 0,-1 1 0,1 0 0,-1 0 0,1 0 0,-1 0 0,0-1 0,0 1 0,0 0 0,0 0 0,0 0 0,0 0 0,-1 0 0,1 0 0,0-1 0,-1 1 0,0 0 0,1 0 0,-1-1 0,0 1 0,0 0 0,0-1 0,0 1 0,0-1 0,0 1 0,0-1 0,-1 1 0,1-1 0,-1 0 0,1 0 0,-1 0 0,1 0 0,-1 0 0,-1 1 0,-3 1-273,0 0 0,-1 0 0,1-1 0,-8 2 0,-5 0-6553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3.374"/>
    </inkml:context>
    <inkml:brush xml:id="br0">
      <inkml:brushProperty name="width" value="0.05" units="cm"/>
      <inkml:brushProperty name="height" value="0.05" units="cm"/>
    </inkml:brush>
  </inkml:definitions>
  <inkml:trace contextRef="#ctx0" brushRef="#br0">0 141 24575,'2'8'0,"-1"0"0,1-1 0,5 13 0,8 27 0,-10-17 0,-4-18 0,1 0 0,0 0 0,1 0 0,0 0 0,1-1 0,6 14 0,-10-25 0,0 0 0,0 0 0,0 0 0,0 0 0,0 0 0,0 1 0,0-1 0,0 0 0,0 0 0,0 0 0,1 0 0,-1 0 0,0 0 0,0 0 0,0 0 0,0 1 0,0-1 0,0 0 0,0 0 0,0 0 0,0 0 0,1 0 0,-1 0 0,0 0 0,0 0 0,0 0 0,0 0 0,0 0 0,0 0 0,0 0 0,1 0 0,-1 0 0,0 0 0,0 0 0,0 0 0,0 0 0,0 0 0,0 0 0,1 0 0,-1 0 0,0 0 0,0 0 0,0 0 0,0 0 0,0 0 0,0 0 0,0 0 0,1 0 0,-1 0 0,0 0 0,0 0 0,0 0 0,0 0 0,0-1 0,0 1 0,4-10 0,-2-15 0,-8-46 0,2 45 0,2 1 0,2-43 0,0 60 0,1 1 0,1-1 0,-1 1 0,1 0 0,0-1 0,1 1 0,0 0 0,0 0 0,0 1 0,1-1 0,0 1 0,0-1 0,8-7 0,-10 11 0,0 1 0,0 0 0,1 0 0,-1 0 0,1 0 0,0 0 0,0 0 0,-1 1 0,1-1 0,0 1 0,0 0 0,0 0 0,1 0 0,-1 0 0,0 1 0,0-1 0,6 1 0,-5 0 0,1 0 0,0 1 0,-1 0 0,1 0 0,0 0 0,-1 1 0,0 0 0,1-1 0,-1 2 0,0-1 0,5 3 0,-1 1 0,-1 0 0,1 0 0,-1 1 0,0 0 0,-1 0 0,1 1 0,-2-1 0,1 1 0,-1 1 0,0-1 0,4 12 0,-7-15 17,0 1-1,-1 0 0,0-1 0,0 1 1,-1 0-1,1-1 0,-1 1 0,0 0 1,-1 0-1,0-1 0,1 1 0,-2 0 1,1-1-1,-1 1 0,0-1 0,0 1 1,0-1-1,-1 0 0,0 0 0,-4 6 1,3-5-124,-1 0 0,0 0 1,0-1-1,0 0 0,0 0 1,-1 0-1,0-1 0,0 0 1,0 0-1,0 0 0,-1-1 1,0 0-1,1 0 0,-1-1 1,-12 3-1,4-2-6719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3.680"/>
    </inkml:context>
    <inkml:brush xml:id="br0">
      <inkml:brushProperty name="width" value="0.05" units="cm"/>
      <inkml:brushProperty name="height" value="0.05" units="cm"/>
    </inkml:brush>
  </inkml:definitions>
  <inkml:trace contextRef="#ctx0" brushRef="#br0">1 0 24575,'1'0'0,"1"0"0,0 0 0,0 0 0,0 1 0,-1-1 0,1 0 0,0 1 0,0-1 0,-1 1 0,1-1 0,0 1 0,-1 0 0,1 0 0,-1 0 0,1 0 0,-1 0 0,1 0 0,-1 0 0,0 0 0,0 1 0,1-1 0,-1 1 0,0-1 0,0 1 0,1 2 0,1 2 0,-1 0 0,-1 1 0,1-1 0,-1 0 0,1 12 0,0 3 0,-2-21 0,1 0 0,-1 1 0,0-1 0,0 0 0,0 0 0,1 0 0,-1 1 0,0-1 0,0 0 0,0 0 0,1 0 0,-1 0 0,0 0 0,0 1 0,1-1 0,-1 0 0,0 0 0,1 0 0,-1 0 0,0 0 0,0 0 0,1 0 0,-1 0 0,0 0 0,1 0 0,-1 0 0,0 0 0,0 0 0,1 0 0,-1 0 0,0 0 0,0-1 0,1 1 0,-1 0 0,0 0 0,0 0 0,1 0 0,-1 0 0,0-1 0,0 1 0,0 0 0,1 0 0,-1 0 0,0-1 0,0 1 0,0 0 0,0 0 0,1-1 0,-1 1 0,17-16 0,-13 12 0,5-2 27,0-1-1,0 1 0,1 0 0,-1 1 1,1 0-1,1 1 0,-1 0 0,1 0 1,-1 1-1,1 1 0,0 0 0,14-1 1,-17 2-117,-1 1 0,1 0 0,-1 0 0,1 1 0,-1-1 1,1 2-1,-1-1 0,0 1 0,0 0 0,1 1 1,-1 0-1,-1 0 0,1 0 0,0 1 0,-1 0 0,0 0 1,0 1-1,11 9 0,-6 0-6736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4.404"/>
    </inkml:context>
    <inkml:brush xml:id="br0">
      <inkml:brushProperty name="width" value="0.05" units="cm"/>
      <inkml:brushProperty name="height" value="0.05" units="cm"/>
    </inkml:brush>
  </inkml:definitions>
  <inkml:trace contextRef="#ctx0" brushRef="#br0">32 190 24575,'-4'-4'0,"1"0"0,0-1 0,0 1 0,1-1 0,-1 1 0,1-1 0,0 0 0,0 0 0,0 0 0,1 0 0,0 0 0,-1-6 0,2 8 0,-1 0 0,1 0 0,0 0 0,0 0 0,0 0 0,0 0 0,0 1 0,1-1 0,-1 0 0,1 0 0,0 0 0,0 0 0,0 1 0,0-1 0,0 0 0,1 1 0,-1-1 0,1 1 0,-1 0 0,1-1 0,0 1 0,0 0 0,3-2 0,5-2 0,1 1 0,0 1 0,1 0 0,-1 0 0,1 1 0,0 0 0,-1 1 0,1 1 0,14-1 0,-4 0 0,314-18-470,3 21-538,-267 0 777,1384 27-4076,-2 15 3499,-824-14-879,-214 5 6291,-383-29-4909,-9 0-3674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14.838"/>
    </inkml:context>
    <inkml:brush xml:id="br0">
      <inkml:brushProperty name="width" value="0.05" units="cm"/>
      <inkml:brushProperty name="height" value="0.05" units="cm"/>
    </inkml:brush>
  </inkml:definitions>
  <inkml:trace contextRef="#ctx0" brushRef="#br0">0 38 24575,'14'-5'0,"0"0"0,0 1 0,0 1 0,1 0 0,-1 1 0,27 0 0,-23 1 0,439-12-1233,4 25-665,-423-11 1794,1485 74-5342,386 11 6327,-1856-84-637,-15-1 1568,70-5 1,-91 0-1239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1.560"/>
    </inkml:context>
    <inkml:brush xml:id="br0">
      <inkml:brushProperty name="width" value="0.05" units="cm"/>
      <inkml:brushProperty name="height" value="0.05" units="cm"/>
    </inkml:brush>
  </inkml:definitions>
  <inkml:trace contextRef="#ctx0" brushRef="#br0">19 3 24575,'2'-2'0,"2"7"0,3 11 0,-5 3 0,-1 0 0,0 0 0,-2 0 0,0 0 0,-4 20 0,-1 18 0,-3 58 270,-4 94-1905,13-179-5191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1.996"/>
    </inkml:context>
    <inkml:brush xml:id="br0">
      <inkml:brushProperty name="width" value="0.05" units="cm"/>
      <inkml:brushProperty name="height" value="0.05" units="cm"/>
    </inkml:brush>
  </inkml:definitions>
  <inkml:trace contextRef="#ctx0" brushRef="#br0">1 301 24575,'0'-2'0,"1"0"0,-1 0 0,1 0 0,0 1 0,-1-1 0,1 0 0,0 0 0,0 0 0,0 1 0,0-1 0,1 0 0,-1 1 0,0-1 0,1 1 0,-1 0 0,1-1 0,-1 1 0,1 0 0,-1 0 0,1 0 0,0 0 0,0 0 0,0 0 0,0 1 0,-1-1 0,1 1 0,0-1 0,2 1 0,10-4 0,-1 2 0,25-2 0,-36 3 0,148 0 0,-15 0 0,-110 0 0,-1-2 0,1-1 0,31-8 0,-52 11 0,-1 0 0,0 0 0,0 0 0,0 0 0,0-1 0,0 1 0,0-1 0,0 0 0,0 0 0,-1 0 0,1 0 0,-1 0 0,1-1 0,-1 1 0,0-1 0,0 1 0,0-1 0,2-5 0,-1 2 0,-2 0 0,1 0 0,-1-1 0,0 1 0,0 0 0,0-1 0,-1 1 0,-1-12 0,0-4 0,-1 1 0,-1 0 0,-9-36 0,8 100 0,21 139 342,0 0-2049,-16-166-5119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2.211"/>
    </inkml:context>
    <inkml:brush xml:id="br0">
      <inkml:brushProperty name="width" value="0.05" units="cm"/>
      <inkml:brushProperty name="height" value="0.05" units="cm"/>
    </inkml:brush>
  </inkml:definitions>
  <inkml:trace contextRef="#ctx0" brushRef="#br0">0 43 24575,'2'-2'0,"-1"0"0,1 0 0,-1-1 0,0 1 0,0 0 0,0 0 0,0-1 0,0 1 0,0 0 0,-1-1 0,1 1 0,-1-3 0,2-5 0,1 88 0,15 67 252,-6-63-1869,-9-60-5209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2.470"/>
    </inkml:context>
    <inkml:brush xml:id="br0">
      <inkml:brushProperty name="width" value="0.05" units="cm"/>
      <inkml:brushProperty name="height" value="0.05" units="cm"/>
    </inkml:brush>
  </inkml:definitions>
  <inkml:trace contextRef="#ctx0" brushRef="#br0">1 81 24575,'0'-4'0,"0"-1"0,0 1 0,0 0 0,1-1 0,0 1 0,0 0 0,0-1 0,0 1 0,1 0 0,0 0 0,0 0 0,0 0 0,2-4 0,-2 7 0,0-1 0,-1 0 0,1 1 0,0 0 0,0-1 0,0 1 0,0 0 0,0 0 0,0 0 0,0 0 0,0 0 0,0 0 0,0 1 0,1-1 0,-1 1 0,0 0 0,0-1 0,1 1 0,-1 0 0,0 0 0,0 1 0,1-1 0,-1 0 0,0 1 0,0-1 0,4 2 0,8 3 0,0 1 0,0 0 0,-1 0 0,0 2 0,0-1 0,-1 2 0,0-1 0,0 2 0,-1 0 0,0 0 0,12 16 0,-11-12 0,-1 1 0,-1 0 0,0 0 0,-1 1 0,-1 0 0,0 1 0,-2 0 0,10 34 0,-13-40-57,-2 0 0,0-1 1,0 1-1,0 0 0,-2 0 0,1-1 0,-1 1 0,-1 0 0,0-1 0,-1 1 0,1-1 1,-2 1-1,0-1 0,0 0 0,-1-1 0,0 1 0,0-1 0,-1 0 0,-1 0 1,1-1-1,-2 1 0,1-2 0,-13 12 0,-2-5-6769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3.073"/>
    </inkml:context>
    <inkml:brush xml:id="br0">
      <inkml:brushProperty name="width" value="0.05" units="cm"/>
      <inkml:brushProperty name="height" value="0.05" units="cm"/>
    </inkml:brush>
  </inkml:definitions>
  <inkml:trace contextRef="#ctx0" brushRef="#br0">1 182 24575,'0'0'0,"0"-1"0,0 1 0,0 0 0,0 0 0,0 0 0,1 0 0,-1-1 0,0 1 0,0 0 0,0 0 0,0 0 0,1 0 0,-1 0 0,0-1 0,0 1 0,1 0 0,-1 0 0,0 0 0,0 0 0,0 0 0,1 0 0,-1 0 0,0 0 0,0 0 0,1 0 0,-1 0 0,0 0 0,0 0 0,0 0 0,1 0 0,-1 0 0,0 0 0,0 0 0,1 0 0,-1 1 0,5 8 0,-1 19 0,-4-24 0,13 93 0,-2-27 0,1 97 0,-13-127 0,1-32 0,0-27 0,-2-78 0,2-93 0,2 152 0,2-1 0,15-68 0,-17 98 0,1 0 0,0 0 0,0 1 0,1 0 0,0-1 0,1 1 0,-1 1 0,9-11 0,-11 16 0,0-1 0,1 1 0,-1 0 0,0 0 0,1 0 0,-1 0 0,1 0 0,0 1 0,-1-1 0,1 1 0,0 0 0,0 0 0,0 0 0,0 0 0,0 0 0,0 1 0,1-1 0,-1 1 0,0 0 0,0 0 0,0 0 0,0 0 0,0 1 0,0-1 0,1 1 0,-1 0 0,5 2 0,-3-1 0,-1 0 0,1 0 0,-1 1 0,0 0 0,0 0 0,0 0 0,0 0 0,0 1 0,-1-1 0,0 1 0,1 0 0,-1 0 0,-1 0 0,1 0 0,-1 1 0,1-1 0,-1 1 0,0 0 0,-1-1 0,1 1 0,-1 0 0,0 0 0,0 0 0,-1 8 0,1-5 0,-1 0 0,0 1 0,0-1 0,-1 0 0,-1 1 0,1-1 0,-1 0 0,0 0 0,-1 0 0,0 0 0,-1-1 0,1 1 0,-1-1 0,-5 8 0,0-6 0,0 1 0,0-1 0,-1-1 0,0 1 0,-1-2 0,-12 8 0,4-2 0,18-12 0,0-1 0,0 1 0,0 0 0,0-1 0,0 1 0,0 0 0,0 0 0,1 0 0,-1 0 0,0 0 0,1 0 0,-1 0 0,1 0 0,-1 0 0,1 0 0,-1 0 0,1 0 0,0 0 0,-1 0 0,1 0 0,0 1 0,0-1 0,0 0 0,0 0 0,0 0 0,0 0 0,0 1 0,1-1 0,-1 0 0,0 0 0,1 0 0,-1 0 0,0 0 0,1 0 0,-1 0 0,1 0 0,0 0 0,-1 0 0,1 0 0,1 1 0,4 6 0,1-1 0,-1-1 0,1 1 0,9 6 0,-4-4 0,22 18-455,2-2 0,68 36 0,-77-46-6371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3.292"/>
    </inkml:context>
    <inkml:brush xml:id="br0">
      <inkml:brushProperty name="width" value="0.05" units="cm"/>
      <inkml:brushProperty name="height" value="0.05" units="cm"/>
    </inkml:brush>
  </inkml:definitions>
  <inkml:trace contextRef="#ctx0" brushRef="#br0">15 25 24575,'-3'-3'0,"-4"-1"0,2 1 0,5 0 0,6 0 0,7 2 0,10 0 0,10 1 0,7 0 0,7 0 0,4 0 0,-2-2 0,-9-2-8191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3.477"/>
    </inkml:context>
    <inkml:brush xml:id="br0">
      <inkml:brushProperty name="width" value="0.05" units="cm"/>
      <inkml:brushProperty name="height" value="0.05" units="cm"/>
    </inkml:brush>
  </inkml:definitions>
  <inkml:trace contextRef="#ctx0" brushRef="#br0">136 39 24575,'-5'-1'0,"-1"0"0,0 0 0,1 0 0,-1-1 0,1 0 0,-1 0 0,1 0 0,-9-6 0,9 5 0,0 1 0,1-1 0,-1 1 0,0 0 0,0 1 0,0-1 0,-1 1 0,1 0 0,-6-1 0,10 2 0,0 1 0,0-1 0,0 0 0,0 0 0,0 1 0,0-1 0,0 1 0,0-1 0,0 1 0,0-1 0,0 1 0,1-1 0,-1 1 0,0 0 0,0-1 0,1 1 0,-1 0 0,0 0 0,1 0 0,-1 0 0,1-1 0,-1 1 0,1 0 0,-1 0 0,1 0 0,0 0 0,-1 0 0,1 0 0,0 0 0,0 0 0,0 0 0,0 0 0,0 0 0,0 2 0,2 38 0,-2-40 0,20 124 0,5 46 0,-20-133-1365,1-6-5461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3.739"/>
    </inkml:context>
    <inkml:brush xml:id="br0">
      <inkml:brushProperty name="width" value="0.05" units="cm"/>
      <inkml:brushProperty name="height" value="0.05" units="cm"/>
    </inkml:brush>
  </inkml:definitions>
  <inkml:trace contextRef="#ctx0" brushRef="#br0">1 15 24575,'0'-3'0,"0"-4"0,0 2 0,0 6 0,0 4 0,0 5 0,0 6 0,0 9 0,2 7 0,2 6 0,0 2 0,1 4 0,1-1 0,2-1 0,0-2 0,-2-3 0,-2-3 0,-1-9-8191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4.004"/>
    </inkml:context>
    <inkml:brush xml:id="br0">
      <inkml:brushProperty name="width" value="0.05" units="cm"/>
      <inkml:brushProperty name="height" value="0.05" units="cm"/>
    </inkml:brush>
  </inkml:definitions>
  <inkml:trace contextRef="#ctx0" brushRef="#br0">18 0 24575,'-2'0'0,"-2"3"0,0 4 0,1 4 0,1 2 0,0 5 0,2 6 0,-1 7 0,1 4 0,3 4 0,2 3 0,-2 2 0,4-1 0,-1-2 0,2-1 0,-1-6 0,-1-8-8191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4.236"/>
    </inkml:context>
    <inkml:brush xml:id="br0">
      <inkml:brushProperty name="width" value="0.05" units="cm"/>
      <inkml:brushProperty name="height" value="0.05" units="cm"/>
    </inkml:brush>
  </inkml:definitions>
  <inkml:trace contextRef="#ctx0" brushRef="#br0">21 79 24575,'-3'-2'0,"-4"-2"0,0-3 0,3 1 0,6 0 0,8-1 0,8 0 0,10 2 0,8-2 0,8 1 0,7 1 0,4-1 0,1 0 0,-8 1-8191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4.620"/>
    </inkml:context>
    <inkml:brush xml:id="br0">
      <inkml:brushProperty name="width" value="0.05" units="cm"/>
      <inkml:brushProperty name="height" value="0.05" units="cm"/>
    </inkml:brush>
  </inkml:definitions>
  <inkml:trace contextRef="#ctx0" brushRef="#br0">169 10 24575,'25'-7'0,"-22"5"0,-14 7 0,-4 3 0,1 0 0,1 1 0,-1 0 0,1 1 0,1 1 0,0 0 0,1 0 0,-17 22 0,22-25 0,0 0 0,0 1 0,1 0 0,0 0 0,0 1 0,1-1 0,0 1 0,1 0 0,0 0 0,1 0 0,0 1 0,1-1 0,0 0 0,0 16 0,2-20-76,0-1 1,0 1-1,0 0 0,1-1 0,0 0 0,0 1 0,1-1 0,-1 0 1,1 0-1,0 0 0,0 0 0,1-1 0,-1 1 0,1-1 1,0 0-1,0 0 0,8 5 0,10 7-6750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4.792"/>
    </inkml:context>
    <inkml:brush xml:id="br0">
      <inkml:brushProperty name="width" value="0.05" units="cm"/>
      <inkml:brushProperty name="height" value="0.05" units="cm"/>
    </inkml:brush>
  </inkml:definitions>
  <inkml:trace contextRef="#ctx0" brushRef="#br0">8 42 24575,'-3'0'0,"-1"-3"0,3-1 0,5-2 0,4-1 0,7 1 0,7 2 0,5-2 0,-2 1-8191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5.364"/>
    </inkml:context>
    <inkml:brush xml:id="br0">
      <inkml:brushProperty name="width" value="0.05" units="cm"/>
      <inkml:brushProperty name="height" value="0.05" units="cm"/>
    </inkml:brush>
  </inkml:definitions>
  <inkml:trace contextRef="#ctx0" brushRef="#br0">1 136 24575,'2'0'0,"0"0"0,0 0 0,0 0 0,0-1 0,0 1 0,-1 0 0,1-1 0,0 0 0,0 1 0,0-1 0,0 0 0,-1 0 0,1 0 0,0 0 0,-1 0 0,1 0 0,-1 0 0,1-1 0,-1 1 0,0-1 0,1 1 0,-1-1 0,0 1 0,0-1 0,0 0 0,1-3 0,-12 50 0,-4 18 0,11-29 0,1-1 0,3 36 0,-1-68 0,0 0 0,-1 0 0,1-1 0,0 1 0,0 0 0,0 0 0,1 0 0,-1 0 0,0-1 0,0 1 0,0 0 0,1 0 0,-1 0 0,0-1 0,1 1 0,-1 0 0,0 0 0,1-1 0,-1 1 0,1 0 0,-1-1 0,1 1 0,0 0 0,0 0 0,0-2 0,0 1 0,-1 0 0,1-1 0,0 1 0,-1-1 0,1 1 0,0-1 0,-1 1 0,1-1 0,0 1 0,-1-1 0,1 0 0,-1 1 0,1-1 0,-1 0 0,1 0 0,-1 1 0,1-2 0,18-43 0,-5-3 0,8-21 0,-19 61 0,0 1 0,1-1 0,0 1 0,0 0 0,1 1 0,8-11 0,-13 16 0,1 0 0,-1 0 0,1 1 0,0-1 0,0 0 0,-1 0 0,1 0 0,0 0 0,0 1 0,0-1 0,0 0 0,0 1 0,0-1 0,0 1 0,0-1 0,0 1 0,0 0 0,0-1 0,0 1 0,0 0 0,0 0 0,1 0 0,-1 0 0,0 0 0,0 0 0,0 0 0,0 0 0,0 0 0,1 0 0,-1 1 0,0-1 0,0 0 0,0 1 0,0-1 0,0 1 0,0-1 0,0 1 0,0 0 0,0-1 0,0 1 0,-1 0 0,1 0 0,0-1 0,0 1 0,-1 0 0,1 0 0,0 0 0,-1 0 0,1 0 0,-1 0 0,1 1 0,4 8 0,0 1 0,-1-1 0,-1 1 0,3 13 0,-3-12 0,0-4 0,-3-4 0,1-1 0,-1 1 0,1-1 0,0 0 0,1 1 0,-1-1 0,0 0 0,1 0 0,0 0 0,0 0 0,0 0 0,0 0 0,5 5 0,-6-8 0,0 0 0,0 0 0,-1 0 0,1 0 0,0 0 0,0 0 0,0 0 0,0 0 0,0 0 0,0 0 0,0 0 0,0-1 0,-1 1 0,1 0 0,0-1 0,0 1 0,0-1 0,0 1 0,-1-1 0,1 1 0,0-1 0,-1 1 0,1-1 0,0 0 0,0-1 0,19-22 0,-15 17 0,42-54 0,-16 18 0,57-59 0,-85 98 0,1 1 0,0 0 0,0-1 0,0 2 0,0-1 0,0 0 0,1 1 0,6-3 0,-10 5 0,1-1 0,-1 1 0,0 0 0,0 0 0,1-1 0,-1 1 0,0 0 0,1 0 0,-1 0 0,0 1 0,0-1 0,1 0 0,-1 0 0,0 1 0,0-1 0,0 1 0,1-1 0,-1 1 0,0-1 0,0 1 0,0 0 0,0 0 0,0-1 0,0 1 0,0 0 0,0 0 0,0 0 0,-1 0 0,1 0 0,0 0 0,0 0 0,-1 1 0,1-1 0,-1 0 0,1 0 0,-1 0 0,1 3 0,4 13 0,0 0 0,-2 0 0,4 34 0,-3 57 0,-3-79 0,-1 50-1365,0-47-5461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3:51:26.202"/>
    </inkml:context>
    <inkml:brush xml:id="br0">
      <inkml:brushProperty name="width" value="0.05" units="cm"/>
      <inkml:brushProperty name="height" value="0.05" units="cm"/>
    </inkml:brush>
  </inkml:definitions>
  <inkml:trace contextRef="#ctx0" brushRef="#br0">6327 732 24575,'-1'-8'0,"0"-1"0,0 1 0,-1 0 0,0 1 0,-1-1 0,1 0 0,-1 1 0,-1-1 0,0 1 0,0 0 0,0 0 0,-1 0 0,0 1 0,0-1 0,0 1 0,-13-10 0,-5-3 0,0 1 0,-2 1 0,-34-19 0,6 9-66,0 2 0,-2 3 0,-109-30 0,-183-19-461,271 57 414,-1912-232-2291,986 195 2508,782 53-535,0 8 1,-337 61 0,456-50 227,1 5 1,2 4 0,-97 43-1,135-46 256,1 3 0,1 2 0,2 3 0,2 2 0,-90 80 0,85-60 499,2 2 1,3 2 0,3 3 0,3 2 0,2 1 0,-48 99 0,84-145-456,0 1 0,2 0 0,0 0 0,2 1 0,0 0-1,-3 36 1,8-48-69,1 0-1,0 1 1,0-1-1,1 0 1,1 0-1,0 1 0,0-1 1,1 0-1,1-1 1,0 1-1,0-1 1,1 1-1,0-1 0,1-1 1,11 16-1,-4-11-27,1 0 0,0-1 0,1 0 0,0-1 0,1-1 0,0 0 0,1-1 0,0-1 0,22 8 0,26 8 0,81 19 0,-133-41 0,459 103-1336,9-25-724,-427-72 1911,1676 256-2910,-684-145 2149,-816-108 607,1-10-1,356-42 1,-362 6 329,-1-11 1,-2-9-1,259-99 1,-278 70 990,-169 66-443,-1-1 0,0-1 0,49-39 0,-73 51-385,-1-1 0,0 0 1,0 0-1,-1-1 0,0 0 0,0 0 1,-1 0-1,-1-1 0,1 0 0,-2-1 1,1 1-1,-1-1 0,-1 1 0,0-1 1,0 0-1,-1-1 0,-1 1 0,0 0 1,0 0-1,-1-1 0,-1 1 0,0 0 1,-4-18-1,-1 1-151,-1 0-1,-2 0 1,-1 1-1,-1 0 1,-1 0 0,-1 1-1,-20-28 1,-2 4 16,-1 2 0,-64-64 0,53 67-84,-2 1 1,-3 3-1,-100-63 0,57 49-947,-145-59 0,81 50-5141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5/11/2026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3/Create_Update&amp;Delete%20ProductSet/UpdateEntity.txt" TargetMode="External"/><Relationship Id="rId5" Type="http://schemas.openxmlformats.org/officeDocument/2006/relationships/hyperlink" Target="https://github.com/soyuztechnologies/Nvidia_Ui5_Fiori_Feb1/blob/master/Day%2013/Create_Update&amp;Delete%20ProductSet/DeleteEntity.txt"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7.png"/><Relationship Id="rId42" Type="http://schemas.openxmlformats.org/officeDocument/2006/relationships/customXml" Target="../ink/ink21.xml"/><Relationship Id="rId47" Type="http://schemas.openxmlformats.org/officeDocument/2006/relationships/image" Target="../media/image30.png"/><Relationship Id="rId63" Type="http://schemas.openxmlformats.org/officeDocument/2006/relationships/image" Target="../media/image38.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51.png"/><Relationship Id="rId16" Type="http://schemas.openxmlformats.org/officeDocument/2006/relationships/customXml" Target="../ink/ink8.xml"/><Relationship Id="rId107" Type="http://schemas.openxmlformats.org/officeDocument/2006/relationships/image" Target="../media/image60.png"/><Relationship Id="rId11" Type="http://schemas.openxmlformats.org/officeDocument/2006/relationships/image" Target="../media/image12.png"/><Relationship Id="rId32" Type="http://schemas.openxmlformats.org/officeDocument/2006/relationships/customXml" Target="../ink/ink16.xml"/><Relationship Id="rId37" Type="http://schemas.openxmlformats.org/officeDocument/2006/relationships/image" Target="../media/image25.png"/><Relationship Id="rId53" Type="http://schemas.openxmlformats.org/officeDocument/2006/relationships/image" Target="../media/image33.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6.png"/><Relationship Id="rId102" Type="http://schemas.openxmlformats.org/officeDocument/2006/relationships/customXml" Target="../ink/ink51.xml"/><Relationship Id="rId5" Type="http://schemas.openxmlformats.org/officeDocument/2006/relationships/image" Target="../media/image9.png"/><Relationship Id="rId90" Type="http://schemas.openxmlformats.org/officeDocument/2006/relationships/customXml" Target="../ink/ink45.xml"/><Relationship Id="rId95" Type="http://schemas.openxmlformats.org/officeDocument/2006/relationships/image" Target="../media/image54.png"/><Relationship Id="rId22" Type="http://schemas.openxmlformats.org/officeDocument/2006/relationships/customXml" Target="../ink/ink11.xml"/><Relationship Id="rId27" Type="http://schemas.openxmlformats.org/officeDocument/2006/relationships/image" Target="../media/image20.png"/><Relationship Id="rId43" Type="http://schemas.openxmlformats.org/officeDocument/2006/relationships/image" Target="../media/image28.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1.png"/><Relationship Id="rId80" Type="http://schemas.openxmlformats.org/officeDocument/2006/relationships/customXml" Target="../ink/ink40.xml"/><Relationship Id="rId85" Type="http://schemas.openxmlformats.org/officeDocument/2006/relationships/image" Target="../media/image49.png"/><Relationship Id="rId12" Type="http://schemas.openxmlformats.org/officeDocument/2006/relationships/customXml" Target="../ink/ink6.xml"/><Relationship Id="rId17" Type="http://schemas.openxmlformats.org/officeDocument/2006/relationships/image" Target="../media/image15.png"/><Relationship Id="rId33" Type="http://schemas.openxmlformats.org/officeDocument/2006/relationships/image" Target="../media/image23.png"/><Relationship Id="rId38" Type="http://schemas.openxmlformats.org/officeDocument/2006/relationships/customXml" Target="../ink/ink19.xml"/><Relationship Id="rId59" Type="http://schemas.openxmlformats.org/officeDocument/2006/relationships/image" Target="../media/image36.png"/><Relationship Id="rId103" Type="http://schemas.openxmlformats.org/officeDocument/2006/relationships/image" Target="../media/image58.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4.png"/><Relationship Id="rId91" Type="http://schemas.openxmlformats.org/officeDocument/2006/relationships/image" Target="../media/image52.png"/><Relationship Id="rId96" Type="http://schemas.openxmlformats.org/officeDocument/2006/relationships/customXml" Target="../ink/ink48.xml"/><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14.png"/><Relationship Id="rId23" Type="http://schemas.openxmlformats.org/officeDocument/2006/relationships/image" Target="../media/image18.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1.png"/><Relationship Id="rId57" Type="http://schemas.openxmlformats.org/officeDocument/2006/relationships/image" Target="../media/image35.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2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9.png"/><Relationship Id="rId73" Type="http://schemas.openxmlformats.org/officeDocument/2006/relationships/image" Target="../media/image43.png"/><Relationship Id="rId78" Type="http://schemas.openxmlformats.org/officeDocument/2006/relationships/customXml" Target="../ink/ink39.xml"/><Relationship Id="rId81" Type="http://schemas.openxmlformats.org/officeDocument/2006/relationships/image" Target="../media/image47.png"/><Relationship Id="rId86" Type="http://schemas.openxmlformats.org/officeDocument/2006/relationships/customXml" Target="../ink/ink43.xml"/><Relationship Id="rId94" Type="http://schemas.openxmlformats.org/officeDocument/2006/relationships/customXml" Target="../ink/ink47.xml"/><Relationship Id="rId99" Type="http://schemas.openxmlformats.org/officeDocument/2006/relationships/image" Target="../media/image56.png"/><Relationship Id="rId101" Type="http://schemas.openxmlformats.org/officeDocument/2006/relationships/image" Target="../media/image57.png"/><Relationship Id="rId4" Type="http://schemas.openxmlformats.org/officeDocument/2006/relationships/customXml" Target="../ink/ink2.xml"/><Relationship Id="rId9" Type="http://schemas.openxmlformats.org/officeDocument/2006/relationships/image" Target="../media/image11.png"/><Relationship Id="rId13" Type="http://schemas.openxmlformats.org/officeDocument/2006/relationships/image" Target="../media/image13.png"/><Relationship Id="rId18" Type="http://schemas.openxmlformats.org/officeDocument/2006/relationships/customXml" Target="../ink/ink9.xml"/><Relationship Id="rId39" Type="http://schemas.openxmlformats.org/officeDocument/2006/relationships/image" Target="../media/image26.png"/><Relationship Id="rId109" Type="http://schemas.openxmlformats.org/officeDocument/2006/relationships/image" Target="../media/image61.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4.png"/><Relationship Id="rId76" Type="http://schemas.openxmlformats.org/officeDocument/2006/relationships/customXml" Target="../ink/ink38.xml"/><Relationship Id="rId97" Type="http://schemas.openxmlformats.org/officeDocument/2006/relationships/image" Target="../media/image55.png"/><Relationship Id="rId104" Type="http://schemas.openxmlformats.org/officeDocument/2006/relationships/customXml" Target="../ink/ink52.xml"/><Relationship Id="rId7" Type="http://schemas.openxmlformats.org/officeDocument/2006/relationships/image" Target="../media/image10.png"/><Relationship Id="rId71" Type="http://schemas.openxmlformats.org/officeDocument/2006/relationships/image" Target="../media/image42.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21.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9.png"/><Relationship Id="rId66" Type="http://schemas.openxmlformats.org/officeDocument/2006/relationships/customXml" Target="../ink/ink33.xml"/><Relationship Id="rId87" Type="http://schemas.openxmlformats.org/officeDocument/2006/relationships/image" Target="../media/image50.png"/><Relationship Id="rId110" Type="http://schemas.openxmlformats.org/officeDocument/2006/relationships/customXml" Target="../ink/ink55.xml"/><Relationship Id="rId61" Type="http://schemas.openxmlformats.org/officeDocument/2006/relationships/image" Target="../media/image37.png"/><Relationship Id="rId82" Type="http://schemas.openxmlformats.org/officeDocument/2006/relationships/customXml" Target="../ink/ink41.xml"/><Relationship Id="rId19" Type="http://schemas.openxmlformats.org/officeDocument/2006/relationships/image" Target="../media/image16.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4.png"/><Relationship Id="rId56" Type="http://schemas.openxmlformats.org/officeDocument/2006/relationships/customXml" Target="../ink/ink28.xml"/><Relationship Id="rId77" Type="http://schemas.openxmlformats.org/officeDocument/2006/relationships/image" Target="../media/image45.png"/><Relationship Id="rId100" Type="http://schemas.openxmlformats.org/officeDocument/2006/relationships/customXml" Target="../ink/ink50.xml"/><Relationship Id="rId105" Type="http://schemas.openxmlformats.org/officeDocument/2006/relationships/image" Target="../media/image59.png"/><Relationship Id="rId8" Type="http://schemas.openxmlformats.org/officeDocument/2006/relationships/customXml" Target="../ink/ink4.xml"/><Relationship Id="rId51" Type="http://schemas.openxmlformats.org/officeDocument/2006/relationships/image" Target="../media/image32.png"/><Relationship Id="rId72" Type="http://schemas.openxmlformats.org/officeDocument/2006/relationships/customXml" Target="../ink/ink36.xml"/><Relationship Id="rId93" Type="http://schemas.openxmlformats.org/officeDocument/2006/relationships/image" Target="../media/image53.png"/><Relationship Id="rId98" Type="http://schemas.openxmlformats.org/officeDocument/2006/relationships/customXml" Target="../ink/ink49.xml"/><Relationship Id="rId3" Type="http://schemas.openxmlformats.org/officeDocument/2006/relationships/image" Target="../media/image8.png"/><Relationship Id="rId25" Type="http://schemas.openxmlformats.org/officeDocument/2006/relationships/image" Target="../media/image19.png"/><Relationship Id="rId46" Type="http://schemas.openxmlformats.org/officeDocument/2006/relationships/customXml" Target="../ink/ink23.xml"/><Relationship Id="rId67" Type="http://schemas.openxmlformats.org/officeDocument/2006/relationships/image" Target="../media/image40.png"/><Relationship Id="rId20" Type="http://schemas.openxmlformats.org/officeDocument/2006/relationships/customXml" Target="../ink/ink10.xml"/><Relationship Id="rId41" Type="http://schemas.openxmlformats.org/officeDocument/2006/relationships/image" Target="../media/image27.png"/><Relationship Id="rId62" Type="http://schemas.openxmlformats.org/officeDocument/2006/relationships/customXml" Target="../ink/ink31.xml"/><Relationship Id="rId83" Type="http://schemas.openxmlformats.org/officeDocument/2006/relationships/image" Target="../media/image48.png"/><Relationship Id="rId88" Type="http://schemas.openxmlformats.org/officeDocument/2006/relationships/customXml" Target="../ink/ink44.xml"/><Relationship Id="rId111" Type="http://schemas.openxmlformats.org/officeDocument/2006/relationships/image" Target="../media/image62.png"/></Relationships>
</file>

<file path=ppt/slides/_rels/slide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soyuztechnologies/Nvidia_Ui5_Fiori_Feb1/blob/master/Day%2013/SupplierSet/GetSupplierEntity.tx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hyperlink" Target="https://github.com/soyuztechnologies/Nvidia_Ui5_Fiori_Feb1/blob/master/Day%2013/Association/Association.txt"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74.png"/></Relationships>
</file>

<file path=ppt/slides/_rels/slide1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hyperlink" Target="https://tools.hana.ondemand.com/#cloud" TargetMode="External"/><Relationship Id="rId7" Type="http://schemas.openxmlformats.org/officeDocument/2006/relationships/image" Target="../media/image8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3.png"/></Relationships>
</file>

<file path=ppt/slides/_rels/slide15.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84.png"/></Relationships>
</file>

<file path=ppt/slides/_rels/slide1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s>
</file>

<file path=ppt/slides/_rels/slide1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2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23.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114.jpeg"/><Relationship Id="rId3" Type="http://schemas.openxmlformats.org/officeDocument/2006/relationships/image" Target="../media/image109.jpeg"/><Relationship Id="rId7" Type="http://schemas.openxmlformats.org/officeDocument/2006/relationships/image" Target="../media/image113.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2.tiff"/><Relationship Id="rId5" Type="http://schemas.openxmlformats.org/officeDocument/2006/relationships/image" Target="../media/image111.tiff"/><Relationship Id="rId10" Type="http://schemas.openxmlformats.org/officeDocument/2006/relationships/image" Target="../media/image2.png"/><Relationship Id="rId4" Type="http://schemas.openxmlformats.org/officeDocument/2006/relationships/image" Target="../media/image110.tiff"/><Relationship Id="rId9" Type="http://schemas.openxmlformats.org/officeDocument/2006/relationships/hyperlink" Target="https://anubhavtrainings.com/"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115.jpg"/><Relationship Id="rId7" Type="http://schemas.openxmlformats.org/officeDocument/2006/relationships/image" Target="../media/image117.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116.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118.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21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2</a:t>
            </a:r>
            <a:r>
              <a:rPr lang="en-US" sz="3600" dirty="0">
                <a:solidFill>
                  <a:prstClr val="black"/>
                </a:solidFill>
                <a:latin typeface="Cooper Black" panose="0208090404030B020404" pitchFamily="18" charset="0"/>
              </a:rPr>
              <a:t>1</a:t>
            </a:r>
            <a:endParaRPr kumimoji="0" lang="en-US" sz="3600" i="0" u="none" strike="noStrike" kern="1200" cap="none" spc="0" normalizeH="0" baseline="0" noProof="0" dirty="0">
              <a:ln>
                <a:noFill/>
              </a:ln>
              <a:solidFill>
                <a:prstClr val="black"/>
              </a:solidFill>
              <a:effectLst/>
              <a:uLnTx/>
              <a:uFillTx/>
              <a:latin typeface="Cooper Black" panose="0208090404030B020404" pitchFamily="18" charset="0"/>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3416320"/>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X-CSRF Token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A CSRF Token is a secret, unique and unpredictable value a server-side application generates in order to protect CSRF vulnerable resources.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The tokens are generated and submitted by the server-side application in a subsequent HTTP request made by the client.</a:t>
            </a:r>
            <a:endParaRPr kumimoji="0" lang="en-US" sz="1800" u="none" strike="noStrike" kern="1200" cap="none" spc="0" normalizeH="0" baseline="0" noProof="0" dirty="0">
              <a:ln>
                <a:noFill/>
              </a:ln>
              <a:solidFill>
                <a:srgbClr val="202124"/>
              </a:solidFill>
              <a:uLnTx/>
              <a:uFillTx/>
              <a:ea typeface="+mn-ea"/>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n-US" i="0" dirty="0">
                <a:solidFill>
                  <a:srgbClr val="202124"/>
                </a:solidFill>
                <a:effectLst/>
                <a:cs typeface="Calibri" panose="020F0502020204030204" pitchFamily="34" charset="0"/>
              </a:rPr>
              <a:t>Steps to Get the x-</a:t>
            </a:r>
            <a:r>
              <a:rPr lang="en-US" i="0" dirty="0" err="1">
                <a:solidFill>
                  <a:srgbClr val="202124"/>
                </a:solidFill>
                <a:effectLst/>
                <a:cs typeface="Calibri" panose="020F0502020204030204" pitchFamily="34" charset="0"/>
              </a:rPr>
              <a:t>csrf</a:t>
            </a:r>
            <a:r>
              <a:rPr lang="en-US" i="0" dirty="0">
                <a:solidFill>
                  <a:srgbClr val="202124"/>
                </a:solidFill>
                <a:effectLst/>
                <a:cs typeface="Calibri" panose="020F0502020204030204" pitchFamily="34" charset="0"/>
              </a:rPr>
              <a:t> token.</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To </a:t>
            </a:r>
            <a:r>
              <a:rPr lang="en-US" dirty="0">
                <a:solidFill>
                  <a:srgbClr val="202124"/>
                </a:solidFill>
                <a:cs typeface="Calibri" panose="020F0502020204030204" pitchFamily="34" charset="0"/>
              </a:rPr>
              <a:t>get the x-</a:t>
            </a:r>
            <a:r>
              <a:rPr lang="en-US" dirty="0" err="1">
                <a:solidFill>
                  <a:srgbClr val="202124"/>
                </a:solidFill>
                <a:cs typeface="Calibri" panose="020F0502020204030204" pitchFamily="34" charset="0"/>
              </a:rPr>
              <a:t>csrf</a:t>
            </a:r>
            <a:r>
              <a:rPr lang="en-US" dirty="0">
                <a:solidFill>
                  <a:srgbClr val="202124"/>
                </a:solidFill>
                <a:cs typeface="Calibri" panose="020F0502020204030204" pitchFamily="34" charset="0"/>
              </a:rPr>
              <a:t> token we need to pass the value of </a:t>
            </a:r>
            <a:r>
              <a:rPr lang="en-US" b="1" dirty="0">
                <a:solidFill>
                  <a:srgbClr val="202124"/>
                </a:solidFill>
                <a:cs typeface="Calibri" panose="020F0502020204030204" pitchFamily="34" charset="0"/>
              </a:rPr>
              <a:t>x-</a:t>
            </a:r>
            <a:r>
              <a:rPr lang="en-US" b="1" dirty="0" err="1">
                <a:solidFill>
                  <a:srgbClr val="202124"/>
                </a:solidFill>
                <a:cs typeface="Calibri" panose="020F0502020204030204" pitchFamily="34" charset="0"/>
              </a:rPr>
              <a:t>csrf</a:t>
            </a:r>
            <a:r>
              <a:rPr lang="en-US" b="1" dirty="0">
                <a:solidFill>
                  <a:srgbClr val="202124"/>
                </a:solidFill>
                <a:cs typeface="Calibri" panose="020F0502020204030204" pitchFamily="34" charset="0"/>
              </a:rPr>
              <a:t> token</a:t>
            </a:r>
            <a:r>
              <a:rPr lang="en-US" dirty="0">
                <a:solidFill>
                  <a:srgbClr val="202124"/>
                </a:solidFill>
                <a:cs typeface="Calibri" panose="020F0502020204030204" pitchFamily="34" charset="0"/>
              </a:rPr>
              <a:t> as </a:t>
            </a:r>
            <a:r>
              <a:rPr lang="en-US" b="1" dirty="0">
                <a:solidFill>
                  <a:srgbClr val="202124"/>
                </a:solidFill>
                <a:cs typeface="Calibri" panose="020F0502020204030204" pitchFamily="34" charset="0"/>
              </a:rPr>
              <a:t>fetch</a:t>
            </a:r>
            <a:r>
              <a:rPr lang="en-US" dirty="0">
                <a:solidFill>
                  <a:srgbClr val="202124"/>
                </a:solidFill>
                <a:cs typeface="Calibri" panose="020F0502020204030204" pitchFamily="34" charset="0"/>
              </a:rPr>
              <a:t> with the GET call.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After ex</a:t>
            </a:r>
            <a:r>
              <a:rPr lang="en-US" dirty="0">
                <a:solidFill>
                  <a:srgbClr val="202124"/>
                </a:solidFill>
                <a:cs typeface="Calibri" panose="020F0502020204030204" pitchFamily="34" charset="0"/>
              </a:rPr>
              <a:t>ecuting the get call we will find the token in the </a:t>
            </a:r>
            <a:r>
              <a:rPr lang="en-US" b="1" dirty="0">
                <a:solidFill>
                  <a:srgbClr val="202124"/>
                </a:solidFill>
                <a:cs typeface="Calibri" panose="020F0502020204030204" pitchFamily="34" charset="0"/>
              </a:rPr>
              <a:t>Header </a:t>
            </a:r>
            <a:r>
              <a:rPr lang="en-US" dirty="0">
                <a:solidFill>
                  <a:srgbClr val="202124"/>
                </a:solidFill>
                <a:cs typeface="Calibri" panose="020F0502020204030204" pitchFamily="34" charset="0"/>
              </a:rPr>
              <a:t>Section of the </a:t>
            </a:r>
            <a:r>
              <a:rPr lang="en-US" b="1" dirty="0">
                <a:solidFill>
                  <a:srgbClr val="202124"/>
                </a:solidFill>
                <a:cs typeface="Calibri" panose="020F0502020204030204" pitchFamily="34" charset="0"/>
              </a:rPr>
              <a:t>Response.</a:t>
            </a:r>
            <a:endParaRPr lang="en-US" b="1" i="0" dirty="0">
              <a:solidFill>
                <a:srgbClr val="202124"/>
              </a:solidFill>
              <a:effectLst/>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endParaRPr kumimoji="0" lang="en-IN" sz="1800" i="0" u="none" strike="noStrike" kern="1200" cap="none" spc="0" normalizeH="0" baseline="0" noProof="0" dirty="0">
              <a:ln>
                <a:noFill/>
              </a:ln>
              <a:effectLst/>
              <a:uLnTx/>
              <a:uFillTx/>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06350E5-10C4-41E5-B5DC-7C36753519DE}"/>
              </a:ext>
            </a:extLst>
          </p:cNvPr>
          <p:cNvPicPr>
            <a:picLocks noChangeAspect="1"/>
          </p:cNvPicPr>
          <p:nvPr/>
        </p:nvPicPr>
        <p:blipFill>
          <a:blip r:embed="rId3"/>
          <a:stretch>
            <a:fillRect/>
          </a:stretch>
        </p:blipFill>
        <p:spPr>
          <a:xfrm>
            <a:off x="643904" y="2795733"/>
            <a:ext cx="5840024" cy="2145953"/>
          </a:xfrm>
          <a:prstGeom prst="rect">
            <a:avLst/>
          </a:prstGeom>
        </p:spPr>
      </p:pic>
      <p:sp>
        <p:nvSpPr>
          <p:cNvPr id="5" name="TextBox 4">
            <a:extLst>
              <a:ext uri="{FF2B5EF4-FFF2-40B4-BE49-F238E27FC236}">
                <a16:creationId xmlns:a16="http://schemas.microsoft.com/office/drawing/2014/main" id="{B0F7B041-418F-4781-9E24-8FB0A98DA7F0}"/>
              </a:ext>
            </a:extLst>
          </p:cNvPr>
          <p:cNvSpPr txBox="1"/>
          <p:nvPr/>
        </p:nvSpPr>
        <p:spPr>
          <a:xfrm>
            <a:off x="261764" y="4941686"/>
            <a:ext cx="7471064" cy="369332"/>
          </a:xfrm>
          <a:prstGeom prst="rect">
            <a:avLst/>
          </a:prstGeom>
          <a:noFill/>
        </p:spPr>
        <p:txBody>
          <a:bodyPr wrap="square" rtlCol="0">
            <a:spAutoFit/>
          </a:bodyPr>
          <a:lstStyle/>
          <a:p>
            <a:r>
              <a:rPr lang="en-US" dirty="0"/>
              <a:t>- In POST call we need to pass this value of x-</a:t>
            </a:r>
            <a:r>
              <a:rPr lang="en-US" dirty="0" err="1"/>
              <a:t>csrf</a:t>
            </a:r>
            <a:r>
              <a:rPr lang="en-US" dirty="0"/>
              <a:t> token in the header section.</a:t>
            </a:r>
          </a:p>
        </p:txBody>
      </p:sp>
      <p:pic>
        <p:nvPicPr>
          <p:cNvPr id="7" name="Picture 6">
            <a:extLst>
              <a:ext uri="{FF2B5EF4-FFF2-40B4-BE49-F238E27FC236}">
                <a16:creationId xmlns:a16="http://schemas.microsoft.com/office/drawing/2014/main" id="{E5B98DA5-5EDA-4292-B2CA-6F204039D59F}"/>
              </a:ext>
            </a:extLst>
          </p:cNvPr>
          <p:cNvPicPr>
            <a:picLocks noChangeAspect="1"/>
          </p:cNvPicPr>
          <p:nvPr/>
        </p:nvPicPr>
        <p:blipFill>
          <a:blip r:embed="rId4"/>
          <a:stretch>
            <a:fillRect/>
          </a:stretch>
        </p:blipFill>
        <p:spPr>
          <a:xfrm>
            <a:off x="1245883" y="5369696"/>
            <a:ext cx="5774372" cy="1320673"/>
          </a:xfrm>
          <a:prstGeom prst="rect">
            <a:avLst/>
          </a:prstGeom>
        </p:spPr>
      </p:pic>
    </p:spTree>
    <p:extLst>
      <p:ext uri="{BB962C8B-B14F-4D97-AF65-F5344CB8AC3E}">
        <p14:creationId xmlns:p14="http://schemas.microsoft.com/office/powerpoint/2010/main" val="3665951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386446" cy="1058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Implementing DELETE and Update (PUT)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1246681"/>
            <a:ext cx="11161643" cy="369332"/>
          </a:xfrm>
          <a:prstGeom prst="rect">
            <a:avLst/>
          </a:prstGeom>
          <a:noFill/>
        </p:spPr>
        <p:txBody>
          <a:bodyPr wrap="square" rtlCol="0">
            <a:spAutoFit/>
          </a:bodyPr>
          <a:lstStyle/>
          <a:p>
            <a:r>
              <a:rPr lang="en-US" dirty="0">
                <a:solidFill>
                  <a:prstClr val="black"/>
                </a:solidFill>
                <a:latin typeface="Calibri" panose="020F0502020204030204"/>
              </a:rPr>
              <a:t>We can implement the delete and update method in the corresponding DPC extension classes. </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A6EEE1AB-531A-47AC-AD27-BBE9C8DD8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4" y="1787757"/>
            <a:ext cx="5235028" cy="42817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87772B4-AD23-44D5-A963-09DF88D3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7" y="1787757"/>
            <a:ext cx="5183029" cy="43388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0E8A40-DDAB-4D55-963A-4475393920B9}"/>
              </a:ext>
            </a:extLst>
          </p:cNvPr>
          <p:cNvCxnSpPr/>
          <p:nvPr/>
        </p:nvCxnSpPr>
        <p:spPr>
          <a:xfrm>
            <a:off x="5922818" y="1734332"/>
            <a:ext cx="0" cy="45521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052E42-10B7-4998-B10C-1FE6A0C6699C}"/>
              </a:ext>
            </a:extLst>
          </p:cNvPr>
          <p:cNvSpPr txBox="1"/>
          <p:nvPr/>
        </p:nvSpPr>
        <p:spPr>
          <a:xfrm>
            <a:off x="261763" y="6126580"/>
            <a:ext cx="4812653" cy="646331"/>
          </a:xfrm>
          <a:prstGeom prst="rect">
            <a:avLst/>
          </a:prstGeom>
          <a:noFill/>
        </p:spPr>
        <p:txBody>
          <a:bodyPr wrap="square" rtlCol="0">
            <a:spAutoFit/>
          </a:bodyPr>
          <a:lstStyle/>
          <a:p>
            <a:r>
              <a:rPr lang="en-US" dirty="0">
                <a:solidFill>
                  <a:schemeClr val="accent6"/>
                </a:solidFill>
              </a:rPr>
              <a:t>Code for PRODUCTSET_DELETE_ENTITY: </a:t>
            </a:r>
            <a:r>
              <a:rPr lang="en-US" dirty="0">
                <a:hlinkClick r:id="rId5"/>
              </a:rPr>
              <a:t>ProductSetDeleteEntity</a:t>
            </a:r>
            <a:endParaRPr lang="en-US" dirty="0"/>
          </a:p>
        </p:txBody>
      </p:sp>
      <p:sp>
        <p:nvSpPr>
          <p:cNvPr id="11" name="TextBox 10">
            <a:extLst>
              <a:ext uri="{FF2B5EF4-FFF2-40B4-BE49-F238E27FC236}">
                <a16:creationId xmlns:a16="http://schemas.microsoft.com/office/drawing/2014/main" id="{C3A98753-1B20-455C-80DC-0AF27944EDC8}"/>
              </a:ext>
            </a:extLst>
          </p:cNvPr>
          <p:cNvSpPr txBox="1"/>
          <p:nvPr/>
        </p:nvSpPr>
        <p:spPr>
          <a:xfrm>
            <a:off x="6122236" y="6069522"/>
            <a:ext cx="5258442" cy="646331"/>
          </a:xfrm>
          <a:prstGeom prst="rect">
            <a:avLst/>
          </a:prstGeom>
          <a:noFill/>
        </p:spPr>
        <p:txBody>
          <a:bodyPr wrap="square" rtlCol="0">
            <a:spAutoFit/>
          </a:bodyPr>
          <a:lstStyle/>
          <a:p>
            <a:r>
              <a:rPr lang="en-US" dirty="0">
                <a:solidFill>
                  <a:schemeClr val="accent6"/>
                </a:solidFill>
              </a:rPr>
              <a:t>Code for PRODUCTSET_UPDATE_ENTITY </a:t>
            </a:r>
            <a:r>
              <a:rPr lang="en-US" dirty="0"/>
              <a:t>: </a:t>
            </a:r>
            <a:r>
              <a:rPr lang="en-US" dirty="0">
                <a:hlinkClick r:id="rId6"/>
              </a:rPr>
              <a:t>ProductSetUpdateEntity</a:t>
            </a:r>
            <a:endParaRPr lang="en-US" dirty="0"/>
          </a:p>
        </p:txBody>
      </p:sp>
    </p:spTree>
    <p:extLst>
      <p:ext uri="{BB962C8B-B14F-4D97-AF65-F5344CB8AC3E}">
        <p14:creationId xmlns:p14="http://schemas.microsoft.com/office/powerpoint/2010/main" val="2886123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D989A4AF-7244-1F69-EA9F-C1D921372846}"/>
              </a:ext>
            </a:extLst>
          </p:cNvPr>
          <p:cNvGrpSpPr/>
          <p:nvPr/>
        </p:nvGrpSpPr>
        <p:grpSpPr>
          <a:xfrm>
            <a:off x="717048" y="1692742"/>
            <a:ext cx="6333120" cy="2757960"/>
            <a:chOff x="717048" y="1692742"/>
            <a:chExt cx="6333120" cy="275796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144903A-1859-F24A-5817-30C37426754E}"/>
                    </a:ext>
                  </a:extLst>
                </p14:cNvPr>
                <p14:cNvContentPartPr/>
                <p14:nvPr/>
              </p14:nvContentPartPr>
              <p14:xfrm>
                <a:off x="717048" y="1702102"/>
                <a:ext cx="2674800" cy="1559880"/>
              </p14:xfrm>
            </p:contentPart>
          </mc:Choice>
          <mc:Fallback>
            <p:pic>
              <p:nvPicPr>
                <p:cNvPr id="2" name="Ink 1">
                  <a:extLst>
                    <a:ext uri="{FF2B5EF4-FFF2-40B4-BE49-F238E27FC236}">
                      <a16:creationId xmlns:a16="http://schemas.microsoft.com/office/drawing/2014/main" id="{8144903A-1859-F24A-5817-30C37426754E}"/>
                    </a:ext>
                  </a:extLst>
                </p:cNvPr>
                <p:cNvPicPr/>
                <p:nvPr/>
              </p:nvPicPr>
              <p:blipFill>
                <a:blip r:embed="rId3"/>
                <a:stretch>
                  <a:fillRect/>
                </a:stretch>
              </p:blipFill>
              <p:spPr>
                <a:xfrm>
                  <a:off x="708408" y="1693102"/>
                  <a:ext cx="2692440" cy="1577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8CB5ED5-4C9C-5005-0D9F-90EB863D1370}"/>
                    </a:ext>
                  </a:extLst>
                </p14:cNvPr>
                <p14:cNvContentPartPr/>
                <p14:nvPr/>
              </p14:nvContentPartPr>
              <p14:xfrm>
                <a:off x="719208" y="2111782"/>
                <a:ext cx="2638440" cy="110160"/>
              </p14:xfrm>
            </p:contentPart>
          </mc:Choice>
          <mc:Fallback>
            <p:pic>
              <p:nvPicPr>
                <p:cNvPr id="3" name="Ink 2">
                  <a:extLst>
                    <a:ext uri="{FF2B5EF4-FFF2-40B4-BE49-F238E27FC236}">
                      <a16:creationId xmlns:a16="http://schemas.microsoft.com/office/drawing/2014/main" id="{D8CB5ED5-4C9C-5005-0D9F-90EB863D1370}"/>
                    </a:ext>
                  </a:extLst>
                </p:cNvPr>
                <p:cNvPicPr/>
                <p:nvPr/>
              </p:nvPicPr>
              <p:blipFill>
                <a:blip r:embed="rId5"/>
                <a:stretch>
                  <a:fillRect/>
                </a:stretch>
              </p:blipFill>
              <p:spPr>
                <a:xfrm>
                  <a:off x="710568" y="2103142"/>
                  <a:ext cx="26560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10D9292B-F7B0-6A76-29BB-9FAAF0FC78CE}"/>
                    </a:ext>
                  </a:extLst>
                </p14:cNvPr>
                <p14:cNvContentPartPr/>
                <p14:nvPr/>
              </p14:nvContentPartPr>
              <p14:xfrm>
                <a:off x="2025288" y="1692742"/>
                <a:ext cx="23760" cy="1545840"/>
              </p14:xfrm>
            </p:contentPart>
          </mc:Choice>
          <mc:Fallback>
            <p:pic>
              <p:nvPicPr>
                <p:cNvPr id="4" name="Ink 3">
                  <a:extLst>
                    <a:ext uri="{FF2B5EF4-FFF2-40B4-BE49-F238E27FC236}">
                      <a16:creationId xmlns:a16="http://schemas.microsoft.com/office/drawing/2014/main" id="{10D9292B-F7B0-6A76-29BB-9FAAF0FC78CE}"/>
                    </a:ext>
                  </a:extLst>
                </p:cNvPr>
                <p:cNvPicPr/>
                <p:nvPr/>
              </p:nvPicPr>
              <p:blipFill>
                <a:blip r:embed="rId7"/>
                <a:stretch>
                  <a:fillRect/>
                </a:stretch>
              </p:blipFill>
              <p:spPr>
                <a:xfrm>
                  <a:off x="2016288" y="1683742"/>
                  <a:ext cx="41400" cy="1563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CB16EC33-EDF7-02BE-4D4E-23686D81302E}"/>
                    </a:ext>
                  </a:extLst>
                </p14:cNvPr>
                <p14:cNvContentPartPr/>
                <p14:nvPr/>
              </p14:nvContentPartPr>
              <p14:xfrm>
                <a:off x="1086048" y="1903342"/>
                <a:ext cx="11520" cy="192960"/>
              </p14:xfrm>
            </p:contentPart>
          </mc:Choice>
          <mc:Fallback>
            <p:pic>
              <p:nvPicPr>
                <p:cNvPr id="6" name="Ink 5">
                  <a:extLst>
                    <a:ext uri="{FF2B5EF4-FFF2-40B4-BE49-F238E27FC236}">
                      <a16:creationId xmlns:a16="http://schemas.microsoft.com/office/drawing/2014/main" id="{CB16EC33-EDF7-02BE-4D4E-23686D81302E}"/>
                    </a:ext>
                  </a:extLst>
                </p:cNvPr>
                <p:cNvPicPr/>
                <p:nvPr/>
              </p:nvPicPr>
              <p:blipFill>
                <a:blip r:embed="rId9"/>
                <a:stretch>
                  <a:fillRect/>
                </a:stretch>
              </p:blipFill>
              <p:spPr>
                <a:xfrm>
                  <a:off x="1077048" y="1894342"/>
                  <a:ext cx="2916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205C80C8-B80C-A1A0-F551-1C9377243830}"/>
                    </a:ext>
                  </a:extLst>
                </p14:cNvPr>
                <p14:cNvContentPartPr/>
                <p14:nvPr/>
              </p14:nvContentPartPr>
              <p14:xfrm>
                <a:off x="1073808" y="1935022"/>
                <a:ext cx="142920" cy="129600"/>
              </p14:xfrm>
            </p:contentPart>
          </mc:Choice>
          <mc:Fallback>
            <p:pic>
              <p:nvPicPr>
                <p:cNvPr id="7" name="Ink 6">
                  <a:extLst>
                    <a:ext uri="{FF2B5EF4-FFF2-40B4-BE49-F238E27FC236}">
                      <a16:creationId xmlns:a16="http://schemas.microsoft.com/office/drawing/2014/main" id="{205C80C8-B80C-A1A0-F551-1C9377243830}"/>
                    </a:ext>
                  </a:extLst>
                </p:cNvPr>
                <p:cNvPicPr/>
                <p:nvPr/>
              </p:nvPicPr>
              <p:blipFill>
                <a:blip r:embed="rId11"/>
                <a:stretch>
                  <a:fillRect/>
                </a:stretch>
              </p:blipFill>
              <p:spPr>
                <a:xfrm>
                  <a:off x="1065168" y="1926022"/>
                  <a:ext cx="16056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A729C979-417B-BBCF-60AA-9356086AB971}"/>
                    </a:ext>
                  </a:extLst>
                </p14:cNvPr>
                <p14:cNvContentPartPr/>
                <p14:nvPr/>
              </p14:nvContentPartPr>
              <p14:xfrm>
                <a:off x="1276488" y="1937902"/>
                <a:ext cx="12960" cy="167760"/>
              </p14:xfrm>
            </p:contentPart>
          </mc:Choice>
          <mc:Fallback>
            <p:pic>
              <p:nvPicPr>
                <p:cNvPr id="8" name="Ink 7">
                  <a:extLst>
                    <a:ext uri="{FF2B5EF4-FFF2-40B4-BE49-F238E27FC236}">
                      <a16:creationId xmlns:a16="http://schemas.microsoft.com/office/drawing/2014/main" id="{A729C979-417B-BBCF-60AA-9356086AB971}"/>
                    </a:ext>
                  </a:extLst>
                </p:cNvPr>
                <p:cNvPicPr/>
                <p:nvPr/>
              </p:nvPicPr>
              <p:blipFill>
                <a:blip r:embed="rId13"/>
                <a:stretch>
                  <a:fillRect/>
                </a:stretch>
              </p:blipFill>
              <p:spPr>
                <a:xfrm>
                  <a:off x="1267488" y="1928902"/>
                  <a:ext cx="306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4E482835-662E-2668-A719-82F88CF36A2C}"/>
                    </a:ext>
                  </a:extLst>
                </p14:cNvPr>
                <p14:cNvContentPartPr/>
                <p14:nvPr/>
              </p14:nvContentPartPr>
              <p14:xfrm>
                <a:off x="1251648" y="1900462"/>
                <a:ext cx="116640" cy="176040"/>
              </p14:xfrm>
            </p:contentPart>
          </mc:Choice>
          <mc:Fallback>
            <p:pic>
              <p:nvPicPr>
                <p:cNvPr id="9" name="Ink 8">
                  <a:extLst>
                    <a:ext uri="{FF2B5EF4-FFF2-40B4-BE49-F238E27FC236}">
                      <a16:creationId xmlns:a16="http://schemas.microsoft.com/office/drawing/2014/main" id="{4E482835-662E-2668-A719-82F88CF36A2C}"/>
                    </a:ext>
                  </a:extLst>
                </p:cNvPr>
                <p:cNvPicPr/>
                <p:nvPr/>
              </p:nvPicPr>
              <p:blipFill>
                <a:blip r:embed="rId15"/>
                <a:stretch>
                  <a:fillRect/>
                </a:stretch>
              </p:blipFill>
              <p:spPr>
                <a:xfrm>
                  <a:off x="1242648" y="1891462"/>
                  <a:ext cx="134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A4216B06-71B8-B549-594D-858ADAD468B0}"/>
                    </a:ext>
                  </a:extLst>
                </p14:cNvPr>
                <p14:cNvContentPartPr/>
                <p14:nvPr/>
              </p14:nvContentPartPr>
              <p14:xfrm>
                <a:off x="1417608" y="1900822"/>
                <a:ext cx="175320" cy="177480"/>
              </p14:xfrm>
            </p:contentPart>
          </mc:Choice>
          <mc:Fallback>
            <p:pic>
              <p:nvPicPr>
                <p:cNvPr id="10" name="Ink 9">
                  <a:extLst>
                    <a:ext uri="{FF2B5EF4-FFF2-40B4-BE49-F238E27FC236}">
                      <a16:creationId xmlns:a16="http://schemas.microsoft.com/office/drawing/2014/main" id="{A4216B06-71B8-B549-594D-858ADAD468B0}"/>
                    </a:ext>
                  </a:extLst>
                </p:cNvPr>
                <p:cNvPicPr/>
                <p:nvPr/>
              </p:nvPicPr>
              <p:blipFill>
                <a:blip r:embed="rId17"/>
                <a:stretch>
                  <a:fillRect/>
                </a:stretch>
              </p:blipFill>
              <p:spPr>
                <a:xfrm>
                  <a:off x="1408608" y="1891822"/>
                  <a:ext cx="1929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7ECCA29F-7465-5207-E73A-A00FA45A0C0A}"/>
                    </a:ext>
                  </a:extLst>
                </p14:cNvPr>
                <p14:cNvContentPartPr/>
                <p14:nvPr/>
              </p14:nvContentPartPr>
              <p14:xfrm>
                <a:off x="2350368" y="1906942"/>
                <a:ext cx="3960" cy="128160"/>
              </p14:xfrm>
            </p:contentPart>
          </mc:Choice>
          <mc:Fallback>
            <p:pic>
              <p:nvPicPr>
                <p:cNvPr id="11" name="Ink 10">
                  <a:extLst>
                    <a:ext uri="{FF2B5EF4-FFF2-40B4-BE49-F238E27FC236}">
                      <a16:creationId xmlns:a16="http://schemas.microsoft.com/office/drawing/2014/main" id="{7ECCA29F-7465-5207-E73A-A00FA45A0C0A}"/>
                    </a:ext>
                  </a:extLst>
                </p:cNvPr>
                <p:cNvPicPr/>
                <p:nvPr/>
              </p:nvPicPr>
              <p:blipFill>
                <a:blip r:embed="rId19"/>
                <a:stretch>
                  <a:fillRect/>
                </a:stretch>
              </p:blipFill>
              <p:spPr>
                <a:xfrm>
                  <a:off x="2341728" y="1898302"/>
                  <a:ext cx="216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F4580F81-9287-6FCD-6E6E-9DAF82EF364A}"/>
                    </a:ext>
                  </a:extLst>
                </p14:cNvPr>
                <p14:cNvContentPartPr/>
                <p14:nvPr/>
              </p14:nvContentPartPr>
              <p14:xfrm>
                <a:off x="2331648" y="1807582"/>
                <a:ext cx="6480" cy="15120"/>
              </p14:xfrm>
            </p:contentPart>
          </mc:Choice>
          <mc:Fallback>
            <p:pic>
              <p:nvPicPr>
                <p:cNvPr id="12" name="Ink 11">
                  <a:extLst>
                    <a:ext uri="{FF2B5EF4-FFF2-40B4-BE49-F238E27FC236}">
                      <a16:creationId xmlns:a16="http://schemas.microsoft.com/office/drawing/2014/main" id="{F4580F81-9287-6FCD-6E6E-9DAF82EF364A}"/>
                    </a:ext>
                  </a:extLst>
                </p:cNvPr>
                <p:cNvPicPr/>
                <p:nvPr/>
              </p:nvPicPr>
              <p:blipFill>
                <a:blip r:embed="rId21"/>
                <a:stretch>
                  <a:fillRect/>
                </a:stretch>
              </p:blipFill>
              <p:spPr>
                <a:xfrm>
                  <a:off x="2323008" y="1798582"/>
                  <a:ext cx="241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3199A9D1-BF7E-565B-C6F9-5C52A22D358E}"/>
                    </a:ext>
                  </a:extLst>
                </p14:cNvPr>
                <p14:cNvContentPartPr/>
                <p14:nvPr/>
              </p14:nvContentPartPr>
              <p14:xfrm>
                <a:off x="2443608" y="1840702"/>
                <a:ext cx="26280" cy="128880"/>
              </p14:xfrm>
            </p:contentPart>
          </mc:Choice>
          <mc:Fallback>
            <p:pic>
              <p:nvPicPr>
                <p:cNvPr id="13" name="Ink 12">
                  <a:extLst>
                    <a:ext uri="{FF2B5EF4-FFF2-40B4-BE49-F238E27FC236}">
                      <a16:creationId xmlns:a16="http://schemas.microsoft.com/office/drawing/2014/main" id="{3199A9D1-BF7E-565B-C6F9-5C52A22D358E}"/>
                    </a:ext>
                  </a:extLst>
                </p:cNvPr>
                <p:cNvPicPr/>
                <p:nvPr/>
              </p:nvPicPr>
              <p:blipFill>
                <a:blip r:embed="rId23"/>
                <a:stretch>
                  <a:fillRect/>
                </a:stretch>
              </p:blipFill>
              <p:spPr>
                <a:xfrm>
                  <a:off x="2434608" y="1832062"/>
                  <a:ext cx="439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F2C75098-F9DC-C331-EBD2-0F4D28E47AE5}"/>
                    </a:ext>
                  </a:extLst>
                </p14:cNvPr>
                <p14:cNvContentPartPr/>
                <p14:nvPr/>
              </p14:nvContentPartPr>
              <p14:xfrm>
                <a:off x="2402568" y="1887502"/>
                <a:ext cx="214560" cy="152280"/>
              </p14:xfrm>
            </p:contentPart>
          </mc:Choice>
          <mc:Fallback>
            <p:pic>
              <p:nvPicPr>
                <p:cNvPr id="14" name="Ink 13">
                  <a:extLst>
                    <a:ext uri="{FF2B5EF4-FFF2-40B4-BE49-F238E27FC236}">
                      <a16:creationId xmlns:a16="http://schemas.microsoft.com/office/drawing/2014/main" id="{F2C75098-F9DC-C331-EBD2-0F4D28E47AE5}"/>
                    </a:ext>
                  </a:extLst>
                </p:cNvPr>
                <p:cNvPicPr/>
                <p:nvPr/>
              </p:nvPicPr>
              <p:blipFill>
                <a:blip r:embed="rId25"/>
                <a:stretch>
                  <a:fillRect/>
                </a:stretch>
              </p:blipFill>
              <p:spPr>
                <a:xfrm>
                  <a:off x="2393928" y="1878502"/>
                  <a:ext cx="2322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1BF7F27F-2B14-9CD7-660C-78C7C6F7FB60}"/>
                    </a:ext>
                  </a:extLst>
                </p14:cNvPr>
                <p14:cNvContentPartPr/>
                <p14:nvPr/>
              </p14:nvContentPartPr>
              <p14:xfrm>
                <a:off x="2687688" y="1907662"/>
                <a:ext cx="214560" cy="101160"/>
              </p14:xfrm>
            </p:contentPart>
          </mc:Choice>
          <mc:Fallback>
            <p:pic>
              <p:nvPicPr>
                <p:cNvPr id="15" name="Ink 14">
                  <a:extLst>
                    <a:ext uri="{FF2B5EF4-FFF2-40B4-BE49-F238E27FC236}">
                      <a16:creationId xmlns:a16="http://schemas.microsoft.com/office/drawing/2014/main" id="{1BF7F27F-2B14-9CD7-660C-78C7C6F7FB60}"/>
                    </a:ext>
                  </a:extLst>
                </p:cNvPr>
                <p:cNvPicPr/>
                <p:nvPr/>
              </p:nvPicPr>
              <p:blipFill>
                <a:blip r:embed="rId27"/>
                <a:stretch>
                  <a:fillRect/>
                </a:stretch>
              </p:blipFill>
              <p:spPr>
                <a:xfrm>
                  <a:off x="2679048" y="1899022"/>
                  <a:ext cx="23220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34B4E96E-48B1-1189-75EE-92756955D6A7}"/>
                    </a:ext>
                  </a:extLst>
                </p14:cNvPr>
                <p14:cNvContentPartPr/>
                <p14:nvPr/>
              </p14:nvContentPartPr>
              <p14:xfrm>
                <a:off x="877248" y="2372422"/>
                <a:ext cx="141840" cy="2880"/>
              </p14:xfrm>
            </p:contentPart>
          </mc:Choice>
          <mc:Fallback>
            <p:pic>
              <p:nvPicPr>
                <p:cNvPr id="17" name="Ink 16">
                  <a:extLst>
                    <a:ext uri="{FF2B5EF4-FFF2-40B4-BE49-F238E27FC236}">
                      <a16:creationId xmlns:a16="http://schemas.microsoft.com/office/drawing/2014/main" id="{34B4E96E-48B1-1189-75EE-92756955D6A7}"/>
                    </a:ext>
                  </a:extLst>
                </p:cNvPr>
                <p:cNvPicPr/>
                <p:nvPr/>
              </p:nvPicPr>
              <p:blipFill>
                <a:blip r:embed="rId29"/>
                <a:stretch>
                  <a:fillRect/>
                </a:stretch>
              </p:blipFill>
              <p:spPr>
                <a:xfrm>
                  <a:off x="868608" y="2363422"/>
                  <a:ext cx="1594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6AA357B0-B871-DE31-0249-9C5B975B44A1}"/>
                    </a:ext>
                  </a:extLst>
                </p14:cNvPr>
                <p14:cNvContentPartPr/>
                <p14:nvPr/>
              </p14:nvContentPartPr>
              <p14:xfrm>
                <a:off x="1164528" y="2357662"/>
                <a:ext cx="137160" cy="11520"/>
              </p14:xfrm>
            </p:contentPart>
          </mc:Choice>
          <mc:Fallback>
            <p:pic>
              <p:nvPicPr>
                <p:cNvPr id="18" name="Ink 17">
                  <a:extLst>
                    <a:ext uri="{FF2B5EF4-FFF2-40B4-BE49-F238E27FC236}">
                      <a16:creationId xmlns:a16="http://schemas.microsoft.com/office/drawing/2014/main" id="{6AA357B0-B871-DE31-0249-9C5B975B44A1}"/>
                    </a:ext>
                  </a:extLst>
                </p:cNvPr>
                <p:cNvPicPr/>
                <p:nvPr/>
              </p:nvPicPr>
              <p:blipFill>
                <a:blip r:embed="rId31"/>
                <a:stretch>
                  <a:fillRect/>
                </a:stretch>
              </p:blipFill>
              <p:spPr>
                <a:xfrm>
                  <a:off x="1155528" y="2348662"/>
                  <a:ext cx="1548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27319364-541B-EE66-E8F1-8C34E1D110EC}"/>
                    </a:ext>
                  </a:extLst>
                </p14:cNvPr>
                <p14:cNvContentPartPr/>
                <p14:nvPr/>
              </p14:nvContentPartPr>
              <p14:xfrm>
                <a:off x="1417608" y="2343982"/>
                <a:ext cx="135360" cy="6480"/>
              </p14:xfrm>
            </p:contentPart>
          </mc:Choice>
          <mc:Fallback>
            <p:pic>
              <p:nvPicPr>
                <p:cNvPr id="19" name="Ink 18">
                  <a:extLst>
                    <a:ext uri="{FF2B5EF4-FFF2-40B4-BE49-F238E27FC236}">
                      <a16:creationId xmlns:a16="http://schemas.microsoft.com/office/drawing/2014/main" id="{27319364-541B-EE66-E8F1-8C34E1D110EC}"/>
                    </a:ext>
                  </a:extLst>
                </p:cNvPr>
                <p:cNvPicPr/>
                <p:nvPr/>
              </p:nvPicPr>
              <p:blipFill>
                <a:blip r:embed="rId33"/>
                <a:stretch>
                  <a:fillRect/>
                </a:stretch>
              </p:blipFill>
              <p:spPr>
                <a:xfrm>
                  <a:off x="1408608" y="2334982"/>
                  <a:ext cx="1530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BC979E4A-F6E3-65DA-6164-48C80BB88411}"/>
                    </a:ext>
                  </a:extLst>
                </p14:cNvPr>
                <p14:cNvContentPartPr/>
                <p14:nvPr/>
              </p14:nvContentPartPr>
              <p14:xfrm>
                <a:off x="1650528" y="2331742"/>
                <a:ext cx="154080" cy="6840"/>
              </p14:xfrm>
            </p:contentPart>
          </mc:Choice>
          <mc:Fallback>
            <p:pic>
              <p:nvPicPr>
                <p:cNvPr id="20" name="Ink 19">
                  <a:extLst>
                    <a:ext uri="{FF2B5EF4-FFF2-40B4-BE49-F238E27FC236}">
                      <a16:creationId xmlns:a16="http://schemas.microsoft.com/office/drawing/2014/main" id="{BC979E4A-F6E3-65DA-6164-48C80BB88411}"/>
                    </a:ext>
                  </a:extLst>
                </p:cNvPr>
                <p:cNvPicPr/>
                <p:nvPr/>
              </p:nvPicPr>
              <p:blipFill>
                <a:blip r:embed="rId35"/>
                <a:stretch>
                  <a:fillRect/>
                </a:stretch>
              </p:blipFill>
              <p:spPr>
                <a:xfrm>
                  <a:off x="1641888" y="2322742"/>
                  <a:ext cx="1717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4A8A54D0-E634-0309-2550-4AB47AD5E1F9}"/>
                    </a:ext>
                  </a:extLst>
                </p14:cNvPr>
                <p14:cNvContentPartPr/>
                <p14:nvPr/>
              </p14:nvContentPartPr>
              <p14:xfrm>
                <a:off x="2188008" y="2264062"/>
                <a:ext cx="162720" cy="184320"/>
              </p14:xfrm>
            </p:contentPart>
          </mc:Choice>
          <mc:Fallback>
            <p:pic>
              <p:nvPicPr>
                <p:cNvPr id="22" name="Ink 21">
                  <a:extLst>
                    <a:ext uri="{FF2B5EF4-FFF2-40B4-BE49-F238E27FC236}">
                      <a16:creationId xmlns:a16="http://schemas.microsoft.com/office/drawing/2014/main" id="{4A8A54D0-E634-0309-2550-4AB47AD5E1F9}"/>
                    </a:ext>
                  </a:extLst>
                </p:cNvPr>
                <p:cNvPicPr/>
                <p:nvPr/>
              </p:nvPicPr>
              <p:blipFill>
                <a:blip r:embed="rId37"/>
                <a:stretch>
                  <a:fillRect/>
                </a:stretch>
              </p:blipFill>
              <p:spPr>
                <a:xfrm>
                  <a:off x="2179008" y="2255422"/>
                  <a:ext cx="18036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15E92D80-4572-8EBF-2BC4-F99EFA21D0DB}"/>
                    </a:ext>
                  </a:extLst>
                </p14:cNvPr>
                <p14:cNvContentPartPr/>
                <p14:nvPr/>
              </p14:nvContentPartPr>
              <p14:xfrm>
                <a:off x="2336688" y="2301142"/>
                <a:ext cx="140040" cy="133560"/>
              </p14:xfrm>
            </p:contentPart>
          </mc:Choice>
          <mc:Fallback>
            <p:pic>
              <p:nvPicPr>
                <p:cNvPr id="23" name="Ink 22">
                  <a:extLst>
                    <a:ext uri="{FF2B5EF4-FFF2-40B4-BE49-F238E27FC236}">
                      <a16:creationId xmlns:a16="http://schemas.microsoft.com/office/drawing/2014/main" id="{15E92D80-4572-8EBF-2BC4-F99EFA21D0DB}"/>
                    </a:ext>
                  </a:extLst>
                </p:cNvPr>
                <p:cNvPicPr/>
                <p:nvPr/>
              </p:nvPicPr>
              <p:blipFill>
                <a:blip r:embed="rId39"/>
                <a:stretch>
                  <a:fillRect/>
                </a:stretch>
              </p:blipFill>
              <p:spPr>
                <a:xfrm>
                  <a:off x="2327688" y="2292142"/>
                  <a:ext cx="1576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B0A7E3E7-C4DC-C7C0-9695-E2B94E1CF166}"/>
                    </a:ext>
                  </a:extLst>
                </p14:cNvPr>
                <p14:cNvContentPartPr/>
                <p14:nvPr/>
              </p14:nvContentPartPr>
              <p14:xfrm>
                <a:off x="2589768" y="2286382"/>
                <a:ext cx="6480" cy="143640"/>
              </p14:xfrm>
            </p:contentPart>
          </mc:Choice>
          <mc:Fallback>
            <p:pic>
              <p:nvPicPr>
                <p:cNvPr id="24" name="Ink 23">
                  <a:extLst>
                    <a:ext uri="{FF2B5EF4-FFF2-40B4-BE49-F238E27FC236}">
                      <a16:creationId xmlns:a16="http://schemas.microsoft.com/office/drawing/2014/main" id="{B0A7E3E7-C4DC-C7C0-9695-E2B94E1CF166}"/>
                    </a:ext>
                  </a:extLst>
                </p:cNvPr>
                <p:cNvPicPr/>
                <p:nvPr/>
              </p:nvPicPr>
              <p:blipFill>
                <a:blip r:embed="rId41"/>
                <a:stretch>
                  <a:fillRect/>
                </a:stretch>
              </p:blipFill>
              <p:spPr>
                <a:xfrm>
                  <a:off x="2580768" y="2277382"/>
                  <a:ext cx="2412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F8FC5910-D771-FA2B-4384-D35CCF156EA3}"/>
                    </a:ext>
                  </a:extLst>
                </p14:cNvPr>
                <p14:cNvContentPartPr/>
                <p14:nvPr/>
              </p14:nvContentPartPr>
              <p14:xfrm>
                <a:off x="2527848" y="2334622"/>
                <a:ext cx="213840" cy="98640"/>
              </p14:xfrm>
            </p:contentPart>
          </mc:Choice>
          <mc:Fallback>
            <p:pic>
              <p:nvPicPr>
                <p:cNvPr id="25" name="Ink 24">
                  <a:extLst>
                    <a:ext uri="{FF2B5EF4-FFF2-40B4-BE49-F238E27FC236}">
                      <a16:creationId xmlns:a16="http://schemas.microsoft.com/office/drawing/2014/main" id="{F8FC5910-D771-FA2B-4384-D35CCF156EA3}"/>
                    </a:ext>
                  </a:extLst>
                </p:cNvPr>
                <p:cNvPicPr/>
                <p:nvPr/>
              </p:nvPicPr>
              <p:blipFill>
                <a:blip r:embed="rId43"/>
                <a:stretch>
                  <a:fillRect/>
                </a:stretch>
              </p:blipFill>
              <p:spPr>
                <a:xfrm>
                  <a:off x="2519208" y="2325622"/>
                  <a:ext cx="2314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FF1D5056-4A27-D1FB-7BCA-409841ABC5A0}"/>
                    </a:ext>
                  </a:extLst>
                </p14:cNvPr>
                <p14:cNvContentPartPr/>
                <p14:nvPr/>
              </p14:nvContentPartPr>
              <p14:xfrm>
                <a:off x="2773728" y="2304382"/>
                <a:ext cx="123120" cy="122040"/>
              </p14:xfrm>
            </p:contentPart>
          </mc:Choice>
          <mc:Fallback>
            <p:pic>
              <p:nvPicPr>
                <p:cNvPr id="26" name="Ink 25">
                  <a:extLst>
                    <a:ext uri="{FF2B5EF4-FFF2-40B4-BE49-F238E27FC236}">
                      <a16:creationId xmlns:a16="http://schemas.microsoft.com/office/drawing/2014/main" id="{FF1D5056-4A27-D1FB-7BCA-409841ABC5A0}"/>
                    </a:ext>
                  </a:extLst>
                </p:cNvPr>
                <p:cNvPicPr/>
                <p:nvPr/>
              </p:nvPicPr>
              <p:blipFill>
                <a:blip r:embed="rId45"/>
                <a:stretch>
                  <a:fillRect/>
                </a:stretch>
              </p:blipFill>
              <p:spPr>
                <a:xfrm>
                  <a:off x="2764728" y="2295742"/>
                  <a:ext cx="1407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B8A1D035-1852-2BDC-DE8F-4C91440A12D2}"/>
                    </a:ext>
                  </a:extLst>
                </p14:cNvPr>
                <p14:cNvContentPartPr/>
                <p14:nvPr/>
              </p14:nvContentPartPr>
              <p14:xfrm>
                <a:off x="2920968" y="2307262"/>
                <a:ext cx="115560" cy="93600"/>
              </p14:xfrm>
            </p:contentPart>
          </mc:Choice>
          <mc:Fallback>
            <p:pic>
              <p:nvPicPr>
                <p:cNvPr id="27" name="Ink 26">
                  <a:extLst>
                    <a:ext uri="{FF2B5EF4-FFF2-40B4-BE49-F238E27FC236}">
                      <a16:creationId xmlns:a16="http://schemas.microsoft.com/office/drawing/2014/main" id="{B8A1D035-1852-2BDC-DE8F-4C91440A12D2}"/>
                    </a:ext>
                  </a:extLst>
                </p:cNvPr>
                <p:cNvPicPr/>
                <p:nvPr/>
              </p:nvPicPr>
              <p:blipFill>
                <a:blip r:embed="rId47"/>
                <a:stretch>
                  <a:fillRect/>
                </a:stretch>
              </p:blipFill>
              <p:spPr>
                <a:xfrm>
                  <a:off x="2912328" y="2298622"/>
                  <a:ext cx="1332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24C1B462-ABE2-E399-C06A-93F470D91503}"/>
                    </a:ext>
                  </a:extLst>
                </p14:cNvPr>
                <p14:cNvContentPartPr/>
                <p14:nvPr/>
              </p14:nvContentPartPr>
              <p14:xfrm>
                <a:off x="3063168" y="2281342"/>
                <a:ext cx="121680" cy="107640"/>
              </p14:xfrm>
            </p:contentPart>
          </mc:Choice>
          <mc:Fallback>
            <p:pic>
              <p:nvPicPr>
                <p:cNvPr id="28" name="Ink 27">
                  <a:extLst>
                    <a:ext uri="{FF2B5EF4-FFF2-40B4-BE49-F238E27FC236}">
                      <a16:creationId xmlns:a16="http://schemas.microsoft.com/office/drawing/2014/main" id="{24C1B462-ABE2-E399-C06A-93F470D91503}"/>
                    </a:ext>
                  </a:extLst>
                </p:cNvPr>
                <p:cNvPicPr/>
                <p:nvPr/>
              </p:nvPicPr>
              <p:blipFill>
                <a:blip r:embed="rId49"/>
                <a:stretch>
                  <a:fillRect/>
                </a:stretch>
              </p:blipFill>
              <p:spPr>
                <a:xfrm>
                  <a:off x="3054168" y="2272342"/>
                  <a:ext cx="1393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3968747D-146D-8054-A1D4-D47B025A3723}"/>
                    </a:ext>
                  </a:extLst>
                </p14:cNvPr>
                <p14:cNvContentPartPr/>
                <p14:nvPr/>
              </p14:nvContentPartPr>
              <p14:xfrm>
                <a:off x="3137688" y="2268742"/>
                <a:ext cx="2212920" cy="978840"/>
              </p14:xfrm>
            </p:contentPart>
          </mc:Choice>
          <mc:Fallback>
            <p:pic>
              <p:nvPicPr>
                <p:cNvPr id="30" name="Ink 29">
                  <a:extLst>
                    <a:ext uri="{FF2B5EF4-FFF2-40B4-BE49-F238E27FC236}">
                      <a16:creationId xmlns:a16="http://schemas.microsoft.com/office/drawing/2014/main" id="{3968747D-146D-8054-A1D4-D47B025A3723}"/>
                    </a:ext>
                  </a:extLst>
                </p:cNvPr>
                <p:cNvPicPr/>
                <p:nvPr/>
              </p:nvPicPr>
              <p:blipFill>
                <a:blip r:embed="rId51"/>
                <a:stretch>
                  <a:fillRect/>
                </a:stretch>
              </p:blipFill>
              <p:spPr>
                <a:xfrm>
                  <a:off x="3128688" y="2260102"/>
                  <a:ext cx="2230560" cy="996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9EBDBF36-63EB-B8F1-EDF7-D3F9098D0532}"/>
                    </a:ext>
                  </a:extLst>
                </p14:cNvPr>
                <p14:cNvContentPartPr/>
                <p14:nvPr/>
              </p14:nvContentPartPr>
              <p14:xfrm>
                <a:off x="5283648" y="3233902"/>
                <a:ext cx="95760" cy="32760"/>
              </p14:xfrm>
            </p:contentPart>
          </mc:Choice>
          <mc:Fallback>
            <p:pic>
              <p:nvPicPr>
                <p:cNvPr id="31" name="Ink 30">
                  <a:extLst>
                    <a:ext uri="{FF2B5EF4-FFF2-40B4-BE49-F238E27FC236}">
                      <a16:creationId xmlns:a16="http://schemas.microsoft.com/office/drawing/2014/main" id="{9EBDBF36-63EB-B8F1-EDF7-D3F9098D0532}"/>
                    </a:ext>
                  </a:extLst>
                </p:cNvPr>
                <p:cNvPicPr/>
                <p:nvPr/>
              </p:nvPicPr>
              <p:blipFill>
                <a:blip r:embed="rId53"/>
                <a:stretch>
                  <a:fillRect/>
                </a:stretch>
              </p:blipFill>
              <p:spPr>
                <a:xfrm>
                  <a:off x="5275008" y="3224902"/>
                  <a:ext cx="11340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7F8F58BE-45F4-623A-60BD-B07FE11C8EF7}"/>
                    </a:ext>
                  </a:extLst>
                </p14:cNvPr>
                <p14:cNvContentPartPr/>
                <p14:nvPr/>
              </p14:nvContentPartPr>
              <p14:xfrm>
                <a:off x="5019048" y="3287902"/>
                <a:ext cx="1835280" cy="1162800"/>
              </p14:xfrm>
            </p:contentPart>
          </mc:Choice>
          <mc:Fallback>
            <p:pic>
              <p:nvPicPr>
                <p:cNvPr id="32" name="Ink 31">
                  <a:extLst>
                    <a:ext uri="{FF2B5EF4-FFF2-40B4-BE49-F238E27FC236}">
                      <a16:creationId xmlns:a16="http://schemas.microsoft.com/office/drawing/2014/main" id="{7F8F58BE-45F4-623A-60BD-B07FE11C8EF7}"/>
                    </a:ext>
                  </a:extLst>
                </p:cNvPr>
                <p:cNvPicPr/>
                <p:nvPr/>
              </p:nvPicPr>
              <p:blipFill>
                <a:blip r:embed="rId55"/>
                <a:stretch>
                  <a:fillRect/>
                </a:stretch>
              </p:blipFill>
              <p:spPr>
                <a:xfrm>
                  <a:off x="5010408" y="3279262"/>
                  <a:ext cx="1852920" cy="1180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3" name="Ink 32">
                  <a:extLst>
                    <a:ext uri="{FF2B5EF4-FFF2-40B4-BE49-F238E27FC236}">
                      <a16:creationId xmlns:a16="http://schemas.microsoft.com/office/drawing/2014/main" id="{2B9BEB55-B2E4-0E9B-B035-C391F181D032}"/>
                    </a:ext>
                  </a:extLst>
                </p14:cNvPr>
                <p14:cNvContentPartPr/>
                <p14:nvPr/>
              </p14:nvContentPartPr>
              <p14:xfrm>
                <a:off x="5044248" y="3620902"/>
                <a:ext cx="2005920" cy="74520"/>
              </p14:xfrm>
            </p:contentPart>
          </mc:Choice>
          <mc:Fallback>
            <p:pic>
              <p:nvPicPr>
                <p:cNvPr id="33" name="Ink 32">
                  <a:extLst>
                    <a:ext uri="{FF2B5EF4-FFF2-40B4-BE49-F238E27FC236}">
                      <a16:creationId xmlns:a16="http://schemas.microsoft.com/office/drawing/2014/main" id="{2B9BEB55-B2E4-0E9B-B035-C391F181D032}"/>
                    </a:ext>
                  </a:extLst>
                </p:cNvPr>
                <p:cNvPicPr/>
                <p:nvPr/>
              </p:nvPicPr>
              <p:blipFill>
                <a:blip r:embed="rId57"/>
                <a:stretch>
                  <a:fillRect/>
                </a:stretch>
              </p:blipFill>
              <p:spPr>
                <a:xfrm>
                  <a:off x="5035608" y="3611902"/>
                  <a:ext cx="20235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4" name="Ink 33">
                  <a:extLst>
                    <a:ext uri="{FF2B5EF4-FFF2-40B4-BE49-F238E27FC236}">
                      <a16:creationId xmlns:a16="http://schemas.microsoft.com/office/drawing/2014/main" id="{196821BC-F294-E694-3DF2-E11EBA3C0B94}"/>
                    </a:ext>
                  </a:extLst>
                </p14:cNvPr>
                <p14:cNvContentPartPr/>
                <p14:nvPr/>
              </p14:nvContentPartPr>
              <p14:xfrm>
                <a:off x="5451408" y="3373942"/>
                <a:ext cx="37440" cy="807840"/>
              </p14:xfrm>
            </p:contentPart>
          </mc:Choice>
          <mc:Fallback>
            <p:pic>
              <p:nvPicPr>
                <p:cNvPr id="34" name="Ink 33">
                  <a:extLst>
                    <a:ext uri="{FF2B5EF4-FFF2-40B4-BE49-F238E27FC236}">
                      <a16:creationId xmlns:a16="http://schemas.microsoft.com/office/drawing/2014/main" id="{196821BC-F294-E694-3DF2-E11EBA3C0B94}"/>
                    </a:ext>
                  </a:extLst>
                </p:cNvPr>
                <p:cNvPicPr/>
                <p:nvPr/>
              </p:nvPicPr>
              <p:blipFill>
                <a:blip r:embed="rId59"/>
                <a:stretch>
                  <a:fillRect/>
                </a:stretch>
              </p:blipFill>
              <p:spPr>
                <a:xfrm>
                  <a:off x="5442768" y="3365302"/>
                  <a:ext cx="55080" cy="825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5" name="Ink 34">
                  <a:extLst>
                    <a:ext uri="{FF2B5EF4-FFF2-40B4-BE49-F238E27FC236}">
                      <a16:creationId xmlns:a16="http://schemas.microsoft.com/office/drawing/2014/main" id="{E1495060-CAFA-C834-FDC6-650904ACC4CE}"/>
                    </a:ext>
                  </a:extLst>
                </p14:cNvPr>
                <p14:cNvContentPartPr/>
                <p14:nvPr/>
              </p14:nvContentPartPr>
              <p14:xfrm>
                <a:off x="5965128" y="3326062"/>
                <a:ext cx="98640" cy="980280"/>
              </p14:xfrm>
            </p:contentPart>
          </mc:Choice>
          <mc:Fallback>
            <p:pic>
              <p:nvPicPr>
                <p:cNvPr id="35" name="Ink 34">
                  <a:extLst>
                    <a:ext uri="{FF2B5EF4-FFF2-40B4-BE49-F238E27FC236}">
                      <a16:creationId xmlns:a16="http://schemas.microsoft.com/office/drawing/2014/main" id="{E1495060-CAFA-C834-FDC6-650904ACC4CE}"/>
                    </a:ext>
                  </a:extLst>
                </p:cNvPr>
                <p:cNvPicPr/>
                <p:nvPr/>
              </p:nvPicPr>
              <p:blipFill>
                <a:blip r:embed="rId61"/>
                <a:stretch>
                  <a:fillRect/>
                </a:stretch>
              </p:blipFill>
              <p:spPr>
                <a:xfrm>
                  <a:off x="5956128" y="3317422"/>
                  <a:ext cx="116280" cy="9979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7B8E7018-3EF0-7A52-5FB0-CAAF42DE545A}"/>
                    </a:ext>
                  </a:extLst>
                </p14:cNvPr>
                <p14:cNvContentPartPr/>
                <p14:nvPr/>
              </p14:nvContentPartPr>
              <p14:xfrm>
                <a:off x="6369768" y="3446302"/>
                <a:ext cx="110160" cy="888120"/>
              </p14:xfrm>
            </p:contentPart>
          </mc:Choice>
          <mc:Fallback>
            <p:pic>
              <p:nvPicPr>
                <p:cNvPr id="36" name="Ink 35">
                  <a:extLst>
                    <a:ext uri="{FF2B5EF4-FFF2-40B4-BE49-F238E27FC236}">
                      <a16:creationId xmlns:a16="http://schemas.microsoft.com/office/drawing/2014/main" id="{7B8E7018-3EF0-7A52-5FB0-CAAF42DE545A}"/>
                    </a:ext>
                  </a:extLst>
                </p:cNvPr>
                <p:cNvPicPr/>
                <p:nvPr/>
              </p:nvPicPr>
              <p:blipFill>
                <a:blip r:embed="rId63"/>
                <a:stretch>
                  <a:fillRect/>
                </a:stretch>
              </p:blipFill>
              <p:spPr>
                <a:xfrm>
                  <a:off x="6361128" y="3437302"/>
                  <a:ext cx="127800" cy="9057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96C99F14-618C-2065-52E5-17D098B8DD61}"/>
                    </a:ext>
                  </a:extLst>
                </p14:cNvPr>
                <p14:cNvContentPartPr/>
                <p14:nvPr/>
              </p14:nvContentPartPr>
              <p14:xfrm>
                <a:off x="5191128" y="3447022"/>
                <a:ext cx="80280" cy="128520"/>
              </p14:xfrm>
            </p:contentPart>
          </mc:Choice>
          <mc:Fallback>
            <p:pic>
              <p:nvPicPr>
                <p:cNvPr id="38" name="Ink 37">
                  <a:extLst>
                    <a:ext uri="{FF2B5EF4-FFF2-40B4-BE49-F238E27FC236}">
                      <a16:creationId xmlns:a16="http://schemas.microsoft.com/office/drawing/2014/main" id="{96C99F14-618C-2065-52E5-17D098B8DD61}"/>
                    </a:ext>
                  </a:extLst>
                </p:cNvPr>
                <p:cNvPicPr/>
                <p:nvPr/>
              </p:nvPicPr>
              <p:blipFill>
                <a:blip r:embed="rId65"/>
                <a:stretch>
                  <a:fillRect/>
                </a:stretch>
              </p:blipFill>
              <p:spPr>
                <a:xfrm>
                  <a:off x="5182488" y="3438382"/>
                  <a:ext cx="979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42E16941-45D8-B9B2-456F-DE8C71B443A4}"/>
                    </a:ext>
                  </a:extLst>
                </p14:cNvPr>
                <p14:cNvContentPartPr/>
                <p14:nvPr/>
              </p14:nvContentPartPr>
              <p14:xfrm>
                <a:off x="5283648" y="3518302"/>
                <a:ext cx="77040" cy="102600"/>
              </p14:xfrm>
            </p:contentPart>
          </mc:Choice>
          <mc:Fallback>
            <p:pic>
              <p:nvPicPr>
                <p:cNvPr id="39" name="Ink 38">
                  <a:extLst>
                    <a:ext uri="{FF2B5EF4-FFF2-40B4-BE49-F238E27FC236}">
                      <a16:creationId xmlns:a16="http://schemas.microsoft.com/office/drawing/2014/main" id="{42E16941-45D8-B9B2-456F-DE8C71B443A4}"/>
                    </a:ext>
                  </a:extLst>
                </p:cNvPr>
                <p:cNvPicPr/>
                <p:nvPr/>
              </p:nvPicPr>
              <p:blipFill>
                <a:blip r:embed="rId67"/>
                <a:stretch>
                  <a:fillRect/>
                </a:stretch>
              </p:blipFill>
              <p:spPr>
                <a:xfrm>
                  <a:off x="5275008" y="3509662"/>
                  <a:ext cx="9468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31E96154-6AF0-BE0F-D372-B064F726D67B}"/>
                    </a:ext>
                  </a:extLst>
                </p14:cNvPr>
                <p14:cNvContentPartPr/>
                <p14:nvPr/>
              </p14:nvContentPartPr>
              <p14:xfrm>
                <a:off x="5541408" y="3479422"/>
                <a:ext cx="76320" cy="160560"/>
              </p14:xfrm>
            </p:contentPart>
          </mc:Choice>
          <mc:Fallback>
            <p:pic>
              <p:nvPicPr>
                <p:cNvPr id="40" name="Ink 39">
                  <a:extLst>
                    <a:ext uri="{FF2B5EF4-FFF2-40B4-BE49-F238E27FC236}">
                      <a16:creationId xmlns:a16="http://schemas.microsoft.com/office/drawing/2014/main" id="{31E96154-6AF0-BE0F-D372-B064F726D67B}"/>
                    </a:ext>
                  </a:extLst>
                </p:cNvPr>
                <p:cNvPicPr/>
                <p:nvPr/>
              </p:nvPicPr>
              <p:blipFill>
                <a:blip r:embed="rId69"/>
                <a:stretch>
                  <a:fillRect/>
                </a:stretch>
              </p:blipFill>
              <p:spPr>
                <a:xfrm>
                  <a:off x="5532768" y="3470422"/>
                  <a:ext cx="9396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394899AC-50D1-4D1D-AC80-D6381F75368C}"/>
                    </a:ext>
                  </a:extLst>
                </p14:cNvPr>
                <p14:cNvContentPartPr/>
                <p14:nvPr/>
              </p14:nvContentPartPr>
              <p14:xfrm>
                <a:off x="5664528" y="3465742"/>
                <a:ext cx="27000" cy="122760"/>
              </p14:xfrm>
            </p:contentPart>
          </mc:Choice>
          <mc:Fallback>
            <p:pic>
              <p:nvPicPr>
                <p:cNvPr id="41" name="Ink 40">
                  <a:extLst>
                    <a:ext uri="{FF2B5EF4-FFF2-40B4-BE49-F238E27FC236}">
                      <a16:creationId xmlns:a16="http://schemas.microsoft.com/office/drawing/2014/main" id="{394899AC-50D1-4D1D-AC80-D6381F75368C}"/>
                    </a:ext>
                  </a:extLst>
                </p:cNvPr>
                <p:cNvPicPr/>
                <p:nvPr/>
              </p:nvPicPr>
              <p:blipFill>
                <a:blip r:embed="rId71"/>
                <a:stretch>
                  <a:fillRect/>
                </a:stretch>
              </p:blipFill>
              <p:spPr>
                <a:xfrm>
                  <a:off x="5655528" y="3457102"/>
                  <a:ext cx="446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AC4D04A9-F8BA-7F39-81C2-0F8F43E72612}"/>
                    </a:ext>
                  </a:extLst>
                </p14:cNvPr>
                <p14:cNvContentPartPr/>
                <p14:nvPr/>
              </p14:nvContentPartPr>
              <p14:xfrm>
                <a:off x="5665248" y="3541342"/>
                <a:ext cx="195480" cy="118080"/>
              </p14:xfrm>
            </p:contentPart>
          </mc:Choice>
          <mc:Fallback>
            <p:pic>
              <p:nvPicPr>
                <p:cNvPr id="42" name="Ink 41">
                  <a:extLst>
                    <a:ext uri="{FF2B5EF4-FFF2-40B4-BE49-F238E27FC236}">
                      <a16:creationId xmlns:a16="http://schemas.microsoft.com/office/drawing/2014/main" id="{AC4D04A9-F8BA-7F39-81C2-0F8F43E72612}"/>
                    </a:ext>
                  </a:extLst>
                </p:cNvPr>
                <p:cNvPicPr/>
                <p:nvPr/>
              </p:nvPicPr>
              <p:blipFill>
                <a:blip r:embed="rId73"/>
                <a:stretch>
                  <a:fillRect/>
                </a:stretch>
              </p:blipFill>
              <p:spPr>
                <a:xfrm>
                  <a:off x="5656608" y="3532342"/>
                  <a:ext cx="21312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64EE8CD0-56FA-D54C-8857-17C9BE3948EF}"/>
                    </a:ext>
                  </a:extLst>
                </p14:cNvPr>
                <p14:cNvContentPartPr/>
                <p14:nvPr/>
              </p14:nvContentPartPr>
              <p14:xfrm>
                <a:off x="6038568" y="3468622"/>
                <a:ext cx="108360" cy="144000"/>
              </p14:xfrm>
            </p:contentPart>
          </mc:Choice>
          <mc:Fallback>
            <p:pic>
              <p:nvPicPr>
                <p:cNvPr id="43" name="Ink 42">
                  <a:extLst>
                    <a:ext uri="{FF2B5EF4-FFF2-40B4-BE49-F238E27FC236}">
                      <a16:creationId xmlns:a16="http://schemas.microsoft.com/office/drawing/2014/main" id="{64EE8CD0-56FA-D54C-8857-17C9BE3948EF}"/>
                    </a:ext>
                  </a:extLst>
                </p:cNvPr>
                <p:cNvPicPr/>
                <p:nvPr/>
              </p:nvPicPr>
              <p:blipFill>
                <a:blip r:embed="rId75"/>
                <a:stretch>
                  <a:fillRect/>
                </a:stretch>
              </p:blipFill>
              <p:spPr>
                <a:xfrm>
                  <a:off x="6029928" y="3459982"/>
                  <a:ext cx="1260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8063B342-2073-767B-5594-C56B66366F7B}"/>
                    </a:ext>
                  </a:extLst>
                </p14:cNvPr>
                <p14:cNvContentPartPr/>
                <p14:nvPr/>
              </p14:nvContentPartPr>
              <p14:xfrm>
                <a:off x="6492888" y="3447382"/>
                <a:ext cx="109080" cy="129600"/>
              </p14:xfrm>
            </p:contentPart>
          </mc:Choice>
          <mc:Fallback>
            <p:pic>
              <p:nvPicPr>
                <p:cNvPr id="45" name="Ink 44">
                  <a:extLst>
                    <a:ext uri="{FF2B5EF4-FFF2-40B4-BE49-F238E27FC236}">
                      <a16:creationId xmlns:a16="http://schemas.microsoft.com/office/drawing/2014/main" id="{8063B342-2073-767B-5594-C56B66366F7B}"/>
                    </a:ext>
                  </a:extLst>
                </p:cNvPr>
                <p:cNvPicPr/>
                <p:nvPr/>
              </p:nvPicPr>
              <p:blipFill>
                <a:blip r:embed="rId77"/>
                <a:stretch>
                  <a:fillRect/>
                </a:stretch>
              </p:blipFill>
              <p:spPr>
                <a:xfrm>
                  <a:off x="6483888" y="3438742"/>
                  <a:ext cx="1267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34E94E21-F3BF-ABF6-89C1-73E05F3D2B1F}"/>
                    </a:ext>
                  </a:extLst>
                </p14:cNvPr>
                <p14:cNvContentPartPr/>
                <p14:nvPr/>
              </p14:nvContentPartPr>
              <p14:xfrm>
                <a:off x="6633648" y="3534862"/>
                <a:ext cx="139320" cy="35280"/>
              </p14:xfrm>
            </p:contentPart>
          </mc:Choice>
          <mc:Fallback>
            <p:pic>
              <p:nvPicPr>
                <p:cNvPr id="46" name="Ink 45">
                  <a:extLst>
                    <a:ext uri="{FF2B5EF4-FFF2-40B4-BE49-F238E27FC236}">
                      <a16:creationId xmlns:a16="http://schemas.microsoft.com/office/drawing/2014/main" id="{34E94E21-F3BF-ABF6-89C1-73E05F3D2B1F}"/>
                    </a:ext>
                  </a:extLst>
                </p:cNvPr>
                <p:cNvPicPr/>
                <p:nvPr/>
              </p:nvPicPr>
              <p:blipFill>
                <a:blip r:embed="rId79"/>
                <a:stretch>
                  <a:fillRect/>
                </a:stretch>
              </p:blipFill>
              <p:spPr>
                <a:xfrm>
                  <a:off x="6625008" y="3525862"/>
                  <a:ext cx="15696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4056995F-9EDC-3257-366B-508588924C18}"/>
                    </a:ext>
                  </a:extLst>
                </p14:cNvPr>
                <p14:cNvContentPartPr/>
                <p14:nvPr/>
              </p14:nvContentPartPr>
              <p14:xfrm>
                <a:off x="5002488" y="3773542"/>
                <a:ext cx="1776600" cy="68400"/>
              </p14:xfrm>
            </p:contentPart>
          </mc:Choice>
          <mc:Fallback>
            <p:pic>
              <p:nvPicPr>
                <p:cNvPr id="47" name="Ink 46">
                  <a:extLst>
                    <a:ext uri="{FF2B5EF4-FFF2-40B4-BE49-F238E27FC236}">
                      <a16:creationId xmlns:a16="http://schemas.microsoft.com/office/drawing/2014/main" id="{4056995F-9EDC-3257-366B-508588924C18}"/>
                    </a:ext>
                  </a:extLst>
                </p:cNvPr>
                <p:cNvPicPr/>
                <p:nvPr/>
              </p:nvPicPr>
              <p:blipFill>
                <a:blip r:embed="rId81"/>
                <a:stretch>
                  <a:fillRect/>
                </a:stretch>
              </p:blipFill>
              <p:spPr>
                <a:xfrm>
                  <a:off x="4993848" y="3764902"/>
                  <a:ext cx="179424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46E0C4EB-073F-D656-6D06-ED5D06645562}"/>
                    </a:ext>
                  </a:extLst>
                </p14:cNvPr>
                <p14:cNvContentPartPr/>
                <p14:nvPr/>
              </p14:nvContentPartPr>
              <p14:xfrm>
                <a:off x="5216328" y="4055062"/>
                <a:ext cx="1709640" cy="64080"/>
              </p14:xfrm>
            </p:contentPart>
          </mc:Choice>
          <mc:Fallback>
            <p:pic>
              <p:nvPicPr>
                <p:cNvPr id="48" name="Ink 47">
                  <a:extLst>
                    <a:ext uri="{FF2B5EF4-FFF2-40B4-BE49-F238E27FC236}">
                      <a16:creationId xmlns:a16="http://schemas.microsoft.com/office/drawing/2014/main" id="{46E0C4EB-073F-D656-6D06-ED5D06645562}"/>
                    </a:ext>
                  </a:extLst>
                </p:cNvPr>
                <p:cNvPicPr/>
                <p:nvPr/>
              </p:nvPicPr>
              <p:blipFill>
                <a:blip r:embed="rId83"/>
                <a:stretch>
                  <a:fillRect/>
                </a:stretch>
              </p:blipFill>
              <p:spPr>
                <a:xfrm>
                  <a:off x="5207328" y="4046062"/>
                  <a:ext cx="1727280" cy="81720"/>
                </a:xfrm>
                <a:prstGeom prst="rect">
                  <a:avLst/>
                </a:prstGeom>
              </p:spPr>
            </p:pic>
          </mc:Fallback>
        </mc:AlternateContent>
      </p:grpSp>
      <p:grpSp>
        <p:nvGrpSpPr>
          <p:cNvPr id="64" name="Group 63">
            <a:extLst>
              <a:ext uri="{FF2B5EF4-FFF2-40B4-BE49-F238E27FC236}">
                <a16:creationId xmlns:a16="http://schemas.microsoft.com/office/drawing/2014/main" id="{C456F0AC-453D-7F19-B4EF-27FF1705ED37}"/>
              </a:ext>
            </a:extLst>
          </p:cNvPr>
          <p:cNvGrpSpPr/>
          <p:nvPr/>
        </p:nvGrpSpPr>
        <p:grpSpPr>
          <a:xfrm>
            <a:off x="5816808" y="675382"/>
            <a:ext cx="2491920" cy="799920"/>
            <a:chOff x="5816808" y="675382"/>
            <a:chExt cx="2491920" cy="799920"/>
          </a:xfrm>
        </p:grpSpPr>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CBEC24E2-9285-59AC-F997-92DC9230BFFB}"/>
                    </a:ext>
                  </a:extLst>
                </p14:cNvPr>
                <p14:cNvContentPartPr/>
                <p14:nvPr/>
              </p14:nvContentPartPr>
              <p14:xfrm>
                <a:off x="6246648" y="962302"/>
                <a:ext cx="12960" cy="204120"/>
              </p14:xfrm>
            </p:contentPart>
          </mc:Choice>
          <mc:Fallback>
            <p:pic>
              <p:nvPicPr>
                <p:cNvPr id="50" name="Ink 49">
                  <a:extLst>
                    <a:ext uri="{FF2B5EF4-FFF2-40B4-BE49-F238E27FC236}">
                      <a16:creationId xmlns:a16="http://schemas.microsoft.com/office/drawing/2014/main" id="{CBEC24E2-9285-59AC-F997-92DC9230BFFB}"/>
                    </a:ext>
                  </a:extLst>
                </p:cNvPr>
                <p:cNvPicPr/>
                <p:nvPr/>
              </p:nvPicPr>
              <p:blipFill>
                <a:blip r:embed="rId85"/>
                <a:stretch>
                  <a:fillRect/>
                </a:stretch>
              </p:blipFill>
              <p:spPr>
                <a:xfrm>
                  <a:off x="6238008" y="953662"/>
                  <a:ext cx="306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B984970E-9EC1-59C5-3613-64B39A5C2E79}"/>
                    </a:ext>
                  </a:extLst>
                </p14:cNvPr>
                <p14:cNvContentPartPr/>
                <p14:nvPr/>
              </p14:nvContentPartPr>
              <p14:xfrm>
                <a:off x="6204168" y="1002262"/>
                <a:ext cx="215280" cy="152640"/>
              </p14:xfrm>
            </p:contentPart>
          </mc:Choice>
          <mc:Fallback>
            <p:pic>
              <p:nvPicPr>
                <p:cNvPr id="51" name="Ink 50">
                  <a:extLst>
                    <a:ext uri="{FF2B5EF4-FFF2-40B4-BE49-F238E27FC236}">
                      <a16:creationId xmlns:a16="http://schemas.microsoft.com/office/drawing/2014/main" id="{B984970E-9EC1-59C5-3613-64B39A5C2E79}"/>
                    </a:ext>
                  </a:extLst>
                </p:cNvPr>
                <p:cNvPicPr/>
                <p:nvPr/>
              </p:nvPicPr>
              <p:blipFill>
                <a:blip r:embed="rId87"/>
                <a:stretch>
                  <a:fillRect/>
                </a:stretch>
              </p:blipFill>
              <p:spPr>
                <a:xfrm>
                  <a:off x="6195528" y="993262"/>
                  <a:ext cx="2329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72B0130B-8933-92A9-F880-3D590557131A}"/>
                    </a:ext>
                  </a:extLst>
                </p14:cNvPr>
                <p14:cNvContentPartPr/>
                <p14:nvPr/>
              </p14:nvContentPartPr>
              <p14:xfrm>
                <a:off x="6511248" y="1027822"/>
                <a:ext cx="18360" cy="118440"/>
              </p14:xfrm>
            </p:contentPart>
          </mc:Choice>
          <mc:Fallback>
            <p:pic>
              <p:nvPicPr>
                <p:cNvPr id="52" name="Ink 51">
                  <a:extLst>
                    <a:ext uri="{FF2B5EF4-FFF2-40B4-BE49-F238E27FC236}">
                      <a16:creationId xmlns:a16="http://schemas.microsoft.com/office/drawing/2014/main" id="{72B0130B-8933-92A9-F880-3D590557131A}"/>
                    </a:ext>
                  </a:extLst>
                </p:cNvPr>
                <p:cNvPicPr/>
                <p:nvPr/>
              </p:nvPicPr>
              <p:blipFill>
                <a:blip r:embed="rId89"/>
                <a:stretch>
                  <a:fillRect/>
                </a:stretch>
              </p:blipFill>
              <p:spPr>
                <a:xfrm>
                  <a:off x="6502248" y="1019182"/>
                  <a:ext cx="360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4FE189D9-AA84-4E44-B912-5264ED11AD3B}"/>
                    </a:ext>
                  </a:extLst>
                </p14:cNvPr>
                <p14:cNvContentPartPr/>
                <p14:nvPr/>
              </p14:nvContentPartPr>
              <p14:xfrm>
                <a:off x="6504768" y="946462"/>
                <a:ext cx="121320" cy="199440"/>
              </p14:xfrm>
            </p:contentPart>
          </mc:Choice>
          <mc:Fallback>
            <p:pic>
              <p:nvPicPr>
                <p:cNvPr id="53" name="Ink 52">
                  <a:extLst>
                    <a:ext uri="{FF2B5EF4-FFF2-40B4-BE49-F238E27FC236}">
                      <a16:creationId xmlns:a16="http://schemas.microsoft.com/office/drawing/2014/main" id="{4FE189D9-AA84-4E44-B912-5264ED11AD3B}"/>
                    </a:ext>
                  </a:extLst>
                </p:cNvPr>
                <p:cNvPicPr/>
                <p:nvPr/>
              </p:nvPicPr>
              <p:blipFill>
                <a:blip r:embed="rId91"/>
                <a:stretch>
                  <a:fillRect/>
                </a:stretch>
              </p:blipFill>
              <p:spPr>
                <a:xfrm>
                  <a:off x="6496128" y="937462"/>
                  <a:ext cx="1389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B1042CAE-8512-1206-745B-465C962A6A92}"/>
                    </a:ext>
                  </a:extLst>
                </p14:cNvPr>
                <p14:cNvContentPartPr/>
                <p14:nvPr/>
              </p14:nvContentPartPr>
              <p14:xfrm>
                <a:off x="6695208" y="934942"/>
                <a:ext cx="140040" cy="217080"/>
              </p14:xfrm>
            </p:contentPart>
          </mc:Choice>
          <mc:Fallback>
            <p:pic>
              <p:nvPicPr>
                <p:cNvPr id="54" name="Ink 53">
                  <a:extLst>
                    <a:ext uri="{FF2B5EF4-FFF2-40B4-BE49-F238E27FC236}">
                      <a16:creationId xmlns:a16="http://schemas.microsoft.com/office/drawing/2014/main" id="{B1042CAE-8512-1206-745B-465C962A6A92}"/>
                    </a:ext>
                  </a:extLst>
                </p:cNvPr>
                <p:cNvPicPr/>
                <p:nvPr/>
              </p:nvPicPr>
              <p:blipFill>
                <a:blip r:embed="rId93"/>
                <a:stretch>
                  <a:fillRect/>
                </a:stretch>
              </p:blipFill>
              <p:spPr>
                <a:xfrm>
                  <a:off x="6686568" y="926302"/>
                  <a:ext cx="15768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60AB8D39-680C-BABE-DE5D-863E1A4B8577}"/>
                    </a:ext>
                  </a:extLst>
                </p14:cNvPr>
                <p14:cNvContentPartPr/>
                <p14:nvPr/>
              </p14:nvContentPartPr>
              <p14:xfrm>
                <a:off x="6947928" y="1028182"/>
                <a:ext cx="109080" cy="9000"/>
              </p14:xfrm>
            </p:contentPart>
          </mc:Choice>
          <mc:Fallback>
            <p:pic>
              <p:nvPicPr>
                <p:cNvPr id="55" name="Ink 54">
                  <a:extLst>
                    <a:ext uri="{FF2B5EF4-FFF2-40B4-BE49-F238E27FC236}">
                      <a16:creationId xmlns:a16="http://schemas.microsoft.com/office/drawing/2014/main" id="{60AB8D39-680C-BABE-DE5D-863E1A4B8577}"/>
                    </a:ext>
                  </a:extLst>
                </p:cNvPr>
                <p:cNvPicPr/>
                <p:nvPr/>
              </p:nvPicPr>
              <p:blipFill>
                <a:blip r:embed="rId95"/>
                <a:stretch>
                  <a:fillRect/>
                </a:stretch>
              </p:blipFill>
              <p:spPr>
                <a:xfrm>
                  <a:off x="6938928" y="1019542"/>
                  <a:ext cx="1267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2AF641C8-77EB-1EDE-8B90-79CAF79844B0}"/>
                    </a:ext>
                  </a:extLst>
                </p14:cNvPr>
                <p14:cNvContentPartPr/>
                <p14:nvPr/>
              </p14:nvContentPartPr>
              <p14:xfrm>
                <a:off x="6990048" y="974182"/>
                <a:ext cx="49320" cy="156600"/>
              </p14:xfrm>
            </p:contentPart>
          </mc:Choice>
          <mc:Fallback>
            <p:pic>
              <p:nvPicPr>
                <p:cNvPr id="56" name="Ink 55">
                  <a:extLst>
                    <a:ext uri="{FF2B5EF4-FFF2-40B4-BE49-F238E27FC236}">
                      <a16:creationId xmlns:a16="http://schemas.microsoft.com/office/drawing/2014/main" id="{2AF641C8-77EB-1EDE-8B90-79CAF79844B0}"/>
                    </a:ext>
                  </a:extLst>
                </p:cNvPr>
                <p:cNvPicPr/>
                <p:nvPr/>
              </p:nvPicPr>
              <p:blipFill>
                <a:blip r:embed="rId97"/>
                <a:stretch>
                  <a:fillRect/>
                </a:stretch>
              </p:blipFill>
              <p:spPr>
                <a:xfrm>
                  <a:off x="6981408" y="965182"/>
                  <a:ext cx="6696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163D2E4B-634A-9593-7EA3-009BCAA4E054}"/>
                    </a:ext>
                  </a:extLst>
                </p14:cNvPr>
                <p14:cNvContentPartPr/>
                <p14:nvPr/>
              </p14:nvContentPartPr>
              <p14:xfrm>
                <a:off x="7204608" y="995062"/>
                <a:ext cx="18720" cy="155520"/>
              </p14:xfrm>
            </p:contentPart>
          </mc:Choice>
          <mc:Fallback>
            <p:pic>
              <p:nvPicPr>
                <p:cNvPr id="57" name="Ink 56">
                  <a:extLst>
                    <a:ext uri="{FF2B5EF4-FFF2-40B4-BE49-F238E27FC236}">
                      <a16:creationId xmlns:a16="http://schemas.microsoft.com/office/drawing/2014/main" id="{163D2E4B-634A-9593-7EA3-009BCAA4E054}"/>
                    </a:ext>
                  </a:extLst>
                </p:cNvPr>
                <p:cNvPicPr/>
                <p:nvPr/>
              </p:nvPicPr>
              <p:blipFill>
                <a:blip r:embed="rId99"/>
                <a:stretch>
                  <a:fillRect/>
                </a:stretch>
              </p:blipFill>
              <p:spPr>
                <a:xfrm>
                  <a:off x="7195968" y="986062"/>
                  <a:ext cx="363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5FD04546-7976-6217-07AB-9998D566D8C8}"/>
                    </a:ext>
                  </a:extLst>
                </p14:cNvPr>
                <p14:cNvContentPartPr/>
                <p14:nvPr/>
              </p14:nvContentPartPr>
              <p14:xfrm>
                <a:off x="7333128" y="993982"/>
                <a:ext cx="16560" cy="162720"/>
              </p14:xfrm>
            </p:contentPart>
          </mc:Choice>
          <mc:Fallback>
            <p:pic>
              <p:nvPicPr>
                <p:cNvPr id="58" name="Ink 57">
                  <a:extLst>
                    <a:ext uri="{FF2B5EF4-FFF2-40B4-BE49-F238E27FC236}">
                      <a16:creationId xmlns:a16="http://schemas.microsoft.com/office/drawing/2014/main" id="{5FD04546-7976-6217-07AB-9998D566D8C8}"/>
                    </a:ext>
                  </a:extLst>
                </p:cNvPr>
                <p:cNvPicPr/>
                <p:nvPr/>
              </p:nvPicPr>
              <p:blipFill>
                <a:blip r:embed="rId101"/>
                <a:stretch>
                  <a:fillRect/>
                </a:stretch>
              </p:blipFill>
              <p:spPr>
                <a:xfrm>
                  <a:off x="7324128" y="984982"/>
                  <a:ext cx="342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7A52E704-3D96-3AB3-C1D9-B518856917B9}"/>
                    </a:ext>
                  </a:extLst>
                </p14:cNvPr>
                <p14:cNvContentPartPr/>
                <p14:nvPr/>
              </p14:nvContentPartPr>
              <p14:xfrm>
                <a:off x="7276968" y="996142"/>
                <a:ext cx="125280" cy="28800"/>
              </p14:xfrm>
            </p:contentPart>
          </mc:Choice>
          <mc:Fallback>
            <p:pic>
              <p:nvPicPr>
                <p:cNvPr id="59" name="Ink 58">
                  <a:extLst>
                    <a:ext uri="{FF2B5EF4-FFF2-40B4-BE49-F238E27FC236}">
                      <a16:creationId xmlns:a16="http://schemas.microsoft.com/office/drawing/2014/main" id="{7A52E704-3D96-3AB3-C1D9-B518856917B9}"/>
                    </a:ext>
                  </a:extLst>
                </p:cNvPr>
                <p:cNvPicPr/>
                <p:nvPr/>
              </p:nvPicPr>
              <p:blipFill>
                <a:blip r:embed="rId103"/>
                <a:stretch>
                  <a:fillRect/>
                </a:stretch>
              </p:blipFill>
              <p:spPr>
                <a:xfrm>
                  <a:off x="7267968" y="987142"/>
                  <a:ext cx="14292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08C89A1D-143E-6DB5-2268-D435B17B2731}"/>
                    </a:ext>
                  </a:extLst>
                </p14:cNvPr>
                <p14:cNvContentPartPr/>
                <p14:nvPr/>
              </p14:nvContentPartPr>
              <p14:xfrm>
                <a:off x="7481448" y="1009102"/>
                <a:ext cx="71280" cy="138960"/>
              </p14:xfrm>
            </p:contentPart>
          </mc:Choice>
          <mc:Fallback>
            <p:pic>
              <p:nvPicPr>
                <p:cNvPr id="60" name="Ink 59">
                  <a:extLst>
                    <a:ext uri="{FF2B5EF4-FFF2-40B4-BE49-F238E27FC236}">
                      <a16:creationId xmlns:a16="http://schemas.microsoft.com/office/drawing/2014/main" id="{08C89A1D-143E-6DB5-2268-D435B17B2731}"/>
                    </a:ext>
                  </a:extLst>
                </p:cNvPr>
                <p:cNvPicPr/>
                <p:nvPr/>
              </p:nvPicPr>
              <p:blipFill>
                <a:blip r:embed="rId105"/>
                <a:stretch>
                  <a:fillRect/>
                </a:stretch>
              </p:blipFill>
              <p:spPr>
                <a:xfrm>
                  <a:off x="7472448" y="1000462"/>
                  <a:ext cx="889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1" name="Ink 60">
                  <a:extLst>
                    <a:ext uri="{FF2B5EF4-FFF2-40B4-BE49-F238E27FC236}">
                      <a16:creationId xmlns:a16="http://schemas.microsoft.com/office/drawing/2014/main" id="{5687CB67-3707-B5E9-0C85-5EB1ED6BEFB8}"/>
                    </a:ext>
                  </a:extLst>
                </p14:cNvPr>
                <p14:cNvContentPartPr/>
                <p14:nvPr/>
              </p14:nvContentPartPr>
              <p14:xfrm>
                <a:off x="7496568" y="1077142"/>
                <a:ext cx="36360" cy="15120"/>
              </p14:xfrm>
            </p:contentPart>
          </mc:Choice>
          <mc:Fallback>
            <p:pic>
              <p:nvPicPr>
                <p:cNvPr id="61" name="Ink 60">
                  <a:extLst>
                    <a:ext uri="{FF2B5EF4-FFF2-40B4-BE49-F238E27FC236}">
                      <a16:creationId xmlns:a16="http://schemas.microsoft.com/office/drawing/2014/main" id="{5687CB67-3707-B5E9-0C85-5EB1ED6BEFB8}"/>
                    </a:ext>
                  </a:extLst>
                </p:cNvPr>
                <p:cNvPicPr/>
                <p:nvPr/>
              </p:nvPicPr>
              <p:blipFill>
                <a:blip r:embed="rId107"/>
                <a:stretch>
                  <a:fillRect/>
                </a:stretch>
              </p:blipFill>
              <p:spPr>
                <a:xfrm>
                  <a:off x="7487568" y="1068502"/>
                  <a:ext cx="540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2" name="Ink 61">
                  <a:extLst>
                    <a:ext uri="{FF2B5EF4-FFF2-40B4-BE49-F238E27FC236}">
                      <a16:creationId xmlns:a16="http://schemas.microsoft.com/office/drawing/2014/main" id="{D53BA8D9-3D60-9FD8-7207-5A9C93989861}"/>
                    </a:ext>
                  </a:extLst>
                </p14:cNvPr>
                <p14:cNvContentPartPr/>
                <p14:nvPr/>
              </p14:nvContentPartPr>
              <p14:xfrm>
                <a:off x="7646328" y="1012702"/>
                <a:ext cx="196920" cy="135000"/>
              </p14:xfrm>
            </p:contentPart>
          </mc:Choice>
          <mc:Fallback>
            <p:pic>
              <p:nvPicPr>
                <p:cNvPr id="62" name="Ink 61">
                  <a:extLst>
                    <a:ext uri="{FF2B5EF4-FFF2-40B4-BE49-F238E27FC236}">
                      <a16:creationId xmlns:a16="http://schemas.microsoft.com/office/drawing/2014/main" id="{D53BA8D9-3D60-9FD8-7207-5A9C93989861}"/>
                    </a:ext>
                  </a:extLst>
                </p:cNvPr>
                <p:cNvPicPr/>
                <p:nvPr/>
              </p:nvPicPr>
              <p:blipFill>
                <a:blip r:embed="rId109"/>
                <a:stretch>
                  <a:fillRect/>
                </a:stretch>
              </p:blipFill>
              <p:spPr>
                <a:xfrm>
                  <a:off x="7637688" y="1003702"/>
                  <a:ext cx="2145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3" name="Ink 62">
                  <a:extLst>
                    <a:ext uri="{FF2B5EF4-FFF2-40B4-BE49-F238E27FC236}">
                      <a16:creationId xmlns:a16="http://schemas.microsoft.com/office/drawing/2014/main" id="{C4FBBF9B-31E3-22CE-857A-0BECF00FCDD0}"/>
                    </a:ext>
                  </a:extLst>
                </p14:cNvPr>
                <p14:cNvContentPartPr/>
                <p14:nvPr/>
              </p14:nvContentPartPr>
              <p14:xfrm>
                <a:off x="5816808" y="675382"/>
                <a:ext cx="2491920" cy="799920"/>
              </p14:xfrm>
            </p:contentPart>
          </mc:Choice>
          <mc:Fallback>
            <p:pic>
              <p:nvPicPr>
                <p:cNvPr id="63" name="Ink 62">
                  <a:extLst>
                    <a:ext uri="{FF2B5EF4-FFF2-40B4-BE49-F238E27FC236}">
                      <a16:creationId xmlns:a16="http://schemas.microsoft.com/office/drawing/2014/main" id="{C4FBBF9B-31E3-22CE-857A-0BECF00FCDD0}"/>
                    </a:ext>
                  </a:extLst>
                </p:cNvPr>
                <p:cNvPicPr/>
                <p:nvPr/>
              </p:nvPicPr>
              <p:blipFill>
                <a:blip r:embed="rId111"/>
                <a:stretch>
                  <a:fillRect/>
                </a:stretch>
              </p:blipFill>
              <p:spPr>
                <a:xfrm>
                  <a:off x="5808168" y="666382"/>
                  <a:ext cx="2509560" cy="817560"/>
                </a:xfrm>
                <a:prstGeom prst="rect">
                  <a:avLst/>
                </a:prstGeom>
              </p:spPr>
            </p:pic>
          </mc:Fallback>
        </mc:AlternateContent>
      </p:grpSp>
    </p:spTree>
    <p:extLst>
      <p:ext uri="{BB962C8B-B14F-4D97-AF65-F5344CB8AC3E}">
        <p14:creationId xmlns:p14="http://schemas.microsoft.com/office/powerpoint/2010/main" val="1603075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Create Supplier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Create a Supplier entity Set in the Entity Type Section by following the steps used to create Product </a:t>
            </a:r>
            <a:r>
              <a:rPr lang="en-US" dirty="0" err="1"/>
              <a:t>entyity</a:t>
            </a:r>
            <a:r>
              <a:rPr lang="en-US" dirty="0"/>
              <a:t> Set.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585116A-1B1A-4FA6-84B2-FB7740B637C8}"/>
              </a:ext>
            </a:extLst>
          </p:cNvPr>
          <p:cNvPicPr>
            <a:picLocks noChangeAspect="1"/>
          </p:cNvPicPr>
          <p:nvPr/>
        </p:nvPicPr>
        <p:blipFill>
          <a:blip r:embed="rId3"/>
          <a:stretch>
            <a:fillRect/>
          </a:stretch>
        </p:blipFill>
        <p:spPr>
          <a:xfrm>
            <a:off x="311948" y="1187698"/>
            <a:ext cx="9815538" cy="2402063"/>
          </a:xfrm>
          <a:prstGeom prst="rect">
            <a:avLst/>
          </a:prstGeom>
        </p:spPr>
      </p:pic>
      <p:sp>
        <p:nvSpPr>
          <p:cNvPr id="5" name="TextBox 4">
            <a:extLst>
              <a:ext uri="{FF2B5EF4-FFF2-40B4-BE49-F238E27FC236}">
                <a16:creationId xmlns:a16="http://schemas.microsoft.com/office/drawing/2014/main" id="{76C46E89-9839-4E6A-951E-375FE20A8548}"/>
              </a:ext>
            </a:extLst>
          </p:cNvPr>
          <p:cNvSpPr txBox="1"/>
          <p:nvPr/>
        </p:nvSpPr>
        <p:spPr>
          <a:xfrm>
            <a:off x="311948" y="3819163"/>
            <a:ext cx="11324737" cy="1477328"/>
          </a:xfrm>
          <a:prstGeom prst="rect">
            <a:avLst/>
          </a:prstGeom>
          <a:noFill/>
        </p:spPr>
        <p:txBody>
          <a:bodyPr wrap="square" rtlCol="0">
            <a:spAutoFit/>
          </a:bodyPr>
          <a:lstStyle/>
          <a:p>
            <a:r>
              <a:rPr lang="en-US" dirty="0"/>
              <a:t>Once the Entity sets are created, we can also implement the Get Entity for of Supplier Set in the same way as we have created for the Product Set.</a:t>
            </a:r>
          </a:p>
          <a:p>
            <a:endParaRPr lang="en-US" dirty="0"/>
          </a:p>
          <a:p>
            <a:r>
              <a:rPr lang="en-US" dirty="0">
                <a:solidFill>
                  <a:schemeClr val="accent6"/>
                </a:solidFill>
              </a:rPr>
              <a:t>Code to put in Supplier Set Get Entity:</a:t>
            </a:r>
          </a:p>
          <a:p>
            <a:r>
              <a:rPr lang="en-US" dirty="0">
                <a:hlinkClick r:id="rId4"/>
              </a:rPr>
              <a:t>SupplierSetGetEntity</a:t>
            </a:r>
            <a:endParaRPr lang="en-US" dirty="0"/>
          </a:p>
        </p:txBody>
      </p:sp>
      <p:sp>
        <p:nvSpPr>
          <p:cNvPr id="9" name="TextBox 8">
            <a:extLst>
              <a:ext uri="{FF2B5EF4-FFF2-40B4-BE49-F238E27FC236}">
                <a16:creationId xmlns:a16="http://schemas.microsoft.com/office/drawing/2014/main" id="{E06E4822-8F01-449B-BDA6-AAE7CFF74106}"/>
              </a:ext>
            </a:extLst>
          </p:cNvPr>
          <p:cNvSpPr txBox="1"/>
          <p:nvPr/>
        </p:nvSpPr>
        <p:spPr>
          <a:xfrm>
            <a:off x="10307782" y="1922318"/>
            <a:ext cx="1572270" cy="369332"/>
          </a:xfrm>
          <a:prstGeom prst="rect">
            <a:avLst/>
          </a:prstGeom>
          <a:noFill/>
        </p:spPr>
        <p:txBody>
          <a:bodyPr wrap="square" rtlCol="0">
            <a:spAutoFit/>
          </a:bodyPr>
          <a:lstStyle/>
          <a:p>
            <a:r>
              <a:rPr lang="en-US" dirty="0"/>
              <a:t>Supplier Set</a:t>
            </a:r>
          </a:p>
        </p:txBody>
      </p:sp>
    </p:spTree>
    <p:extLst>
      <p:ext uri="{BB962C8B-B14F-4D97-AF65-F5344CB8AC3E}">
        <p14:creationId xmlns:p14="http://schemas.microsoft.com/office/powerpoint/2010/main" val="134856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Association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440109" cy="313919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Associations are relationship Between entities.</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At database level we have foreign key relationship and same is reflected at odata level.</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Once a association is created only then we can create  navigation property.</a:t>
            </a:r>
          </a:p>
          <a:p>
            <a:pPr marL="285750" marR="0" lvl="0" indent="-28575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endParaRPr lang="en-US" sz="1799" dirty="0">
              <a:solidFill>
                <a:prstClr val="black"/>
              </a:solidFill>
              <a:latin typeface="Calibri" panose="020F0502020204030204"/>
              <a:cs typeface="Calibri" panose="020F0502020204030204" pitchFamily="34" charset="0"/>
            </a:endParaRPr>
          </a:p>
          <a:p>
            <a:pPr marL="285750" indent="-285750">
              <a:buFont typeface="Wingdings" panose="05000000000000000000" pitchFamily="2" charset="2"/>
              <a:buChar char="§"/>
              <a:defRPr/>
            </a:pPr>
            <a:r>
              <a:rPr lang="en-US" sz="1800" dirty="0"/>
              <a:t>In a typical ERP system the data is spread across multiple database tables. Example sales order header and items. We load this connected data using the foreign key relationship.</a:t>
            </a:r>
          </a:p>
          <a:p>
            <a:pPr marL="285750" indent="-285750">
              <a:buFont typeface="Wingdings" panose="05000000000000000000" pitchFamily="2" charset="2"/>
              <a:buChar char="§"/>
              <a:defRPr/>
            </a:pPr>
            <a:r>
              <a:rPr lang="en-US" sz="1800" dirty="0"/>
              <a:t>In case of OData service, each database table is transformed into an entity. Hence we also need a relation between these entities. So the foreign key is converted to a association.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9" name="Rectangle 8">
            <a:extLst>
              <a:ext uri="{FF2B5EF4-FFF2-40B4-BE49-F238E27FC236}">
                <a16:creationId xmlns:a16="http://schemas.microsoft.com/office/drawing/2014/main" id="{448ADD4A-A0DE-45C5-B441-1A74D44337B1}"/>
              </a:ext>
            </a:extLst>
          </p:cNvPr>
          <p:cNvSpPr/>
          <p:nvPr/>
        </p:nvSpPr>
        <p:spPr>
          <a:xfrm>
            <a:off x="378691"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a:t>
            </a:r>
          </a:p>
        </p:txBody>
      </p:sp>
      <p:sp>
        <p:nvSpPr>
          <p:cNvPr id="10" name="Rectangle 9">
            <a:extLst>
              <a:ext uri="{FF2B5EF4-FFF2-40B4-BE49-F238E27FC236}">
                <a16:creationId xmlns:a16="http://schemas.microsoft.com/office/drawing/2014/main" id="{44364F5C-F300-4433-B4A7-9DCBFEFABFBE}"/>
              </a:ext>
            </a:extLst>
          </p:cNvPr>
          <p:cNvSpPr/>
          <p:nvPr/>
        </p:nvSpPr>
        <p:spPr>
          <a:xfrm>
            <a:off x="5347243"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a:t>
            </a:r>
          </a:p>
        </p:txBody>
      </p:sp>
      <p:cxnSp>
        <p:nvCxnSpPr>
          <p:cNvPr id="11" name="Straight Connector 10">
            <a:extLst>
              <a:ext uri="{FF2B5EF4-FFF2-40B4-BE49-F238E27FC236}">
                <a16:creationId xmlns:a16="http://schemas.microsoft.com/office/drawing/2014/main" id="{CB257183-9C70-4C52-B46B-794AF238E395}"/>
              </a:ext>
            </a:extLst>
          </p:cNvPr>
          <p:cNvCxnSpPr>
            <a:stCxn id="9" idx="3"/>
            <a:endCxn id="10" idx="1"/>
          </p:cNvCxnSpPr>
          <p:nvPr/>
        </p:nvCxnSpPr>
        <p:spPr>
          <a:xfrm>
            <a:off x="3067084" y="5181654"/>
            <a:ext cx="228015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0098CE5-6421-4D6A-A355-64F70EE1117B}"/>
              </a:ext>
            </a:extLst>
          </p:cNvPr>
          <p:cNvSpPr txBox="1"/>
          <p:nvPr/>
        </p:nvSpPr>
        <p:spPr>
          <a:xfrm>
            <a:off x="3067084" y="4813552"/>
            <a:ext cx="2531431" cy="369332"/>
          </a:xfrm>
          <a:prstGeom prst="rect">
            <a:avLst/>
          </a:prstGeom>
          <a:noFill/>
        </p:spPr>
        <p:txBody>
          <a:bodyPr wrap="square" rtlCol="0">
            <a:spAutoFit/>
          </a:bodyPr>
          <a:lstStyle/>
          <a:p>
            <a:r>
              <a:rPr lang="en-US" dirty="0"/>
              <a:t>1            relation        1</a:t>
            </a:r>
          </a:p>
        </p:txBody>
      </p:sp>
      <p:pic>
        <p:nvPicPr>
          <p:cNvPr id="19" name="Picture 18">
            <a:extLst>
              <a:ext uri="{FF2B5EF4-FFF2-40B4-BE49-F238E27FC236}">
                <a16:creationId xmlns:a16="http://schemas.microsoft.com/office/drawing/2014/main" id="{F0D6DA0A-59C3-4B90-B07F-FF3DCDA437C2}"/>
              </a:ext>
            </a:extLst>
          </p:cNvPr>
          <p:cNvPicPr>
            <a:picLocks noChangeAspect="1"/>
          </p:cNvPicPr>
          <p:nvPr/>
        </p:nvPicPr>
        <p:blipFill>
          <a:blip r:embed="rId3"/>
          <a:stretch>
            <a:fillRect/>
          </a:stretch>
        </p:blipFill>
        <p:spPr>
          <a:xfrm>
            <a:off x="8811032" y="1742268"/>
            <a:ext cx="2954107" cy="3559625"/>
          </a:xfrm>
          <a:prstGeom prst="rect">
            <a:avLst/>
          </a:prstGeom>
        </p:spPr>
      </p:pic>
    </p:spTree>
    <p:extLst>
      <p:ext uri="{BB962C8B-B14F-4D97-AF65-F5344CB8AC3E}">
        <p14:creationId xmlns:p14="http://schemas.microsoft.com/office/powerpoint/2010/main" val="192170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Step:1 </a:t>
            </a:r>
            <a:r>
              <a:rPr lang="en-US" dirty="0">
                <a:solidFill>
                  <a:prstClr val="black"/>
                </a:solidFill>
                <a:latin typeface="Calibri" panose="020F0502020204030204"/>
              </a:rPr>
              <a:t>Right Click on Association and click on create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a:t>
            </a:r>
            <a:r>
              <a:rPr lang="en-IN" sz="3600" dirty="0">
                <a:latin typeface="Cooper Black" panose="0208090404030B020404" pitchFamily="18" charset="0"/>
              </a:rPr>
              <a:t>ssociation (1:1)</a:t>
            </a:r>
            <a:endParaRPr lang="en-IN" sz="3600" b="0" i="0" dirty="0">
              <a:effectLst/>
              <a:latin typeface="Cooper Black" panose="0208090404030B020404" pitchFamily="18" charset="0"/>
            </a:endParaRPr>
          </a:p>
        </p:txBody>
      </p:sp>
      <p:pic>
        <p:nvPicPr>
          <p:cNvPr id="3" name="Picture 2">
            <a:extLst>
              <a:ext uri="{FF2B5EF4-FFF2-40B4-BE49-F238E27FC236}">
                <a16:creationId xmlns:a16="http://schemas.microsoft.com/office/drawing/2014/main" id="{1EE1A041-569E-4F42-AE08-F485C17AE310}"/>
              </a:ext>
            </a:extLst>
          </p:cNvPr>
          <p:cNvPicPr>
            <a:picLocks noChangeAspect="1"/>
          </p:cNvPicPr>
          <p:nvPr/>
        </p:nvPicPr>
        <p:blipFill>
          <a:blip r:embed="rId3"/>
          <a:stretch>
            <a:fillRect/>
          </a:stretch>
        </p:blipFill>
        <p:spPr>
          <a:xfrm>
            <a:off x="289402" y="1271240"/>
            <a:ext cx="2720576" cy="2202371"/>
          </a:xfrm>
          <a:prstGeom prst="rect">
            <a:avLst/>
          </a:prstGeom>
        </p:spPr>
      </p:pic>
      <p:pic>
        <p:nvPicPr>
          <p:cNvPr id="7" name="Picture 6">
            <a:extLst>
              <a:ext uri="{FF2B5EF4-FFF2-40B4-BE49-F238E27FC236}">
                <a16:creationId xmlns:a16="http://schemas.microsoft.com/office/drawing/2014/main" id="{A055FA6D-FB49-4F83-A68B-161432995A22}"/>
              </a:ext>
            </a:extLst>
          </p:cNvPr>
          <p:cNvPicPr>
            <a:picLocks noChangeAspect="1"/>
          </p:cNvPicPr>
          <p:nvPr/>
        </p:nvPicPr>
        <p:blipFill>
          <a:blip r:embed="rId4"/>
          <a:stretch>
            <a:fillRect/>
          </a:stretch>
        </p:blipFill>
        <p:spPr>
          <a:xfrm>
            <a:off x="3850124" y="1286974"/>
            <a:ext cx="3508352" cy="2294807"/>
          </a:xfrm>
          <a:prstGeom prst="rect">
            <a:avLst/>
          </a:prstGeom>
        </p:spPr>
      </p:pic>
      <p:pic>
        <p:nvPicPr>
          <p:cNvPr id="11" name="Picture 10">
            <a:extLst>
              <a:ext uri="{FF2B5EF4-FFF2-40B4-BE49-F238E27FC236}">
                <a16:creationId xmlns:a16="http://schemas.microsoft.com/office/drawing/2014/main" id="{E272CDDA-3374-4821-BF98-31B2DBEE1495}"/>
              </a:ext>
            </a:extLst>
          </p:cNvPr>
          <p:cNvPicPr>
            <a:picLocks noChangeAspect="1"/>
          </p:cNvPicPr>
          <p:nvPr/>
        </p:nvPicPr>
        <p:blipFill>
          <a:blip r:embed="rId5"/>
          <a:stretch>
            <a:fillRect/>
          </a:stretch>
        </p:blipFill>
        <p:spPr>
          <a:xfrm>
            <a:off x="8198622" y="1286974"/>
            <a:ext cx="3532260" cy="2294807"/>
          </a:xfrm>
          <a:prstGeom prst="rect">
            <a:avLst/>
          </a:prstGeom>
        </p:spPr>
      </p:pic>
      <p:pic>
        <p:nvPicPr>
          <p:cNvPr id="1026" name="Picture 2">
            <a:extLst>
              <a:ext uri="{FF2B5EF4-FFF2-40B4-BE49-F238E27FC236}">
                <a16:creationId xmlns:a16="http://schemas.microsoft.com/office/drawing/2014/main" id="{39EB320C-5535-4CFA-AEA0-588640377E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1243" y="3794721"/>
            <a:ext cx="3626427" cy="2359007"/>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6389BCC9-6E0C-4B7B-8DE1-8CF80296141D}"/>
              </a:ext>
            </a:extLst>
          </p:cNvPr>
          <p:cNvSpPr/>
          <p:nvPr/>
        </p:nvSpPr>
        <p:spPr>
          <a:xfrm>
            <a:off x="3085886" y="2159092"/>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83791DE-E7E6-447C-8393-6E3F88EE8454}"/>
              </a:ext>
            </a:extLst>
          </p:cNvPr>
          <p:cNvSpPr/>
          <p:nvPr/>
        </p:nvSpPr>
        <p:spPr>
          <a:xfrm>
            <a:off x="7417513" y="2211046"/>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C8BE22A4-EC9C-43E0-AE5E-9C7638B5999C}"/>
              </a:ext>
            </a:extLst>
          </p:cNvPr>
          <p:cNvCxnSpPr>
            <a:stCxn id="11" idx="3"/>
            <a:endCxn id="1026" idx="3"/>
          </p:cNvCxnSpPr>
          <p:nvPr/>
        </p:nvCxnSpPr>
        <p:spPr>
          <a:xfrm flipH="1">
            <a:off x="10177670" y="2434378"/>
            <a:ext cx="1553212" cy="2539847"/>
          </a:xfrm>
          <a:prstGeom prst="bentConnector3">
            <a:avLst>
              <a:gd name="adj1" fmla="val -14718"/>
            </a:avLst>
          </a:prstGeom>
          <a:ln w="177800">
            <a:tailEnd type="triangle"/>
          </a:ln>
        </p:spPr>
        <p:style>
          <a:lnRef idx="1">
            <a:schemeClr val="accent1"/>
          </a:lnRef>
          <a:fillRef idx="0">
            <a:schemeClr val="accent1"/>
          </a:fillRef>
          <a:effectRef idx="0">
            <a:schemeClr val="accent1"/>
          </a:effectRef>
          <a:fontRef idx="minor">
            <a:schemeClr val="tx1"/>
          </a:fontRef>
        </p:style>
      </p:cxnSp>
      <p:sp>
        <p:nvSpPr>
          <p:cNvPr id="16" name="Footer Placeholder 45">
            <a:extLst>
              <a:ext uri="{FF2B5EF4-FFF2-40B4-BE49-F238E27FC236}">
                <a16:creationId xmlns:a16="http://schemas.microsoft.com/office/drawing/2014/main" id="{149D4B6B-67D1-45EE-9089-D4B1E67F1613}"/>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22D05A8-CEE5-4C79-A3FC-20B34828AF3D}"/>
              </a:ext>
            </a:extLst>
          </p:cNvPr>
          <p:cNvSpPr txBox="1"/>
          <p:nvPr/>
        </p:nvSpPr>
        <p:spPr>
          <a:xfrm>
            <a:off x="289402" y="4218709"/>
            <a:ext cx="5351356" cy="1200329"/>
          </a:xfrm>
          <a:prstGeom prst="rect">
            <a:avLst/>
          </a:prstGeom>
          <a:noFill/>
        </p:spPr>
        <p:txBody>
          <a:bodyPr wrap="square" rtlCol="0">
            <a:spAutoFit/>
          </a:bodyPr>
          <a:lstStyle/>
          <a:p>
            <a:r>
              <a:rPr lang="en-US" dirty="0"/>
              <a:t>After creating the Association for Supplier Set in Product Set, we need to change the Supplier Get entity.</a:t>
            </a:r>
          </a:p>
          <a:p>
            <a:r>
              <a:rPr lang="en-US" dirty="0">
                <a:solidFill>
                  <a:schemeClr val="accent6"/>
                </a:solidFill>
              </a:rPr>
              <a:t>Code Link:</a:t>
            </a:r>
          </a:p>
          <a:p>
            <a:r>
              <a:rPr lang="en-US" dirty="0">
                <a:hlinkClick r:id="rId7"/>
              </a:rPr>
              <a:t>SUPPLIER_GET_ENTITY</a:t>
            </a:r>
            <a:r>
              <a:rPr lang="en-US" dirty="0"/>
              <a:t> (Association)</a:t>
            </a:r>
          </a:p>
        </p:txBody>
      </p:sp>
    </p:spTree>
    <p:extLst>
      <p:ext uri="{BB962C8B-B14F-4D97-AF65-F5344CB8AC3E}">
        <p14:creationId xmlns:p14="http://schemas.microsoft.com/office/powerpoint/2010/main" val="2212625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3430</TotalTime>
  <Words>1352</Words>
  <Application>Microsoft Office PowerPoint</Application>
  <PresentationFormat>Widescreen</PresentationFormat>
  <Paragraphs>163</Paragraphs>
  <Slides>28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Benton Sans</vt:lpstr>
      <vt:lpstr>Calibri</vt:lpstr>
      <vt:lpstr>Calibri Light</vt:lpstr>
      <vt:lpstr>Cooper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34</cp:revision>
  <dcterms:created xsi:type="dcterms:W3CDTF">2023-08-10T16:09:42Z</dcterms:created>
  <dcterms:modified xsi:type="dcterms:W3CDTF">2026-05-12T04:25:08Z</dcterms:modified>
</cp:coreProperties>
</file>