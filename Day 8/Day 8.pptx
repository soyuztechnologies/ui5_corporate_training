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463" r:id="rId3"/>
    <p:sldId id="588" r:id="rId4"/>
    <p:sldId id="590" r:id="rId5"/>
    <p:sldId id="578" r:id="rId6"/>
    <p:sldId id="585" r:id="rId7"/>
    <p:sldId id="540" r:id="rId8"/>
    <p:sldId id="587" r:id="rId9"/>
    <p:sldId id="586" r:id="rId10"/>
    <p:sldId id="553" r:id="rId11"/>
    <p:sldId id="542" r:id="rId12"/>
    <p:sldId id="548" r:id="rId13"/>
    <p:sldId id="477" r:id="rId14"/>
    <p:sldId id="399" r:id="rId15"/>
    <p:sldId id="409" r:id="rId16"/>
    <p:sldId id="481" r:id="rId17"/>
    <p:sldId id="482" r:id="rId18"/>
    <p:sldId id="50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7:50.859"/>
    </inkml:context>
    <inkml:brush xml:id="br0">
      <inkml:brushProperty name="width" value="0.05" units="cm"/>
      <inkml:brushProperty name="height" value="0.05" units="cm"/>
      <inkml:brushProperty name="color" value="#FF0066"/>
    </inkml:brush>
  </inkml:definitions>
  <inkml:trace contextRef="#ctx0" brushRef="#br0">5239 1 24575,'-3366'0'-3894,"2807"15"2851,456-7 920,1 5 1,0 5-1,-136 41 0,186-41 118,0 2 0,1 2 0,1 3 0,1 1 1,-56 42-1,70-42 361,2 1 0,0 2 0,2 2 0,2 0 1,1 2-1,1 1 0,-28 48 0,33-45 17,1 2-1,2 0 1,2 1-1,2 0 1,1 1 0,-10 57-1,21-82-372,1-1 0,1 0 0,1 1 0,1 17 0,-1-26 0,1 0 0,1 1 0,0-1 0,0 0 0,0 0 0,1 0 0,0-1 0,0 1 0,0-1 0,1 1 0,5 5 0,5 5 0,0-2 0,1 0 0,1 0 0,18 12 0,78 48 0,-100-67 0,63 37-108,2-3-1,2-4 0,1-3 0,2-4 1,1-3-1,2-4 0,135 21 0,215-5-289,4-30-1445,-434-10 1811,718-2-493,-1-56 630,-506 24-468,-1-10 0,342-116 0,-406 102 105,-2-5-1,-2-7 1,-4-7 0,163-116 0,-135 63 363,-137 101 198,-3-2 1,50-60-1,-72 80-28,-1-1-1,0 0 1,-1-1 0,-1 1-1,0-1 1,-1 0 0,0-1-1,-1 1 1,5-26 0,-8 33-188,0 0 0,-1-1 0,0 1 1,0 0-1,0-1 0,-1 1 1,0 0-1,0 0 0,-1 0 0,1 0 1,-1 0-1,-1 0 0,1 0 0,-1 0 1,0 1-1,0-1 0,-1 1 0,1 0 1,-1 0-1,0 0 0,-1 1 0,1-1 1,-1 1-1,-8-5 0,-12-6-87,0 2 0,-2 0 0,0 2 0,0 1 0,-41-9 0,-45-8-243,-2 4-1,-128-8 0,-245 6-1182,-1119 16-3868,1218 17 5001,47 4-878,54 1 927,59 2 436,-51 13 1317,209-18-2242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7:54.230"/>
    </inkml:context>
    <inkml:brush xml:id="br0">
      <inkml:brushProperty name="width" value="0.05" units="cm"/>
      <inkml:brushProperty name="height" value="0.05" units="cm"/>
      <inkml:brushProperty name="color" value="#FF0066"/>
    </inkml:brush>
  </inkml:definitions>
  <inkml:trace contextRef="#ctx0" brushRef="#br0">1 51 24575,'12'0'0,"21"0"0,28 0 0,35 0 0,26 0 0,14 0 0,-4 0 0,-10-8 0,-15-4 0,-16 1 0,-20 2 0,-27 3 0,-22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7:55.095"/>
    </inkml:context>
    <inkml:brush xml:id="br0">
      <inkml:brushProperty name="width" value="0.05" units="cm"/>
      <inkml:brushProperty name="height" value="0.05" units="cm"/>
      <inkml:brushProperty name="color" value="#FF0066"/>
    </inkml:brush>
  </inkml:definitions>
  <inkml:trace contextRef="#ctx0" brushRef="#br0">0 10 24575,'3'0'0,"18"0"0,41 0 0,32 0 0,42 0 0,25 0 0,27 0 0,17 0-910,-5 0 910,-18 0 0,-23 0 0,-32-2 0,-53-2 0,-38 0-7281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19:57.182"/>
    </inkml:context>
    <inkml:brush xml:id="br0">
      <inkml:brushProperty name="width" value="0.05" units="cm"/>
      <inkml:brushProperty name="height" value="0.05" units="cm"/>
      <inkml:brushProperty name="color" value="#FF0066"/>
    </inkml:brush>
  </inkml:definitions>
  <inkml:trace contextRef="#ctx0" brushRef="#br0">3096 359 24575,'-9'-15'0,"-2"1"0,1 0 0,-2 0 0,-21-19 0,25 27 0,0 0 0,0 1 0,0 0 0,-1 0 0,0 0 0,0 1 0,0 1 0,-1 0 0,-19-4 0,-101-12 0,21 5 0,29 1-11,-679-90-653,578 88 555,-724-40-9,888 55 114,-190 2-15,173 1 20,-1 0 0,1 3 1,-63 18-1,85-21 41,1 2-1,1 0 1,-1 0 0,1 1 0,-1 0 0,2 0 0,-1 1-1,1 1 1,0 0 0,0 0 0,1 0 0,0 1 0,1 1 0,0-1-1,0 1 1,1 0 0,0 1 0,1-1 0,0 1 0,1 0-1,-6 23 1,-109 379-42,113-392 0,0 0 0,-4 43 0,10-57 0,0 0 0,0 0 0,0-1 0,1 1 0,0 0 0,0-1 0,0 1 0,1-1 0,0 1 0,1-1 0,-1 0 0,1 1 0,0-1 0,5 6 0,1-2 0,0 0 0,0 0 0,1-1 0,0 0 0,1-1 0,0 0 0,0 0 0,18 8 0,10 2 0,57 19 0,16-2-164,139 25 0,123-4-446,239-15 429,1-40-97,-406-7-438,245-37 0,-372 29 637,-1-3 1,0-3-1,-1-4 0,-2-3 1,-1-4-1,74-41 0,-124 58 82,-1-1 0,0-2 0,-1-1-1,-1 0 1,36-38 0,-50 45 87,1-1-1,-2 1 1,0-1 0,0-1-1,-1 0 1,-1 0-1,0 0 1,-1-1 0,0 1-1,-1-1 1,0 0 0,-1-1-1,1-23 1,-2 12 162,-2 0 1,-1 0-1,-1 0 0,-6-33 1,6 50-200,0-1-1,-1 1 1,0 0 0,0 0 0,-1 0 0,0 1 0,-1-1 0,0 1 0,0 0 0,-1 0 0,0 1 0,0-1 0,-1 1-1,0 1 1,-9-8 0,-1 3-53,-1 1 0,0 1 0,0 0 0,-29-9 0,-82-18 0,111 32 0,-84-19 0,-1 4 0,0 4 0,-1 5 0,-1 5 0,-106 8 0,204-3-195,0 1 0,0 0 0,0 0 0,1 0 0,-1 1 0,-10 4 0,3 2-6631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19:58.404"/>
    </inkml:context>
    <inkml:brush xml:id="br0">
      <inkml:brushProperty name="width" value="0.05" units="cm"/>
      <inkml:brushProperty name="height" value="0.05" units="cm"/>
      <inkml:brushProperty name="color" value="#FF0066"/>
    </inkml:brush>
  </inkml:definitions>
  <inkml:trace contextRef="#ctx0" brushRef="#br0">1755 17 24575,'-479'-16'0,"347"16"0,-222 7 0,271-1 0,1 3 0,-101 26 0,166-31 0,1 0 0,0 1 0,1 1 0,-1 1 0,1 0 0,1 1 0,-1 0 0,1 2 0,1-1 0,0 2 0,0-1 0,1 2 0,0 0 0,1 0 0,0 1 0,1 0 0,1 1 0,-11 20 0,-5 15 0,-66 143 0,76-156 0,2 1 0,2 0 0,-10 53 0,19-83 0,2 0 0,-1 0 0,1 0 0,0 0 0,0 0 0,1 0 0,0 0 0,0 0 0,1 0 0,0-1 0,0 1 0,0 0 0,1-1 0,0 0 0,7 11 0,-3-8 0,1 0 0,-1 0 0,2-1 0,-1 0 0,1-1 0,0 1 0,1-2 0,20 12 0,1-2 0,1-2 0,1-1 0,67 17 0,110 8 0,1045 82-1509,8-103-235,-963-31 1235,-224 5 372,140-32 0,-137 18 318,-2-3 0,0-4 0,-3-3 1,0-3-1,-2-3 0,85-62 0,164-108 2562,-313 204-2734,3-1-3,0 0-1,-1-1 1,15-13 0,-23 18-7,1-1 1,-1 1-1,0-1 1,1 0 0,-1 0-1,-1 0 1,1 0 0,0 0-1,-1 0 1,1 0-1,-1-1 1,0 1 0,0 0-1,-1-1 1,1 1 0,0-8-1,-1-1 1,0-1 0,-1 1 0,0 0 0,-6-23 0,6 30 0,-1 0 0,0 0 0,0 0 0,-1 1 0,1-1 0,-1 1 0,0-1 0,0 1 0,0 0 0,-1 0 0,0 0 0,0 1 0,0-1 0,-7-4 0,-9-2 0,0-1 0,-1 2 0,0 1 0,0 1 0,-1 0 0,-36-5 0,-109-17 0,-741-81-893,-8 66-88,845 42 865,-120 1-53,153 2 166,-1 3 0,-64 13-1,96-15 152,0 0-1,0 0 1,1 0-1,-1 1 1,1 0-1,-1 0 0,1 1 1,0 0-1,0 0 1,1 0-1,-1 1 0,1 0 1,0 0-1,-6 8 1,6-7-430,1 1 0,0-1 1,1 1-1,-5 12 1,2-2-6545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19:59.627"/>
    </inkml:context>
    <inkml:brush xml:id="br0">
      <inkml:brushProperty name="width" value="0.05" units="cm"/>
      <inkml:brushProperty name="height" value="0.05" units="cm"/>
      <inkml:brushProperty name="color" value="#FF0066"/>
    </inkml:brush>
  </inkml:definitions>
  <inkml:trace contextRef="#ctx0" brushRef="#br0">1284 1 24575,'-110'-1'0,"-157"3"0,216 1 0,0 2 0,0 3 0,1 2 0,0 2 0,1 2 0,0 3 0,2 1 0,0 2 0,1 3 0,-53 34 0,73-38 0,0 1 0,1 2 0,1 0 0,1 2 0,1 0 0,1 1 0,1 2 0,2 0 0,0 0 0,2 2 0,1 0 0,2 1 0,-11 33 0,18-41 0,0 0 0,2 1 0,0-1 0,-1 33 0,5-8 0,5 55 0,-4-94 0,1 1 0,0 0 0,0 0 0,1-1 0,0 0 0,1 1 0,-1-1 0,2 0 0,-1-1 0,1 1 0,0-1 0,1 0 0,0 0 0,7 7 0,5 2 0,0-1 0,1-1 0,1 0 0,25 13 0,4-2 4,2-3 1,0-1-1,1-3 0,1-2 0,0-2 1,69 8-1,336 10-152,490-33-438,-474-4 582,-389 5 4,245-8 0,-275 3 0,0-2 0,-1-2 0,100-31 0,-136 34 0,-1-1 0,0-1 0,0 0 0,16-11 0,-27 15 0,0-1 0,0 0 0,-1 0 0,1 0 0,-1 0 0,0-1 0,0 0 0,-1 0 0,0-1 0,0 1 0,0-1 0,3-9 0,4-19 143,8-42 0,-14 49-38,2 0 1,1 0 0,14-33-1,35-39-105,-36 67 0,28-62 0,-44 84 0,-1 0 0,0-1 0,-1 1 0,0 0 0,-1-1 0,-1 0 0,0 0 0,0 1 0,-1-1 0,-2-13 0,1 20 0,0 0 0,0-1 0,-1 2 0,0-1 0,0 0 0,0 0 0,0 1 0,-1-1 0,0 1 0,0-1 0,0 1 0,-1 0 0,1 0 0,-1 1 0,0-1 0,0 1 0,0 0 0,0 0 0,-1 0 0,-6-3 0,-8-2 0,0 0 0,0 1 0,-1 0 0,-22-3 0,-48-8-81,-154-10-1,-102 17-214,30 1 153,123-5 143,-114-5 0,293 20 33,0 1 1,0 1-1,0 0 1,0 0-1,0 1 1,0 1-1,1 1 1,-14 5-1,-4 6 67,1 0 1,-30 22-1,53-33-373,-1 1 0,1 0 0,0 0 0,-6 7 0,1 3-6553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0:00.843"/>
    </inkml:context>
    <inkml:brush xml:id="br0">
      <inkml:brushProperty name="width" value="0.05" units="cm"/>
      <inkml:brushProperty name="height" value="0.05" units="cm"/>
      <inkml:brushProperty name="color" value="#FF0066"/>
    </inkml:brush>
  </inkml:definitions>
  <inkml:trace contextRef="#ctx0" brushRef="#br0">1587 17 24575,'-134'-8'0,"22"1"0,65 5 0,-364 3 0,374 2 0,-1 2 0,1 2 0,1 1 0,-1 2 0,2 2 0,-1 1 0,2 1 0,0 2 0,-41 26 0,27-13 0,0 2 0,3 2 0,-66 61 0,92-75 0,1 0 0,1 2 0,1 0 0,1 1 0,0 0 0,2 1 0,1 1 0,1 0 0,-16 47 0,8-3 0,2 2 0,4 0 0,-5 77 0,17-137 0,0-1 0,1 0 0,1 1 0,-1-1 0,1 0 0,1 0 0,0 1 0,0-1 0,1 0 0,0 0 0,0-1 0,1 1 0,0-1 0,1 0 0,0 0 0,0 0 0,1-1 0,0 1 0,0-1 0,0-1 0,1 1 0,0-1 0,13 8 0,5 1 0,0-1 0,1-1 0,0-2 0,1-1 0,42 11 0,148 20 0,191-11-284,5-28-98,-301-2 354,370-19 28,-382 9 0,-1-5 0,173-49 0,-185 35 0,0-3 0,-3-4 0,-1-4 0,-1-4 0,101-72 0,-161 100 70,-1-1-1,-1 0 0,-1-2 1,29-34-1,-39 41-34,0-1 0,-1 0-1,-1-1 1,0 0 0,0 0-1,-2 0 1,0-1 0,0 1 0,2-23-1,-5 28-34,-1-1 0,0 1 0,-1-1 0,0 1 0,0-1 0,-1 0 0,0 1 0,-1-1 0,0 1 0,-1 0 0,0 0 0,0 0 0,-1 0 0,0 0 0,0 1 0,-1-1 0,-1 1 0,-10-13 0,1 2 0,0 1 0,-2 0 0,0 1 0,-1 1 0,0 0 0,-1 2 0,-1 0 0,0 1 0,-27-11 0,3 3 0,-2 2 0,0 2 0,-68-16 0,-50 1 0,-1 7 0,-1 7 0,-203 5 0,359 13-151,0 0-1,-1 1 0,1 0 0,0 1 1,0 0-1,0 0 0,0 1 1,-12 6-1,8-2-6674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0:02.868"/>
    </inkml:context>
    <inkml:brush xml:id="br0">
      <inkml:brushProperty name="width" value="0.05" units="cm"/>
      <inkml:brushProperty name="height" value="0.05" units="cm"/>
      <inkml:brushProperty name="color" value="#FF0066"/>
    </inkml:brush>
  </inkml:definitions>
  <inkml:trace contextRef="#ctx0" brushRef="#br0">1 528 24575,'0'0'0,"0"0"0,0 0 0,0 0 0,0 0 0,0 0 0,0 0 0,0 0 0,0 0 0,0 0 0,0-1 0,0 1 0,0 0 0,0 0 0,0 0 0,0 0 0,0 0 0,0 0 0,0 0 0,0 0 0,0 0 0,0 0 0,0 0 0,0 0 0,0 0 0,0-1 0,0 1 0,0 0 0,0 0 0,1 0 0,-1 0 0,0 0 0,0 0 0,0 0 0,0 0 0,0 0 0,0 0 0,0 0 0,0 0 0,0 0 0,0 0 0,0 0 0,0 0 0,1 0 0,-1 0 0,0 0 0,0 0 0,0 0 0,0 0 0,0 0 0,0 0 0,0 0 0,0 0 0,0 0 0,0 0 0,0 0 0,0 0 0,1 0 0,-1 0 0,0 0 0,0 0 0,0 1 0,0-1 0,0 0 0,7 6 0,6 10 0,-13-16 0,2 3 0,-1-1 0,1 0 0,0 1 0,0-1 0,0 0 0,0 0 0,1 0 0,-1 0 0,1-1 0,-1 1 0,1-1 0,-1 1 0,1-1 0,0 0 0,0 0 0,0 0 0,-1 0 0,6 0 0,-3-1 0,0-1 0,0 1 0,0-1 0,0 0 0,0-1 0,0 1 0,0-1 0,-1 0 0,1-1 0,-1 1 0,5-3 0,23-15 0,-2-2 0,0 0 0,35-36 0,77-89 0,-98 99 0,1-2 0,-7 8 0,1 1 0,59-46 0,-96 86 5,27-18 330,-29 19-390,1-1 0,0 1 0,0-1 0,-1 1 0,1 0 0,0-1 0,0 1 0,0 0 0,0 0 0,0 0 0,0-1 0,-1 1 0,1 0 0,0 0 0,0 0 0,0 0 0,0 1 0,0-1 0,0 0 0,0 0 0,-1 0 0,1 1 0,0-1 0,0 1 0,0-1 0,-1 0 0,1 1 0,0-1 0,0 1 0,1 1 0,2 8-6771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0:03.883"/>
    </inkml:context>
    <inkml:brush xml:id="br0">
      <inkml:brushProperty name="width" value="0.05" units="cm"/>
      <inkml:brushProperty name="height" value="0.05" units="cm"/>
      <inkml:brushProperty name="color" value="#FF0066"/>
    </inkml:brush>
  </inkml:definitions>
  <inkml:trace contextRef="#ctx0" brushRef="#br0">1 559 24575,'2'2'0,"1"-1"0,0 1 0,0 0 0,0-1 0,0 1 0,0-1 0,0 0 0,0 0 0,0 0 0,0-1 0,0 1 0,4-1 0,43 2 0,-32-2 0,38-1 0,66 4 0,-105-1 0,0 0 0,0 2 0,0-1 0,-1 2 0,18 7 0,-6 1 0,-1 2 0,0 1 0,-1 2 0,26 21 0,-50-37 0,0 0 0,0-1 0,0 1 0,0-1 0,0 0 0,0 0 0,1 0 0,-1 0 0,0 0 0,1 0 0,-1 0 0,6 0 0,-7-1 0,1-1 0,0 1 0,0-1 0,0 1 0,-1-1 0,1 1 0,0-1 0,0 0 0,-1 0 0,1 0 0,-1 0 0,1 0 0,-1 0 0,1-1 0,-1 1 0,0 0 0,0-1 0,2-2 0,13-18 0,-1 0 0,-1-2 0,-1 0 0,12-33 0,-5 13 0,9-18 58,182-346-1481,-185 368-5403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0:04.647"/>
    </inkml:context>
    <inkml:brush xml:id="br0">
      <inkml:brushProperty name="width" value="0.05" units="cm"/>
      <inkml:brushProperty name="height" value="0.05" units="cm"/>
      <inkml:brushProperty name="color" value="#FF0066"/>
    </inkml:brush>
  </inkml:definitions>
  <inkml:trace contextRef="#ctx0" brushRef="#br0">0 416 24575,'0'0'0,"1"-1"0,-1 1 0,1-1 0,-1 1 0,1 0 0,-1-1 0,1 1 0,0 0 0,-1-1 0,1 1 0,-1 0 0,1 0 0,0 0 0,-1-1 0,1 1 0,-1 0 0,1 0 0,0 0 0,-1 0 0,1 0 0,0 0 0,-1 0 0,1 0 0,0 1 0,-1-1 0,2 0 0,15 14 0,7 24 0,-23-36 0,1 1 0,27 52 0,3-1 0,51 66 0,-81-118 0,0 1 0,0-1 0,0 0 0,0 0 0,0-1 0,0 1 0,0 0 0,1-1 0,-1 1 0,1-1 0,-1 0 0,1 0 0,0 0 0,-1 0 0,1 0 0,0-1 0,0 1 0,4 0 0,-3-2 0,0 1 0,1-1 0,-1 1 0,0-1 0,0-1 0,0 1 0,0 0 0,0-1 0,0 0 0,0 0 0,4-3 0,6-6 0,0 0 0,-1-1 0,0 0 0,20-26 0,178-234 0,-37 45 0,-98 132-1365,-54 66-5461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0:05.475"/>
    </inkml:context>
    <inkml:brush xml:id="br0">
      <inkml:brushProperty name="width" value="0.05" units="cm"/>
      <inkml:brushProperty name="height" value="0.05" units="cm"/>
      <inkml:brushProperty name="color" value="#FF0066"/>
    </inkml:brush>
  </inkml:definitions>
  <inkml:trace contextRef="#ctx0" brushRef="#br0">1 0 24575,'11'0'0,"298"7"0,-237-2 0,0 4 0,89 22 0,-72-7 0,105 42 0,-153-49 0,0 3 0,-1 1 0,-2 1 0,58 44 0,-84-56 0,0 1 0,-1 0 0,0 0 0,-1 2 0,-1-1 0,1 1 0,-2 0 0,10 21 0,-10-15 0,0 0 0,-2 0 0,0 0 0,-1 1 0,3 40 0,-4-23 0,-2-1 0,-2 1 0,-1 0 0,-2-1 0,-1 1 0,-2-1 0,-2 0 0,-1-1 0,-1 0 0,-3 0 0,0-1 0,-35 60 0,-29 26 0,-159 190 0,231-304 0,-83 92 0,72-81 0,-1-1 0,-1-1 0,-29 19 0,43-32 38,0 1 0,1-1 0,-1 0 0,0-1 0,0 1 0,0-1 0,-1 0 0,-3 1 0,7-2-87,0 0 0,0 0 0,0 0 1,0 0-1,0 0 0,0 0 0,0 0 0,0 0 1,0-1-1,0 1 0,0-1 0,0 1 1,0 0-1,0-1 0,0 0 0,0 1 1,0-1-1,0 0 0,1 1 0,-1-1 1,0 0-1,0 0 0,1 1 0,-1-1 1,1 0-1,-1 0 0,1 0 0,-1 0 1,1 0-1,-1 0 0,1 0 0,0 0 0,-1 0 1,1-2-1,-3-14-6777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0:05.949"/>
    </inkml:context>
    <inkml:brush xml:id="br0">
      <inkml:brushProperty name="width" value="0.05" units="cm"/>
      <inkml:brushProperty name="height" value="0.05" units="cm"/>
      <inkml:brushProperty name="color" value="#FF0066"/>
    </inkml:brush>
  </inkml:definitions>
  <inkml:trace contextRef="#ctx0" brushRef="#br0">1 0 24575,'-1'89'0,"2"99"0,0-184 0,-1 0 0,1 0 0,0 0 0,0 0 0,1-1 0,-1 1 0,1 0 0,0 0 0,-1-1 0,2 1 0,-1-1 0,0 0 0,1 0 0,-1 0 0,1 0 0,0 0 0,0 0 0,0-1 0,1 1 0,-1-1 0,0 0 0,1 0 0,0 0 0,4 1 0,10 4 0,0-1 0,0-1 0,34 5 0,23-3 0,-51-6 0,36 7 0,-59-8 0,1 0 0,-1 1 0,1-1 0,-1 0 0,1 1 0,-1-1 0,1 1 0,-1-1 0,1 1 0,-1 0 0,0-1 0,1 1 0,-1 0 0,0 0 0,0 0 0,0 0 0,1 0 0,-1 1 0,0-1 0,0 0 0,-1 0 0,1 1 0,0-1 0,0 0 0,0 4 0,-1-4 0,0 1 0,0 0 0,0 0 0,-1-1 0,1 1 0,-1 0 0,1-1 0,-1 1 0,0-1 0,0 1 0,0-1 0,0 1 0,0-1 0,0 1 0,0-1 0,0 0 0,0 0 0,-1 1 0,1-1 0,0 0 0,-1 0 0,1 0 0,-3 0 0,-13 9-46,0-2 0,0 0 0,-24 7 0,19-7-1135,-19 7-5645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0:06.531"/>
    </inkml:context>
    <inkml:brush xml:id="br0">
      <inkml:brushProperty name="width" value="0.05" units="cm"/>
      <inkml:brushProperty name="height" value="0.05" units="cm"/>
      <inkml:brushProperty name="color" value="#FF0066"/>
    </inkml:brush>
  </inkml:definitions>
  <inkml:trace contextRef="#ctx0" brushRef="#br0">0 0 24575,'96'21'0,"-25"0"0,-1 3 0,106 52 0,-127-51 0,-2 2 0,-1 3 0,-1 1 0,49 46 0,-79-64 0,-2 1 0,0 1 0,0-1 0,-1 2 0,-1 0 0,-1 0 0,16 35 0,-20-38 0,-2 0 0,0 0 0,-1 0 0,0 1 0,-1-1 0,0 1 0,-1 0 0,-1-1 0,0 1 0,-1 0 0,0-1 0,-4 16 0,-2-2 0,-2 0 0,0 0 0,-2-1 0,-1-1 0,-22 37 0,-88 113 0,111-160 0,-197 249 0,196-250 0,0-1 0,0 0 0,-1-1 0,-1-1 0,-22 16 0,25-21 0,0 0 0,-1 0 0,1-1 0,-2-1 0,1 0 0,0 0 0,-1-1 0,-15 1 0,16-2-455,1-1 0,-22 8 0,9 0-6371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0:07.029"/>
    </inkml:context>
    <inkml:brush xml:id="br0">
      <inkml:brushProperty name="width" value="0.05" units="cm"/>
      <inkml:brushProperty name="height" value="0.05" units="cm"/>
      <inkml:brushProperty name="color" value="#FF0066"/>
    </inkml:brush>
  </inkml:definitions>
  <inkml:trace contextRef="#ctx0" brushRef="#br0">0 4 24575,'0'-1'0,"1"1"0,-1 0 0,1-1 0,-1 1 0,1 0 0,-1 0 0,0-1 0,1 1 0,-1 0 0,1 0 0,-1 0 0,1 0 0,-1-1 0,1 1 0,-1 0 0,1 0 0,-1 0 0,1 0 0,-1 0 0,1 0 0,-1 0 0,1 1 0,-1-1 0,1 0 0,-1 0 0,1 0 0,-1 0 0,1 1 0,-1-1 0,1 0 0,-1 0 0,1 1 0,-1-1 0,0 0 0,1 1 0,-1-1 0,0 1 0,1-1 0,-1 0 0,0 1 0,1-1 0,-1 1 0,0-1 0,0 1 0,0-1 0,1 1 0,-1-1 0,0 1 0,0 0 0,9 26 0,-7-10 0,0 0 0,-2 24 0,0-24 0,1 0 0,2 22 0,-2-37 0,0 1 0,0-1 0,0 1 0,0-1 0,1 0 0,-1 0 0,1 1 0,-1-1 0,1 0 0,0 0 0,-1 0 0,1-1 0,0 1 0,0 0 0,1-1 0,-1 1 0,0-1 0,0 0 0,1 1 0,-1-1 0,6 1 0,6 3 0,1-1 0,25 3 0,-20-3 0,315 71 0,-333-74 0,1-1 0,0 1 0,0 0 0,0 0 0,0 0 0,-1 0 0,1 0 0,0 1 0,-1-1 0,0 1 0,1 0 0,2 2 0,-4-2 0,-1-1 0,1 0 0,0 1 0,-1-1 0,0 1 0,1-1 0,-1 0 0,0 1 0,0-1 0,0 1 0,0-1 0,0 1 0,0-1 0,0 1 0,-1-1 0,1 1 0,0-1 0,-1 1 0,1-1 0,-1 0 0,0 1 0,1-1 0,-1 0 0,0 0 0,-1 3 0,-9 14-1365,0 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2:23.549"/>
    </inkml:context>
    <inkml:brush xml:id="br0">
      <inkml:brushProperty name="width" value="0.05" units="cm"/>
      <inkml:brushProperty name="height" value="0.05" units="cm"/>
      <inkml:brushProperty name="color" value="#FF0066"/>
    </inkml:brush>
  </inkml:definitions>
  <inkml:trace contextRef="#ctx0" brushRef="#br0">121 0 24575,'-1'20'0,"-2"0"0,0 0 0,-1-1 0,-10 30 0,6-21 0,-6 35 0,-25 298 0,36-340 0,-10 40 0,8-43 0,0 0 0,2 1 0,-2 24 0,6 161-1365,-1-179-5461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2:24.453"/>
    </inkml:context>
    <inkml:brush xml:id="br0">
      <inkml:brushProperty name="width" value="0.05" units="cm"/>
      <inkml:brushProperty name="height" value="0.05" units="cm"/>
      <inkml:brushProperty name="color" value="#FF0066"/>
    </inkml:brush>
  </inkml:definitions>
  <inkml:trace contextRef="#ctx0" brushRef="#br0">24 1 24575,'5'18'0,"-1"0"0,-1 1 0,-1-1 0,-1 1 0,0 21 0,-1-10 0,4 811 0,-6-454 0,2-377 49,-2 27 228,1-35-357,1-1-1,0 0 1,-1 1-1,1-1 0,-1 1 1,0-1-1,1 0 1,-1 1-1,0-1 1,0 0-1,0 0 1,0 0-1,0 1 1,0-1-1,0 0 1,0 0-1,-1-1 1,1 1-1,0 0 0,-3 1 1,-14 2-6746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22:25.915"/>
    </inkml:context>
    <inkml:brush xml:id="br0">
      <inkml:brushProperty name="width" value="0.05" units="cm"/>
      <inkml:brushProperty name="height" value="0.05" units="cm"/>
      <inkml:brushProperty name="color" value="#FF0066"/>
    </inkml:brush>
  </inkml:definitions>
  <inkml:trace contextRef="#ctx0" brushRef="#br0">923 0 24575,'-5'0'0,"0"0"0,0 1 0,0-1 0,0 1 0,1 0 0,-1 0 0,0 0 0,1 1 0,-1 0 0,1 0 0,-1 0 0,-4 3 0,3 0 0,0 0 0,1 0 0,0 0 0,0 1 0,0 0 0,1 0 0,-6 9 0,-1 3 0,1 1 0,1 1 0,1 0 0,1 0 0,0 0 0,-4 29 0,5-14 0,2 1 0,1-1 0,2 39 0,2-53-9,1 0 0,1 0-1,1-1 1,0 1 0,2-1 0,13 31-1,-6-23-30,1 0-1,1-1 0,35 45 1,1-12-101,3-2 0,96 81 0,194 127 6,-107-88 140,-209-156-5,-1 1 0,-1 2 0,-1 0 0,-1 2 0,28 39 0,-45-54 0,1 0 0,-2 0 0,1 1 0,-2-1 0,0 2 0,0-1 0,-1 0 0,-1 1 0,0-1 0,-1 1 0,-1 0 0,0 0 0,0 0 0,-2 0 0,1 0 0,-6 24 0,0-16 1,-2 0-1,0 0 0,-1 0 1,-1-1-1,-1-1 1,-1 0-1,-1 0 1,-1-1-1,0-1 0,-1 0 1,-26 23-1,1-6-13,0-2 0,-3-1 0,0-3 0,-52 27 0,2-10-26,-1-5 0,-1-4 0,-3-3 0,-109 21 0,-413 48-66,505-91 105,-49 8 0,163-20 0,-1 0 0,1 0 0,0 0 0,-1 1 0,1-1 0,0 0 0,-1 1 0,1-1 0,0 0 0,0 1 0,-1 0 0,1-1 0,0 1 0,0 0 0,0 0 0,0-1 0,0 1 0,0 0 0,-1 2 0,2-2 0,0 0 0,0 0 0,1 0 0,-1 0 0,0 1 0,1-1 0,-1 0 0,1 0 0,-1 0 0,1 0 0,-1 0 0,1 0 0,0 0 0,0 0 0,-1 0 0,1-1 0,0 1 0,0 0 0,0 0 0,0-1 0,1 2 0,15 10 180,0 0 0,1-1 0,31 14 0,-23-12 50,51 28-151,-2 4 1,101 76-1,-137-89-87,-1 2 0,-1 1 0,-2 2 0,-1 1 0,47 71 0,-64-79 8,-1 0 0,-1 1 0,-2 1 0,-1 0 0,-2 0 0,-1 1 0,7 50 0,-4 22 0,-3 113 0,0-14 0,42 269 0,-27-333 0,55 184 0,-73-302 0,2-1 0,1 0 0,0 0 0,1-1 0,2 0 0,0-1 0,1 0 0,1-1 0,0-1 0,1 0 0,1-1 0,34 27 0,24 8 0,-46-32 0,-1 0 0,-1 2 0,26 25 0,-50-43 0,1 0 0,0-1 0,-1 1 0,1-1 0,1 1 0,-1-1 0,0 0 0,5 2 0,-8-4 0,1 0 0,-1 0 0,1 0 0,-1 1 0,1-1 0,-1 0 0,1 0 0,-1 0 0,1 0 0,-1 0 0,1 0 0,-1-1 0,1 1 0,-1 0 0,1 0 0,-1 0 0,1 0 0,-1 0 0,1-1 0,-1 1 0,0 0 0,1-1 0,0 0 0,0 0 0,0 0 0,0 0 0,-1 0 0,1-1 0,0 1 0,-1 0 0,1-1 0,-1 1 0,1 0 0,-1-1 0,0 1 0,0-3 0,2-21-1365,-2-1-5461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1:58.299"/>
    </inkml:context>
    <inkml:brush xml:id="br0">
      <inkml:brushProperty name="width" value="0.05" units="cm"/>
      <inkml:brushProperty name="height" value="0.05" units="cm"/>
      <inkml:brushProperty name="color" value="#FF0066"/>
    </inkml:brush>
  </inkml:definitions>
  <inkml:trace contextRef="#ctx0" brushRef="#br0">206 0 24575,'-2'1'0,"0"0"0,0 0 0,0 0 0,1 0 0,-1 0 0,1 1 0,-1-1 0,1 0 0,-1 1 0,1-1 0,0 1 0,0 0 0,0-1 0,0 1 0,0 0 0,-2 3 0,-1 2 0,-10 10 0,0 0 0,-1-1 0,-20 17 0,22-21 0,1-1 0,-1 2 0,2 0 0,0 0 0,0 1 0,-10 19 0,20-31 0,0 0 0,0 1 0,0-1 0,1 1 0,-1-1 0,1 1 0,-1-1 0,1 1 0,0 0 0,0-1 0,0 1 0,1-1 0,-1 1 0,0 0 0,1-1 0,0 1 0,-1-1 0,1 1 0,0-1 0,0 0 0,1 1 0,-1-1 0,0 0 0,1 0 0,-1 0 0,1 0 0,0 0 0,0 0 0,2 2 0,7 5 0,1 0 0,-1 0 0,1-2 0,15 8 0,-19-10 0,2 1 0,-3-2 0,1 0 0,-1 0 0,0-1 0,1 1 0,11 2 0,-17-6 0,0 0 0,0 1 0,0-1 0,0 0 0,0 0 0,0 0 0,0 0 0,0-1 0,0 1 0,0-1 0,0 1 0,0-1 0,0 1 0,-1-1 0,1 0 0,0 0 0,0 0 0,-1 0 0,1 0 0,0-1 0,-1 1 0,1 0 0,-1-1 0,0 1 0,1-1 0,-1 1 0,2-4 0,4-8 0,-1 0 0,0 0 0,-1-1 0,0 1 0,4-24 0,-4 16 0,12-31 0,-15 47 31,0 0 0,0-1 0,0 1 0,-1-1 0,0 0 0,0 1 0,-1-1 0,1 0 1,-1 1-1,-1-10 0,0 11-138,0 0 0,0 0 1,0 0-1,0 0 0,-1 1 1,0-1-1,0 0 0,0 1 1,0-1-1,0 1 0,-1-1 1,1 1-1,-1 0 0,0 0 1,-4-3-1,-6-4-6719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41.866"/>
    </inkml:context>
    <inkml:brush xml:id="br0">
      <inkml:brushProperty name="width" value="0.05" units="cm"/>
      <inkml:brushProperty name="height" value="0.05" units="cm"/>
    </inkml:brush>
  </inkml:definitions>
  <inkml:trace contextRef="#ctx0" brushRef="#br0">1 788 24575,'2'0'0,"1"1"0,-1-1 0,0 1 0,1-1 0,-1 1 0,0 0 0,0 0 0,1 0 0,-1 0 0,0 0 0,0 0 0,0 0 0,0 1 0,-1-1 0,1 1 0,0 0 0,0-1 0,-1 1 0,1 0 0,-1 0 0,0 0 0,0 0 0,1 0 0,-1 0 0,1 4 0,3 7 0,-1 0 0,-1 0 0,4 19 0,-3-11 0,-3-14 0,1 0 0,0 1 0,1-1 0,0 0 0,6 13 0,-8-20 0,-1 1 0,1 0 0,-1 0 0,1 0 0,0-1 0,-1 1 0,1 0 0,0-1 0,0 1 0,-1-1 0,1 1 0,0-1 0,0 1 0,0-1 0,0 1 0,0-1 0,0 0 0,-1 0 0,1 1 0,0-1 0,2 0 0,-1 0 0,-1-1 0,1 1 0,0-1 0,-1 0 0,1 1 0,-1-1 0,1 0 0,-1 0 0,1 0 0,-1 0 0,0 0 0,0-1 0,1 1 0,-1 0 0,0 0 0,0-1 0,1-1 0,20-30 0,-2-2 0,31-66 0,-13 20 0,0 7 0,126-234 0,-122 238 0,3 2 0,66-77 0,-105 138 0,22-23 0,-26 29 0,-1 0 0,1-1 0,-1 1 0,1 0 0,-1 0 0,1 0 0,0 0 0,0 0 0,-1 1 0,1-1 0,0 0 0,0 1 0,0 0 0,0-1 0,0 1 0,2 0 0,-3 0 0,0 0 0,0 1 0,-1-1 0,1 0 0,0 1 0,0-1 0,0 1 0,0-1 0,0 1 0,0-1 0,-1 1 0,1 0 0,0 0 0,0-1 0,-1 1 0,1 0 0,-1 0 0,1 0 0,-1-1 0,1 1 0,-1 0 0,1 0 0,-1 0 0,1 1 0,5 27 0,-3 12-58,-3 0-1,-5 57 0,3-54-1130,0-13-5637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46.716"/>
    </inkml:context>
    <inkml:brush xml:id="br0">
      <inkml:brushProperty name="width" value="0.05" units="cm"/>
      <inkml:brushProperty name="height" value="0.05" units="cm"/>
    </inkml:brush>
  </inkml:definitions>
  <inkml:trace contextRef="#ctx0" brushRef="#br0">0 45 24575,'6'0'0,"19"0"0,29 0 0,40 0 0,44 0 0,45 0 0,39 0 0,21 0-1420,10 0 1420,-20 0 0,-39 0 0,-43-6-182,-56-5 182,-50 0 0,-50 2 0,-24 1-6589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25.647"/>
    </inkml:context>
    <inkml:brush xml:id="br0">
      <inkml:brushProperty name="width" value="0.05" units="cm"/>
      <inkml:brushProperty name="height" value="0.05" units="cm"/>
    </inkml:brush>
  </inkml:definitions>
  <inkml:trace contextRef="#ctx0" brushRef="#br0">4044 1 24575,'0'0'0,"-1"0"0,0 0 0,1 0 0,-1 0 0,0 0 0,1 1 0,-1-1 0,0 0 0,1 0 0,-1 1 0,1-1 0,-1 0 0,1 1 0,-1-1 0,1 0 0,-1 1 0,1-1 0,-1 1 0,1-1 0,-1 1 0,1-1 0,0 1 0,-1 0 0,1-1 0,0 1 0,-1-1 0,1 1 0,0 0 0,0-1 0,0 1 0,0 0 0,0-1 0,-1 1 0,1-1 0,0 1 0,0 0 0,1 0 0,3 33 0,-2-22 0,12 64 0,27 81 0,6 26 0,-36-114 0,4 108 0,-14 70 0,-1-237 0,-3 29 0,-1 0 0,-2 1 0,-1-2 0,-2 1 0,-2-1 0,-2 0 0,-1-2 0,-2 1 0,-27 45 0,-10 5 0,-4-2 0,-95 108 0,59-89 0,-36 44 0,100-106 0,28-39 0,-1-1 0,1 1 0,-1 0 0,1 0 0,0 0 0,0 0 0,0 0 0,1 0 0,-1 0 0,1 1 0,0-1 0,0 0 0,0 4 0,0-6 0,1 1 0,-1-1 0,1 0 0,-1 0 0,1 0 0,0 0 0,0 0 0,-1 0 0,1 0 0,0 0 0,0 0 0,0 0 0,0 0 0,0 0 0,0-1 0,0 1 0,2 0 0,25 12 0,-8-4 0,-16-6 0,1 0 0,-1 0 0,0 0 0,0 1 0,0 0 0,0 0 0,-1 0 0,1 0 0,-1 0 0,0 1 0,0 0 0,-1-1 0,0 1 0,1 0 0,-1 0 0,-1 0 0,1 1 0,-1-1 0,0 0 0,0 1 0,-1-1 0,0 0 0,1 1 0,-2-1 0,1 1 0,-2 6 0,0-2 0,0 1 0,-1-1 0,-1 1 0,0-1 0,0 0 0,-1 0 0,0-1 0,0 0 0,-1 1 0,-1-2 0,1 1 0,-11 9 0,-18 14 0,-1-2 0,-2-1 0,-1-2 0,-1-2 0,-1-2 0,-69 29 0,-9-7 0,-148 37 0,-388 61-646,433-99 523,179-35 123,-369 80 0,281-54 0,-140 57 0,169-50 193,3 5-1,1 4 0,-159 111 0,241-150-192,-29 20 0,1 2 0,-65 64 0,76-62 0,2 1 0,1 1 0,-28 48 0,32-41 0,0-4 0,2 1 0,3 2 0,-22 57 0,11 17 0,27-97-38,2 1-1,0 0 1,1 0-1,1 0 0,3 26 1,-1-13-1096,-1-15-5692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26.140"/>
    </inkml:context>
    <inkml:brush xml:id="br0">
      <inkml:brushProperty name="width" value="0.05" units="cm"/>
      <inkml:brushProperty name="height" value="0.05" units="cm"/>
    </inkml:brush>
  </inkml:definitions>
  <inkml:trace contextRef="#ctx0" brushRef="#br0">1 9 24575,'1'10'0,"1"0"0,1 0 0,-1 0 0,2-1 0,-1 1 0,1-1 0,1 0 0,6 11 0,0 1 0,-5-10 0,-1 1 0,2-1 0,0 0 0,0-1 0,15 17 0,-19-24 0,0 0 0,0-1 0,1 1 0,-1-1 0,0 0 0,1 0 0,-1 0 0,1-1 0,0 1 0,-1-1 0,1 0 0,0 0 0,0 0 0,0-1 0,0 1 0,0-1 0,0 0 0,0 0 0,0 0 0,0 0 0,0-1 0,7-2 0,-6 2 0,0-1 0,0-1 0,-1 1 0,1-1 0,-1 1 0,1-1 0,-1 0 0,0-1 0,0 1 0,0-1 0,-1 0 0,1 0 0,3-6 0,6-9 0,18-37 0,-16 28 0,-8 15 70,16-26 178,-21 37-388,0-1 0,0 1-1,0 0 1,1 0 0,-1 0-1,0 0 1,1 0 0,-1 0 0,1 1-1,0-1 1,5-1 0,12-1-6686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27.524"/>
    </inkml:context>
    <inkml:brush xml:id="br0">
      <inkml:brushProperty name="width" value="0.05" units="cm"/>
      <inkml:brushProperty name="height" value="0.05" units="cm"/>
    </inkml:brush>
  </inkml:definitions>
  <inkml:trace contextRef="#ctx0" brushRef="#br0">1 4627 24575,'0'1'0,"0"-1"0,0 1 0,0-1 0,-1 1 0,1-1 0,0 1 0,0-1 0,0 1 0,0-1 0,0 1 0,0-1 0,0 1 0,1-1 0,-1 1 0,0-1 0,0 1 0,0-1 0,0 1 0,1-1 0,-1 0 0,0 1 0,0-1 0,1 1 0,-1-1 0,0 1 0,1-1 0,-1 0 0,1 1 0,0-1 0,0 0 0,1-1 0,-1 0 0,1 0 0,-1 1 0,0-1 0,1 0 0,-1 0 0,0-1 0,0 1 0,0 0 0,2-2 0,147-183 0,-85 99 0,37-40 0,176-173 0,-215 241 0,3 4 0,2 2 0,2 3 0,130-67 0,-106 73 0,2 5 0,184-50 0,211-9 0,9 51 0,3 48 0,-230 22 0,-119-8 0,33 2 0,203 13 0,-353-29 0,262 1 0,-235-5 0,0-3 0,107-23 0,-64-1-84,124-53 0,100-62-271,-183 79 190,38-14 41,129-60 107,-231 99 19,127-86-1,-171 96-1,-1-1 0,-1-2 0,-2-2 0,-2-1 0,-1-1 0,-2-2 0,30-51 0,43-68 122,208-349 582,-267 424-704,4 3 0,117-149 0,-82 134 0,4 4 0,105-86 0,-116 116 0,2 4 0,2 4 0,114-57 0,1 21 0,233-73 0,-302 123 0,227-41 0,-278 73 0,118 0 0,-153 8 0,-25-1 0,1 0 0,-1-1 0,0-1 0,0 0 0,22-8 0,-3-3 0,40-21 0,-73 34 7,-1 1 0,0-1 1,0 1-1,1-1 0,-1 0 0,0 1 0,0-1 0,0 0 0,0 0 0,0 0 0,0 0 1,0 0-1,0 0 0,0 0 0,0-1 0,0 1 0,-1 0 0,1 0 0,0-1 0,-1 1 1,1 0-1,-1-1 0,1-2 0,-1 3 3,-1-1 0,1 0 0,-1 0 0,1 1 0,-1-1 0,0 0 0,1 1 0,-1-1 0,0 1 0,0-1 0,0 1 0,0-1 0,0 1 0,-1 0 0,1 0 1,-2-2-1,-4-3-295,-1 0 1,-1 0-1,1 1 1,-1 0-1,-13-5 1,-12-2-6542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28.126"/>
    </inkml:context>
    <inkml:brush xml:id="br0">
      <inkml:brushProperty name="width" value="0.05" units="cm"/>
      <inkml:brushProperty name="height" value="0.05" units="cm"/>
    </inkml:brush>
  </inkml:definitions>
  <inkml:trace contextRef="#ctx0" brushRef="#br0">0 10 24575,'1'-1'0,"-1"1"0,0-1 0,1 1 0,-1-1 0,1 1 0,-1-1 0,1 1 0,-1-1 0,1 1 0,-1-1 0,1 1 0,-1 0 0,1-1 0,-1 1 0,1 0 0,0-1 0,-1 1 0,1 0 0,-1 0 0,1 0 0,0 0 0,-1 0 0,1 0 0,0-1 0,-1 1 0,2 1 0,22-2 0,141 19 0,-105-9 0,375 78 0,-197-34 0,-222-50 0,22 6 0,-36-9 0,0 0 0,0 1 0,-1 0 0,1-1 0,0 1 0,-1 0 0,1 0 0,-1 0 0,1 0 0,-1 0 0,1 0 0,-1 0 0,0 1 0,0-1 0,2 2 0,-3-2 0,0 0 0,0-1 0,0 1 0,1 0 0,-1-1 0,0 1 0,-1 0 0,1-1 0,0 1 0,0 0 0,0-1 0,0 1 0,0-1 0,-1 1 0,1 0 0,0-1 0,0 1 0,-1-1 0,1 1 0,0-1 0,-1 1 0,1-1 0,-1 1 0,1-1 0,-1 1 0,1-1 0,-1 1 0,1-1 0,-1 1 0,-19 14 0,0 0 0,-38 21 0,-5 4 0,-21 20 0,3 4 0,2 3 0,-73 82 0,134-127-227,1 1-1,0 1 1,2 0-1,1 1 1,-21 51-1,27-56-6598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29.630"/>
    </inkml:context>
    <inkml:brush xml:id="br0">
      <inkml:brushProperty name="width" value="0.05" units="cm"/>
      <inkml:brushProperty name="height" value="0.05" units="cm"/>
    </inkml:brush>
  </inkml:definitions>
  <inkml:trace contextRef="#ctx0" brushRef="#br0">1 3657 24575,'0'-6'0,"1"0"0,-1 1 0,2-1 0,-1 1 0,1-1 0,-1 1 0,1-1 0,3-4 0,1-3 0,15-34 0,2 2 0,1 0 0,3 1 0,2 2 0,1 1 0,3 1 0,0 2 0,54-47 0,-43 48 0,1 2 0,2 2 0,1 2 0,2 2 0,0 3 0,2 1 0,70-22 0,218-52 0,-262 82 0,0 4 0,115-5 0,319 16 0,-21 2 0,-426-3 0,0-3 0,-1-3 0,0-3 0,-1-2 0,0-3 0,-1-3 0,-1-3 0,-1-2 0,-2-3 0,0-2 0,-2-3 0,63-49 0,-82 53 0,-1-2 0,-2-1 0,-1-2 0,42-56 0,-53 59 0,-1-1 0,-1-1 0,-2-1 0,-1-1 0,23-73 0,50-318 0,-41 165 0,-14 83 0,17-71 0,-43 220 0,1-1 0,1 1 0,1 1 0,2 0 0,1 1 0,24-34 0,-7 18 0,2 1 0,71-67 0,-64 73 0,3 1 0,1 2 0,1 3 0,2 1 0,1 2 0,53-20 0,3 6 0,217-51 0,-275 81-682,52-19-1,-83 23-6143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30.244"/>
    </inkml:context>
    <inkml:brush xml:id="br0">
      <inkml:brushProperty name="width" value="0.05" units="cm"/>
      <inkml:brushProperty name="height" value="0.05" units="cm"/>
    </inkml:brush>
  </inkml:definitions>
  <inkml:trace contextRef="#ctx0" brushRef="#br0">0 2 24575,'105'-1'0,"110"2"0,-213-1 0,0 0 0,-1 0 0,1 0 0,0 1 0,0-1 0,-1 0 0,1 1 0,0-1 0,-1 1 0,1-1 0,0 1 0,-1 0 0,1 0 0,-1 0 0,1 0 0,-1 0 0,1 0 0,-1 0 0,0 0 0,0 1 0,1-1 0,-1 0 0,0 1 0,0-1 0,0 1 0,-1 0 0,2 1 0,-1 3 0,1 0 0,-2 0 0,1 0 0,-1 0 0,0 1 0,-1 9 0,1-9 0,-1 2 0,0 0 0,0 1 0,-1-1 0,-1 0 0,0 0 0,0 0 0,0 0 0,-1 0 0,0-1 0,-1 0 0,0 0 0,-8 10 0,-7 5 0,0-2 0,-38 31 0,-22 24 0,12 10 0,28-33 0,37-50-151,0 1-1,0-1 0,1 1 0,0 0 1,-1 0-1,2 0 0,-1 0 1,-1 5-1,0 7-6674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31.509"/>
    </inkml:context>
    <inkml:brush xml:id="br0">
      <inkml:brushProperty name="width" value="0.05" units="cm"/>
      <inkml:brushProperty name="height" value="0.05" units="cm"/>
    </inkml:brush>
  </inkml:definitions>
  <inkml:trace contextRef="#ctx0" brushRef="#br0">37 4254 24575,'0'0'0,"0"1"0,-1-1 0,1 0 0,0 0 0,0 0 0,0 0 0,0 0 0,0 0 0,-1 0 0,1 1 0,0-1 0,0 0 0,0 0 0,0 0 0,-1 0 0,1 0 0,0 0 0,0 0 0,0 0 0,-1 0 0,1 0 0,0 0 0,0 0 0,0 0 0,0 0 0,-1 0 0,1 0 0,0-1 0,0 1 0,0 0 0,0 0 0,-1 0 0,1 0 0,0 0 0,0 0 0,0 0 0,0 0 0,0-1 0,-1 1 0,1 0 0,0 0 0,0 0 0,0 0 0,0 0 0,0-1 0,-6-12 0,-1-19 0,-3-69 0,5-160 0,5 164 0,-1-26 0,13-354 0,-7 430 0,2 0 0,3 0 0,1 1 0,3 0 0,27-61 0,-26 74 0,1 2 0,1 0 0,2 1 0,2 1 0,0 1 0,2 1 0,49-46 0,-58 62 0,1 0 0,0 1 0,0 1 0,1 0 0,0 1 0,1 1 0,0 0 0,0 2 0,0 0 0,1 0 0,20-1 0,21 0 0,1 2 0,61 5 0,-57 0 0,238-3 0,-202-4 0,103-18 0,-148 14 0,0-3 0,0-2 0,68-29 0,-86 28 0,0-3 0,-1-1 0,-1-1 0,-1-2 0,44-38 0,-57 42 0,-1-1 0,0-1 0,-1 0 0,-2-2 0,0 0 0,-1-1 0,-2 0 0,0-1 0,-2-1 0,0 0 0,-2-1 0,-1 0 0,-1 0 0,-2-1 0,6-45 0,20-187 0,23-290 0,-53 481 0,-2 1 0,-19-136 0,18 199 0,-11-51 0,3 0 0,-3-81 0,13 124 0,0 1 0,1-1 0,0 1 0,1-1 0,0 1 0,1 0 0,1 0 0,-1 0 0,13-19 0,-6 13 0,1 0 0,1 1 0,0 0 0,1 1 0,18-15 0,11-12-1365,-32 33-5461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32.148"/>
    </inkml:context>
    <inkml:brush xml:id="br0">
      <inkml:brushProperty name="width" value="0.05" units="cm"/>
      <inkml:brushProperty name="height" value="0.05" units="cm"/>
    </inkml:brush>
  </inkml:definitions>
  <inkml:trace contextRef="#ctx0" brushRef="#br0">0 153 24575,'5'4'0,"-1"-1"0,1 0 0,-1 0 0,1 0 0,0-1 0,0 0 0,0 0 0,0 0 0,1 0 0,-1-1 0,0 0 0,11 1 0,4 0 0,0-2 0,25-1 0,3-6 0,0-2 0,0-2 0,46-17 0,-55 16 0,117-45 0,-7 2 0,-148 54 0,1 1 0,0-1 0,0 0 0,0 1 0,0 0 0,0-1 0,0 1 0,0 0 0,0 0 0,0 0 0,0 0 0,0 0 0,0 0 0,0 1 0,-1-1 0,1 1 0,0-1 0,4 2 0,-6 0 0,1-1 0,0 0 0,0 0 0,-1 0 0,1 1 0,-1-1 0,1 0 0,-1 1 0,0-1 0,1 0 0,-1 1 0,0-1 0,0 0 0,0 1 0,0-1 0,0 1 0,0-1 0,-1 0 0,1 1 0,0-1 0,-1 0 0,1 1 0,-1-1 0,1 0 0,-1 0 0,0 2 0,-46 99 0,5-12 0,-19 78 0,55-145 0,0 1 0,2 0 0,1 0 0,1 0 0,1 33 0,1-38-1365,1-2-5461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35.756"/>
    </inkml:context>
    <inkml:brush xml:id="br0">
      <inkml:brushProperty name="width" value="0.05" units="cm"/>
      <inkml:brushProperty name="height" value="0.05" units="cm"/>
    </inkml:brush>
  </inkml:definitions>
  <inkml:trace contextRef="#ctx0" brushRef="#br0">0 4826 24575,'4'-11'0,"0"0"0,-1 0 0,0 0 0,-1-1 0,0 1 0,-1-1 0,0-13 0,5-33 0,6 8 0,3 0 0,2 2 0,35-71 0,-38 89 0,10-23 0,2 1 0,49-71 0,-64 107 0,0 0 0,2 1 0,0 1 0,0 0 0,1 1 0,1 1 0,0 0 0,1 0 0,0 2 0,1 0 0,27-11 0,3 5 0,80-16 0,55 1 0,-138 25 0,233-30 0,-62 9 0,545-54-449,5 73-32,-674 14 419,153 31-1,-180-22 105,-1 4 0,0 2 0,65 31 0,-83-30 106,2-3 0,0-1 0,1-3 0,0-1-1,86 12 1,14-16-148,182-10 0,-187-10-127,0-5 0,0-7 0,143-42 0,407-156-381,-169 22 508,-227 84 0,-288 110 0,346-141 0,-291 115 0,-2-3 0,-2-3 0,81-63 0,-102 68 169,1 1 1,2 2-1,1 2 1,0 2-1,86-34 0,-33 27-264,1 4 0,166-25-1,208 4-336,-256 30 360,606-60 72,-791 76 12,148-8 416,-155 11-370,0 0 0,0 2 1,0 0-1,-1 2 1,38 12-1,84 47-58,-88-37 0,60 20 0,-97-41 0,1 0 0,0-2 0,0 0 0,0-1 0,0-1 0,0-1 0,26-2 0,-33 0 0,-1-1 0,1-1 0,-1 0 0,1-1 0,-1 0 0,0-1 0,0 0 0,-1-1 0,14-9 0,9-9 0,47-43 0,-15 13 0,129-111 0,-165 136 0,-2-1 0,-1-2 0,-2-1 0,25-41 0,74-169 0,-87 163 0,93-150 0,-70 148 0,5 2 0,79-76 0,-110 121 0,-1-2 0,50-73 0,-51 61 0,2 1 0,59-62 0,-69 85 0,2 2 0,0 0 0,1 2 0,2 1 0,47-26 0,-5 14 0,2 3 0,91-24 0,-111 38 0,277-83 0,-133 48 0,-97 26 0,-46 12 0,-1 3 0,77-4 0,112 10 0,-22 0 0,-135-3 0,1-5 0,123-31 0,-120 28 0,-27 5 0,-50 6 0,0-2 0,-1 1 0,0-1 0,0-1 0,-1 0 0,0-1 0,0 0 0,0 0 0,11-11 0,-4 4 0,-13 10 0,0 1 0,0-1 0,0 1 0,0-1 0,-1 0 0,1-1 0,-1 1 0,0-1 0,-1 1 0,4-8 0,-5 10 0,0-1 0,-1 0 0,1 0 0,-1 0 0,1 0 0,-1 1 0,0-1 0,0 0 0,-1 0 0,1 0 0,0 0 0,-1 0 0,0 1 0,0-1 0,0 0 0,0 1 0,0-1 0,0 0 0,-1 1 0,1-1 0,-4-3 0,-9-10-227,-1-1-1,-1 2 1,-1 0-1,0 1 1,-37-22-1,-10-6-6598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3:36.663"/>
    </inkml:context>
    <inkml:brush xml:id="br0">
      <inkml:brushProperty name="width" value="0.05" units="cm"/>
      <inkml:brushProperty name="height" value="0.05" units="cm"/>
    </inkml:brush>
  </inkml:definitions>
  <inkml:trace contextRef="#ctx0" brushRef="#br0">0 0 24575,'8'3'0,"0"0"0,-1 1 0,0 0 0,10 8 0,19 9 0,18 2 0,82 23 0,-78-28 0,71 32 0,-114-41 0,0 0 0,-1 1 0,0 1 0,-1 0 0,14 14 0,-24-21 0,1-1 0,-1 1 0,1 0 0,-1 0 0,0 1 0,0-1 0,-1 0 0,1 1 0,-1 0 0,0 0 0,0-1 0,0 1 0,-1 1 0,2 7 0,-2-5 0,-1 1 0,0-1 0,0 1 0,-1-1 0,0 0 0,0 1 0,-5 13 0,-2 0 0,-1 1 0,-1-2 0,0 0 0,-2 0 0,-15 20 0,-14 16 154,22-32-407,0 2 0,2-1 0,1 2-1,1 0 1,-13 36 0,19-36-6573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4:03.756"/>
    </inkml:context>
    <inkml:brush xml:id="br0">
      <inkml:brushProperty name="width" value="0.05" units="cm"/>
      <inkml:brushProperty name="height" value="0.05" units="cm"/>
    </inkml:brush>
  </inkml:definitions>
  <inkml:trace contextRef="#ctx0" brushRef="#br0">1 100 24575,'6'-3'0,"7"-1"0,19-6 0,25-6 0,31-1 0,30 2 0,18 5 0,15 2 0,-10 4 0,-17 3 0,-26 0 0,-31-1 0,-29-2 0,-39 1 0,-18 1-8191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4T02:24:04.116"/>
    </inkml:context>
    <inkml:brush xml:id="br0">
      <inkml:brushProperty name="width" value="0.05" units="cm"/>
      <inkml:brushProperty name="height" value="0.05" units="cm"/>
    </inkml:brush>
  </inkml:definitions>
  <inkml:trace contextRef="#ctx0" brushRef="#br0">0 27 24575,'6'0'0,"19"0"0,34 0 0,31 0 0,29 0 0,34 0 0,33 0 0,24 0-1030,6 0 1030,-8-5 0,-27-3 0,-42 1 0,-45 1-7161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29.468"/>
    </inkml:context>
    <inkml:brush xml:id="br0">
      <inkml:brushProperty name="width" value="0.05" units="cm"/>
      <inkml:brushProperty name="height" value="0.05" units="cm"/>
      <inkml:brushProperty name="color" value="#FF0066"/>
    </inkml:brush>
  </inkml:definitions>
  <inkml:trace contextRef="#ctx0" brushRef="#br0">3575 210 24575,'-30'-13'0,"0"1"0,-1 2 0,-36-8 0,15 4 0,-306-75 0,252 69 0,-155-9 0,109 24 0,1 7 0,-1 7 0,-233 42 0,-24 24-239,-139 26-132,258-31 371,230-52 0,2 3 0,-100 51 1,138-61 22,1 1 0,0 1 1,1 1-1,1 0 1,0 1-1,1 1 1,0 1-1,1 0 1,1 1-1,1 0 0,1 1 1,-12 23-1,14-19 5,1 0 0,1 0 0,0 1-1,2-1 1,1 2 0,1-1-1,1 1 1,1-1 0,1 1 0,4 46-1,-1-56-27,0-1 0,1 1 0,1 0 0,0-1 0,1 0 0,0 0 0,1 0 0,1-1 0,0 0 0,1 0 0,1-1 0,13 16 0,-10-14 0,2-1 0,0 0 0,1-2 0,0 1 0,0-2 0,1 0 0,1-1 0,-1 0 0,30 9 0,3-2 18,1-2 0,99 14 0,111-6-287,832-11-2175,-820-13 1863,367-20 630,-525 12-218,-1-6 1,-1-4 0,169-54 0,-224 54 117,-2-2 1,78-44-1,-104 48 86,0 0 0,-1-2 1,-1-1-1,-1-2 0,38-41 0,-48 44 220,-1-1 0,-1 0 1,-1-1-1,0-1 0,-2 0 0,-1-1 0,9-29 0,-7 11 186,-2-1 0,-2 0 0,4-60 0,-11 98-441,-1 1 0,0 0 0,0 0 0,0 0 0,0-1 0,-1 1 0,0 0 0,0 0 0,0 0 0,0 0 0,-1 0 0,1 0 0,-1 0 0,-4-6 0,1 5 0,1 0 0,-1 0 0,0 1 0,-1 0 0,1 0 0,-1 0 0,0 0 0,1 1 0,-11-4 0,-63-24 0,-142-38 0,172 56 0,-352-83 0,277 75 0,-163-7 0,282 28 0,-5-1 0,-1 0 0,0 1 0,1 1 0,-1 0 0,0 0 0,-12 4 0,22-5 0,-1 1 0,0 0 0,0 0 0,0 0 0,0 0 0,1 0 0,-1 0 0,0 0 0,1 1 0,-1-1 0,1 1 0,-1-1 0,1 1 0,0-1 0,-2 4 0,2-2 0,0 0 0,0-1 0,0 1 0,1 0 0,-1 0 0,1 0 0,0 0 0,0 0 0,0-1 0,0 1 0,0 0 0,1 0 0,-1 0 0,2 3 0,4 12-455,1 0 0,16 30 0,-1-6-6371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32.076"/>
    </inkml:context>
    <inkml:brush xml:id="br0">
      <inkml:brushProperty name="width" value="0.05" units="cm"/>
      <inkml:brushProperty name="height" value="0.05" units="cm"/>
      <inkml:brushProperty name="color" value="#FF0066"/>
    </inkml:brush>
  </inkml:definitions>
  <inkml:trace contextRef="#ctx0" brushRef="#br0">779 1 24575,'-98'0'0,"-105"15"0,166-9 0,1 0 0,-1 3 0,2 1 0,-1 1 0,1 2 0,-34 19 0,57-26 0,1 2 0,0-1 0,0 1 0,1 1 0,0 0 0,0 1 0,1 0 0,1 0 0,-1 1 0,2 0 0,0 0 0,0 1 0,1 0 0,0 0 0,1 0 0,-5 17 0,-1 13 0,3 0 0,1 0 0,-3 79 0,3 54 0,19 221 0,-4-317 0,5 0 0,2-1 0,4 0 0,3-2 0,4 0 0,3-2 0,3-1 0,3-1 0,63 95 0,-78-137 0,-2 0 0,20 44 0,-30-55 0,-1 1 0,-1-1 0,-1 1 0,-1 0 0,3 31 0,-4 283 0,-6-223 0,3-55 0,-3-1 0,-14 81 0,14-121 0,0 0 0,-2 0 0,1 0 0,-2 0 0,0-1 0,-1 0 0,0 0 0,-1-1 0,-1 0 0,0 0 0,0-1 0,-1 0 0,-21 18 0,16-19 0,0 0 0,-1-2 0,0 0 0,0 0 0,-33 10 0,37-14 0,-1-2 0,0 1 0,0-2 0,0 0 0,0 0 0,0-1 0,0-1 0,-22-2 0,55 7 0,0 2 0,0-1 0,0 2 0,-1 1 0,0 1 0,23 15 0,-13-9 0,28 17 0,-2 2 0,-2 2 0,73 65 0,-99-76 0,-1 2 0,-1 0 0,-1 2 0,-1 1 0,-2 0 0,-2 2 0,24 50 0,-27-41 0,-2 1 0,-1 0 0,-3 1 0,-1 0 0,3 56 0,-3 226 0,-9-294 0,-6 343 0,-1 118 0,7-459 0,2 0 0,1 0 0,2-1 0,12 50 0,-11-66 0,0 0 0,0-1 0,2 0 0,0 0 0,0-1 0,2 0 0,0-1 0,0 0 0,1 0 0,18 16 0,-13-16 0,1 0 0,0-2 0,1 1 0,1-2 0,0-1 0,0 0 0,1-1 0,0-1 0,29 7 0,-23-9 0,0-1 0,0-1 0,0-2 0,0 0 0,0-2 0,1-1 0,35-5 0,-56 5-85,-1 0 0,1 0-1,0-1 1,-1 1 0,1-1-1,-1 0 1,1-1 0,-1 1-1,0-1 1,0 0 0,0 0-1,0-1 1,-1 1 0,0-1-1,8-9 1,-4 2-6741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36.875"/>
    </inkml:context>
    <inkml:brush xml:id="br0">
      <inkml:brushProperty name="width" value="0.05" units="cm"/>
      <inkml:brushProperty name="height" value="0.05" units="cm"/>
      <inkml:brushProperty name="color" value="#FF0066"/>
    </inkml:brush>
  </inkml:definitions>
  <inkml:trace contextRef="#ctx0" brushRef="#br0">0 0 24575,'3'0'0,"7"0"0,19 0 0,31 6 0,16 2 0,22-1 0,5-1 0,4-2 0,-9-1 0,-15-2 0,-15 0 0,-20-1-8191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37.268"/>
    </inkml:context>
    <inkml:brush xml:id="br0">
      <inkml:brushProperty name="width" value="0.05" units="cm"/>
      <inkml:brushProperty name="height" value="0.05" units="cm"/>
      <inkml:brushProperty name="color" value="#FF0066"/>
    </inkml:brush>
  </inkml:definitions>
  <inkml:trace contextRef="#ctx0" brushRef="#br0">1 1 24575,'29'0'0,"33"0"0,37 6 0,32 4 0,24 10 0,4 2 0,-7-4 0,-16-5 0,-31-4-8191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19.575"/>
    </inkml:context>
    <inkml:brush xml:id="br0">
      <inkml:brushProperty name="width" value="0.05" units="cm"/>
      <inkml:brushProperty name="height" value="0.05" units="cm"/>
      <inkml:brushProperty name="color" value="#FF0066"/>
    </inkml:brush>
  </inkml:definitions>
  <inkml:trace contextRef="#ctx0" brushRef="#br0">1 648 24575,'0'-464'0,"0"448"0,1 1 0,0-1 0,1 0 0,1 1 0,1-1 0,0 1 0,1 0 0,0 0 0,10-17 0,-15 31 6,1 0 0,-1 0 0,1 1-1,-1-1 1,0 0 0,1 1 0,-1-1 0,1 1-1,-1-1 1,1 1 0,0-1 0,-1 1 0,1-1-1,-1 1 1,1-1 0,0 1 0,0-1 0,-1 1-1,1 0 1,0 0 0,0-1 0,-1 1 0,1 0-1,1 0 1,-1 0 4,-1 0 0,1 1 0,0-1-1,0 1 1,-1-1 0,1 0 0,0 1 0,0 0 0,-1-1-1,1 1 1,0-1 0,-1 1 0,1 0 0,-1-1-1,1 1 1,-1 0 0,1 0 0,-1 0 0,4 7-257,-1 0 0,0 0 0,3 12 0,-4-13-462,4 14-6117</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20.860"/>
    </inkml:context>
    <inkml:brush xml:id="br0">
      <inkml:brushProperty name="width" value="0.05" units="cm"/>
      <inkml:brushProperty name="height" value="0.05" units="cm"/>
      <inkml:brushProperty name="color" value="#FF0066"/>
    </inkml:brush>
  </inkml:definitions>
  <inkml:trace contextRef="#ctx0" brushRef="#br0">735 655 24575,'1'0'0,"-1"-1"0,1 1 0,0 0 0,-1-1 0,1 1 0,0-1 0,-1 1 0,1-1 0,-1 1 0,1-1 0,-1 0 0,1 1 0,-1-1 0,0 0 0,1 1 0,-1-1 0,0 0 0,1 1 0,-1-1 0,0 0 0,0 0 0,0 1 0,0-1 0,0 0 0,0-1 0,3-25 0,-2 23 0,2-337 0,-4 327 0,-1 0 0,-1 0 0,0 0 0,-1 0 0,0 0 0,-1 1 0,-1-1 0,0 1 0,-1 1 0,0-1 0,-1 1 0,-1 1 0,1-1 0,-2 1 0,-10-9 0,13 14 0,0 1 0,0 0 0,-1 0 0,1 1 0,-1 0 0,0 0 0,0 1 0,-1 0 0,1 1 0,0 0 0,-1 0 0,-13-1 0,-12 1 0,-66 3 0,50 2 0,30-3 0,0 1 0,0 1 0,-21 4 0,35-4 0,-1 0 0,1 0 0,0 0 0,0 1 0,0 0 0,0 0 0,0 1 0,0 0 0,1 0 0,0 0 0,0 0 0,0 1 0,-5 6 0,-6 9 0,1 0 0,0 2 0,1 0 0,2 0 0,0 1 0,-16 48 0,16-32 0,1 0 0,2 1 0,2 0 0,-5 72 0,15 231 0,5-261 0,1 40 0,-10 2-1365,1-105-5461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21.587"/>
    </inkml:context>
    <inkml:brush xml:id="br0">
      <inkml:brushProperty name="width" value="0.05" units="cm"/>
      <inkml:brushProperty name="height" value="0.05" units="cm"/>
      <inkml:brushProperty name="color" value="#FF0066"/>
    </inkml:brush>
  </inkml:definitions>
  <inkml:trace contextRef="#ctx0" brushRef="#br0">9 83 24575,'-1'0'0,"1"1"0,-1-1 0,1 0 0,-1 0 0,1 1 0,-1-1 0,1 0 0,-1 1 0,1-1 0,0 1 0,-1-1 0,1 0 0,0 1 0,-1-1 0,1 1 0,0-1 0,-1 1 0,1-1 0,0 1 0,0-1 0,0 1 0,0-1 0,-1 1 0,1-1 0,0 1 0,0 0 0,0-1 0,0 1 0,0-1 0,0 1 0,0-1 0,1 1 0,-1-1 0,0 1 0,0-1 0,0 1 0,1 0 0,6 22 0,-5-18 0,1 0 0,1-1 0,-1 1 0,0-1 0,1 0 0,0 0 0,0 0 0,8 5 0,40 23 0,-29-20 0,-20-10 0,0 0 0,-1-1 0,1 1 0,0-1 0,0 0 0,1 0 0,-1 0 0,0 0 0,0-1 0,0 1 0,1-1 0,-1 0 0,0 0 0,0 0 0,1 0 0,-1-1 0,6-1 0,-5 0 0,0 1 0,1-2 0,-1 1 0,0 0 0,0-1 0,-1 0 0,1 1 0,-1-2 0,1 1 0,-1 0 0,4-5 0,4-8 0,-1 0 0,0-1 0,-1 0 0,12-34 0,-7 14-1365,-2 6-5461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23.213"/>
    </inkml:context>
    <inkml:brush xml:id="br0">
      <inkml:brushProperty name="width" value="0.05" units="cm"/>
      <inkml:brushProperty name="height" value="0.05" units="cm"/>
      <inkml:brushProperty name="color" value="#FF0066"/>
    </inkml:brush>
  </inkml:definitions>
  <inkml:trace contextRef="#ctx0" brushRef="#br0">1651 926 24575,'2'-2'0,"-1"0"0,1 0 0,-1 0 0,0 0 0,1 0 0,-1-1 0,0 1 0,0 0 0,-1-1 0,1 1 0,0-1 0,0-4 0,1-34 0,-2 27 0,1-10 0,1-193 0,-4 173 0,-2 0 0,-17-81 0,-1 54 0,-38-86 0,48 129 0,7 15 0,0 0 0,-1 1 0,-1-1 0,0 2 0,-12-16 0,16 23 0,0 1 0,0 0 0,-1 0 0,1 0 0,-1 0 0,1 1 0,-1 0 0,0-1 0,0 1 0,0 0 0,0 1 0,0-1 0,0 1 0,-1 0 0,1 0 0,0 0 0,-1 1 0,1-1 0,-1 1 0,-8 1 0,-39 7 0,1 2 0,0 2 0,-65 25 0,-45 27 0,-37 12 0,179-70 0,2 2 0,-1 0 0,1 1 0,0 0 0,1 2 0,-22 17 0,-84 85 0,27-23 0,62-61 0,2 2 0,1 0 0,2 2 0,1 2 0,1 0 0,2 2 0,2 0 0,1 2 0,2 0 0,-24 73 0,32-68 0,2 0 0,-3 55 0,7-49 0,-15 64 0,7-65 0,1 0 0,4 0 0,1 1 0,0 51 0,7-100 5,0 2-142,0 1 0,0-1 0,0 0 0,-1 1 0,1-1 0,-1 0 0,1 0 0,-1 0 0,-2 4 0,-4 3-6689</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23.804"/>
    </inkml:context>
    <inkml:brush xml:id="br0">
      <inkml:brushProperty name="width" value="0.05" units="cm"/>
      <inkml:brushProperty name="height" value="0.05" units="cm"/>
      <inkml:brushProperty name="color" value="#FF0066"/>
    </inkml:brush>
  </inkml:definitions>
  <inkml:trace contextRef="#ctx0" brushRef="#br0">0 0 24575,'1'4'0,"0"-1"0,0 0 0,0 1 0,1-1 0,-1 0 0,1 0 0,-1 0 0,1 0 0,4 5 0,3 4 0,-3-1 0,0 0 0,1-1 0,0 0 0,0 0 0,1-1 0,15 14 0,-21-21 0,1 0 0,0 0 0,0-1 0,0 1 0,0 0 0,0-1 0,1 0 0,-1 0 0,0 0 0,1 0 0,-1 0 0,0-1 0,1 1 0,-1-1 0,1 0 0,-1 0 0,1 0 0,-1-1 0,1 1 0,-1-1 0,0 0 0,1 0 0,-1 0 0,0 0 0,0-1 0,0 1 0,1-1 0,1-2 0,7-4-170,0 0-1,-1-2 0,0 1 1,-1-1-1,0-1 0,0 0 1,8-13-1,-4 3-6655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25.316"/>
    </inkml:context>
    <inkml:brush xml:id="br0">
      <inkml:brushProperty name="width" value="0.05" units="cm"/>
      <inkml:brushProperty name="height" value="0.05" units="cm"/>
      <inkml:brushProperty name="color" value="#FF0066"/>
    </inkml:brush>
  </inkml:definitions>
  <inkml:trace contextRef="#ctx0" brushRef="#br0">2416 977 24575,'2'0'0,"-1"0"0,0-1 0,0 1 0,1 0 0,-1-1 0,0 0 0,0 1 0,1-1 0,-1 0 0,0 0 0,0 0 0,0 1 0,0-1 0,0 0 0,0 0 0,0-1 0,-1 1 0,1 0 0,0 0 0,-1 0 0,1 0 0,0-1 0,0-1 0,10-32 0,-11 34 0,5-21 0,-2 1 0,-1-1 0,0 0 0,-2-1 0,-1 1 0,0 0 0,-2 0 0,0 0 0,-1 1 0,-2-1 0,-8-21 0,-13-27 0,-68-125 0,81 169 0,7 12 0,-79-137 0,70 124 0,-3 2 0,0 0 0,-33-34 0,47 55 0,-1 0 0,1 0 0,-1 0 0,0 0 0,0 1 0,0 0 0,-1 0 0,1 1 0,0 0 0,-1 0 0,0 0 0,-10 0 0,-8-1 0,0 2 0,-28 3 0,20-1 0,9-1 0,-1 1 0,0 1 0,1 1 0,0 1 0,0 2 0,-33 10 0,-51 32 0,2 4 0,-183 120 0,216-121 0,2 4 0,3 2 0,2 3 0,-73 87 0,66-66 0,36-42 0,2 1 0,-59 89 0,43-41 0,-127 199 0,169-272 0,0 1 0,0 0 0,2 1 0,-11 32 0,-3 8 0,15-41 0,-2-1 0,1 0 0,-2-1 0,0 0 0,0 0 0,-2-1 0,1 0 0,-2-1 0,-14 13 0,24-24 18,0 0 0,0 1 0,0-1 0,0 0 0,0 0 0,0-1 0,0 1 0,0 0 0,0-1 0,0 1 0,-1-1 0,1 0 0,0 0 0,0 1 0,-1-2 0,1 1 0,0 0 0,-3-1 0,1 0-232,0 0 1,-1-1 0,1 0-1,0 0 1,0 0 0,0 0-1,-6-5 1,-8-7-6613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25.884"/>
    </inkml:context>
    <inkml:brush xml:id="br0">
      <inkml:brushProperty name="width" value="0.05" units="cm"/>
      <inkml:brushProperty name="height" value="0.05" units="cm"/>
      <inkml:brushProperty name="color" value="#FF0066"/>
    </inkml:brush>
  </inkml:definitions>
  <inkml:trace contextRef="#ctx0" brushRef="#br0">1 1 24575,'63'146'0,"0"-2"0,-61-140 0,0-1 0,0 1 0,0-1 0,0 1 0,1-1 0,-1 0 0,1 0 0,0 0 0,0 0 0,0-1 0,0 1 0,1-1 0,-1 0 0,1 0 0,-1 0 0,1 0 0,5 1 0,2-1 0,-1 0 0,1-1 0,-1 0 0,1-1 0,16-1 0,8-2-682,38-9-1,-54 8-6143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42.627"/>
    </inkml:context>
    <inkml:brush xml:id="br0">
      <inkml:brushProperty name="width" value="0.05" units="cm"/>
      <inkml:brushProperty name="height" value="0.05" units="cm"/>
      <inkml:brushProperty name="color" value="#FF0066"/>
    </inkml:brush>
  </inkml:definitions>
  <inkml:trace contextRef="#ctx0" brushRef="#br0">59 1 24575,'186'0'0,"-234"-1"0,-64 2 0,110-1 0,0 0 0,0 1 0,-1-1 0,1 1 0,0-1 0,0 1 0,0 0 0,0 0 0,0 0 0,0 0 0,0 0 0,0 0 0,1 0 0,-1 1 0,0-1 0,1 0 0,-1 1 0,1 0 0,-1-1 0,1 1 0,0 0 0,-1 0 0,1 0 0,0 0 0,0 0 0,1 0 0,-1 0 0,0 0 0,1 0 0,-1 0 0,1 3 0,-2 8 0,1 0 0,1-1 0,0 1 0,3 18 0,-2-10 0,-1 4 0,1 19 0,0-41 0,-1 0 0,0-1 0,1 1 0,-1-1 0,1 1 0,0-1 0,0 1 0,0-1 0,0 1 0,0-1 0,1 0 0,1 3 0,-1-4 0,-1 0 0,0 0 0,1 0 0,-1 0 0,1 0 0,-1-1 0,1 1 0,-1-1 0,1 1 0,-1-1 0,1 1 0,-1-1 0,1 0 0,0 0 0,-1 0 0,1 0 0,0 0 0,2-1 0,35-8 0,-22 4 0,2 1 0,1 1 0,-1 1 0,1 1 0,0 0 0,19 3 0,-37-2 0,-1 0 0,1 1 0,0-1 0,0 0 0,-1 1 0,1 0 0,-1-1 0,1 1 0,0 0 0,-1 0 0,1 0 0,-1 0 0,0 0 0,1 0 0,-1 0 0,0 0 0,0 1 0,1-1 0,0 3 0,0 0 0,0-1 0,0 1 0,-1-1 0,0 1 0,0 0 0,0-1 0,0 1 0,0 7 0,-1-2 0,0 1 0,0-1 0,-1 0 0,0 0 0,-1 0 0,0 0 0,-4 11 0,4-17 0,0 0 0,0 1 0,-1-1 0,1 0 0,-1-1 0,0 1 0,0 0 0,0-1 0,0 1 0,0-1 0,-1 0 0,1 0 0,-1 0 0,1-1 0,-1 1 0,-5 1 0,-8 2 0,1-1 0,-24 4 0,21-5 44,-117 20-1453,112-18-5417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45.203"/>
    </inkml:context>
    <inkml:brush xml:id="br0">
      <inkml:brushProperty name="width" value="0.05" units="cm"/>
      <inkml:brushProperty name="height" value="0.05" units="cm"/>
      <inkml:brushProperty name="color" value="#FF0066"/>
    </inkml:brush>
  </inkml:definitions>
  <inkml:trace contextRef="#ctx0" brushRef="#br0">134 20 24575,'20'-5'0,"1"0"0,-1 1 0,0 1 0,1 1 0,0 1 0,-1 1 0,22 2 0,-40-1 0,0-1 0,0 0 0,0 0 0,-1 1 0,1-1 0,0 1 0,-1-1 0,1 1 0,-1 0 0,1 0 0,0 0 0,-1-1 0,1 1 0,-1 1 0,0-1 0,1 0 0,-1 0 0,0 0 0,0 1 0,0-1 0,2 3 0,-2 0 0,1-1 0,-1 0 0,0 1 0,-1-1 0,1 0 0,0 1 0,-1-1 0,0 1 0,0-1 0,0 6 0,-1 0 0,0 0 0,-1 0 0,0 0 0,-1 0 0,0 0 0,0-1 0,-8 16 0,8-20 0,0 0 0,0-1 0,0 1 0,0-1 0,0 0 0,-1 0 0,1 0 0,-1 0 0,0-1 0,0 1 0,0-1 0,-8 3 0,-2 0 0,0-1 0,-25 4 0,-14 4 0,44-9 0,-16 6 0,25-9 0,-1 0 0,1 0 0,0 0 0,0 0 0,0 0 0,0 0 0,0 0 0,0 0 0,0 0 0,0 0 0,0 0 0,0 0 0,-1 0 0,1 1 0,0-1 0,0 0 0,0 0 0,0 0 0,0 0 0,0 0 0,0 0 0,0 0 0,0 0 0,0 0 0,0 1 0,0-1 0,0 0 0,0 0 0,0 0 0,0 0 0,0 0 0,0 0 0,0 0 0,0 0 0,0 0 0,0 1 0,0-1 0,0 0 0,0 0 0,0 0 0,0 0 0,0 0 0,0 0 0,0 0 0,0 0 0,0 1 0,0-1 0,0 0 0,0 0 0,0 0 0,1 0 0,-1 0 0,0 0 0,0 0 0,0 0 0,15 4 0,-2-3 0,0 1 0,0 0 0,0 1 0,22 8 0,-32-10 0,0 1 0,-1-1 0,1 1 0,0-1 0,0 1 0,-1 0 0,1 0 0,-1 0 0,0 0 0,0 1 0,0-1 0,0 1 0,0-1 0,0 1 0,0 0 0,-1 0 0,0-1 0,1 1 0,-1 0 0,0 0 0,0 1 0,-1-1 0,1 0 0,-1 0 0,1 4 0,-1-2 12,0 0-1,0 0 0,-1 0 1,1 0-1,-1 0 1,0 0-1,-1 0 0,1 0 1,-1-1-1,0 1 0,0 0 1,0-1-1,-1 0 1,-4 7-1,2-6 6,0 1 0,0-1 0,-1 0 0,1-1 0,-1 1 0,0-1 0,-1 0 0,1-1 1,-9 4-1,3-2-173,-1 0 1,0-1 0,0-1 0,0 0 0,-1-1 0,1 0 0,0-1-1,-1-1 1,0 0 0,-19-3 0,13-1-6671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39:47.726"/>
    </inkml:context>
    <inkml:brush xml:id="br0">
      <inkml:brushProperty name="width" value="0.05" units="cm"/>
      <inkml:brushProperty name="height" value="0.05" units="cm"/>
      <inkml:brushProperty name="color" value="#FF0066"/>
    </inkml:brush>
  </inkml:definitions>
  <inkml:trace contextRef="#ctx0" brushRef="#br0">29 53 24575,'0'-2'0,"0"-1"0,1 1 0,-1-1 0,1 1 0,0 0 0,0-1 0,0 1 0,0 0 0,0 0 0,0 0 0,1 0 0,-1 0 0,1 0 0,-1 0 0,1 0 0,0 0 0,0 1 0,-1-1 0,1 1 0,0 0 0,1-1 0,-1 1 0,0 0 0,0 0 0,0 0 0,1 0 0,-1 1 0,1-1 0,-1 1 0,0-1 0,1 1 0,-1 0 0,3 0 0,-2-1 0,0 1 0,0 0 0,1 0 0,-1 0 0,0 0 0,0 0 0,0 1 0,0-1 0,-1 1 0,1 0 0,0 0 0,0 0 0,0 0 0,0 1 0,-1-1 0,1 1 0,-1-1 0,1 1 0,-1 0 0,0 0 0,1 0 0,-1 0 0,0 0 0,0 1 0,-1-1 0,4 6 0,-3-1 0,0 0 0,0 1 0,0 0 0,-1-1 0,-1 1 0,1 0 0,-1 0 0,0-1 0,-1 1 0,0 0 0,0 0 0,-1-1 0,0 1 0,0-1 0,-1 0 0,0 1 0,0-1 0,0 0 0,-1-1 0,0 1 0,-1-1 0,1 1 0,-1-1 0,-1-1 0,-7 8 0,-22 16 0,26-23 0,0 1 0,1 0 0,-1 1 0,1-1 0,1 2 0,-12 15 0,19-24 0,-1 1 0,1 0 0,-1-1 0,1 1 0,0 0 0,-1 0 0,1 0 0,0-1 0,-1 1 0,1 0 0,0 0 0,0 0 0,0 0 0,0 0 0,0-1 0,0 1 0,0 0 0,0 0 0,0 0 0,0 0 0,0 0 0,1-1 0,-1 1 0,0 0 0,1 0 0,-1 0 0,1-1 0,-1 1 0,0 0 0,1 0 0,0-1 0,-1 1 0,1 0 0,-1-1 0,1 1 0,0-1 0,-1 1 0,1-1 0,0 1 0,0-1 0,-1 1 0,1-1 0,0 0 0,0 0 0,0 1 0,0-1 0,-1 0 0,1 0 0,0 0 0,1 0 0,7 2 0,0-1 0,0 0 0,16-1 0,-17 0 0,98-3-1365,-85 3-5461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40:34.900"/>
    </inkml:context>
    <inkml:brush xml:id="br0">
      <inkml:brushProperty name="width" value="0.05" units="cm"/>
      <inkml:brushProperty name="height" value="0.05" units="cm"/>
      <inkml:brushProperty name="color" value="#FF0066"/>
    </inkml:brush>
  </inkml:definitions>
  <inkml:trace contextRef="#ctx0" brushRef="#br0">819 88 24575,'-1'-2'0,"1"0"0,-1 0 0,1 0 0,-1-1 0,0 1 0,0 0 0,0 0 0,0 0 0,0 0 0,0 0 0,0 1 0,-1-1 0,1 0 0,-1 1 0,1-1 0,-1 1 0,0-1 0,0 1 0,0 0 0,1-1 0,-1 1 0,0 0 0,-5-1 0,-4-3 0,-1 1 0,-23-6 0,33 10 0,-48-10 0,-1 2 0,0 3 0,0 2 0,-92 6 0,129-2 0,0 1 0,0 0 0,0 1 0,0 1 0,1 0 0,-1 1 0,1 0 0,0 1 0,1 1 0,-1 0 0,1 0 0,0 1 0,1 1 0,0 0 0,1 1 0,-19 20 0,9-7 0,0 1 0,2 0 0,1 2 0,-19 35 0,30-48 0,1-1 0,0 1 0,1 0 0,1 0 0,0 0 0,0 0 0,1 1 0,1-1 0,0 1 0,1 0 0,1-1 0,2 18 0,1-9 0,1 0 0,0 0 0,2-1 0,0 1 0,2-2 0,0 1 0,16 25 0,-20-38 0,0 0 0,1 0 0,0-1 0,1 0 0,-1 0 0,2 0 0,-1-1 0,0 0 0,1 0 0,0-1 0,1 0 0,-1 0 0,1-1 0,0-1 0,0 1 0,0-1 0,1-1 0,-1 1 0,14 0 0,14 0 0,1-2 0,73-8 0,-102 6 0,0-1 0,0 0 0,0-1 0,-1 0 0,1 0 0,-1-1 0,0 0 0,0 0 0,13-10 0,-5 1 0,0-1 0,-1 0 0,14-19 0,20-17 0,-36 39 0,-1-1 0,-1 0 0,0-1 0,0 0 0,14-25 0,-19 25 0,0 0 0,-1 0 0,-1-1 0,0 1 0,-1-1 0,-1 0 0,2-15 0,-4-103 0,-2 64 0,2 59-114,-1-1 1,0 0-1,-1 1 0,0-1 0,0 1 1,-1 0-1,0 0 0,-1 0 0,0 0 1,0 1-1,-9-14 0,2 8-6712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40:54.588"/>
    </inkml:context>
    <inkml:brush xml:id="br0">
      <inkml:brushProperty name="width" value="0.05" units="cm"/>
      <inkml:brushProperty name="height" value="0.05" units="cm"/>
      <inkml:brushProperty name="color" value="#FF0066"/>
    </inkml:brush>
  </inkml:definitions>
  <inkml:trace contextRef="#ctx0" brushRef="#br0">0 98 24575,'3'0'0,"10"0"0,19 0 0,23 0 0,24 0 0,22 0 0,21-3 0,6 0 0,-7-4 0,-9-8 0,-12-3 0,-18 0 0,-16 0 0,-20 2-8191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2:40:55.042"/>
    </inkml:context>
    <inkml:brush xml:id="br0">
      <inkml:brushProperty name="width" value="0.05" units="cm"/>
      <inkml:brushProperty name="height" value="0.05" units="cm"/>
      <inkml:brushProperty name="color" value="#FF0066"/>
    </inkml:brush>
  </inkml:definitions>
  <inkml:trace contextRef="#ctx0" brushRef="#br0">1 0 24575,'14'6'0,"23"2"0,27 5 0,33 1 0,31-3 0,17-2 0,2-3 0,-8-3 0,-12-2 0,-19-4 0,-20-4 0,-18-1 0,-22 1-8191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3:40:23.246"/>
    </inkml:context>
    <inkml:brush xml:id="br0">
      <inkml:brushProperty name="width" value="0.05" units="cm"/>
      <inkml:brushProperty name="height" value="0.05" units="cm"/>
      <inkml:brushProperty name="color" value="#FF0066"/>
    </inkml:brush>
  </inkml:definitions>
  <inkml:trace contextRef="#ctx0" brushRef="#br0">1589 54 24575,'0'-2'0,"0"1"0,0-1 0,0 0 0,-1 1 0,1-1 0,-1 1 0,1-1 0,-1 1 0,0-1 0,1 1 0,-1-1 0,0 1 0,0 0 0,0-1 0,0 1 0,0 0 0,0 0 0,-1 0 0,1-1 0,0 1 0,0 1 0,-1-1 0,1 0 0,-1 0 0,1 0 0,-1 1 0,1-1 0,-3 0 0,-5-1 0,0-1 0,0 2 0,-17-2 0,14 2 0,-316-7 0,221 10 0,-133 6 0,191-4 0,1 3 0,-91 24 0,-30 27 0,134-44 0,2 2 0,-58 35 0,80-43 0,1 0 0,0 0 0,1 1 0,0 0 0,0 1 0,1 0 0,0 1 0,0-1 0,2 1 0,-1 1 0,-5 14 0,-2 10 0,2 1 0,-11 53 0,-2 10 0,6-41 0,3 2 0,3 0 0,2 1 0,-4 123 0,15-170 0,0 1 0,1-1 0,5 25 0,-4-34 0,0 0 0,0 0 0,1 0 0,0 0 0,0 0 0,0-1 0,1 1 0,-1-1 0,1 0 0,1 0 0,5 6 0,13 8 0,0 0 0,1-2 0,29 17 0,82 37 0,-98-54 0,1-1 0,1-2 0,70 15 0,125 8 0,-206-34 0,112 12 0,0-7 0,194-14 0,-291 4 0,0-3 0,-1-2 0,0-1 0,50-17 0,-73 18 0,0 0 0,-1-1 0,0-1 0,0-1 0,-1 0 0,0-1 0,-1-1 0,-1-1 0,0 0 0,0-1 0,15-20 0,-23 24 0,0 0 0,-1 0 0,-1-1 0,0 1 0,0-2 0,-1 1 0,0 0 0,-1-1 0,0 1 0,1-24 0,-2-5 0,-5-78 0,-1 64 0,3 23 0,-11-135 0,8 136 0,-1 1 0,-2 0 0,-17-47 0,17 60 0,0 1 0,-1-1 0,-1 1 0,0 0 0,-1 1 0,-1 0 0,0 1 0,-1 0 0,0 1 0,-1 0 0,0 1 0,-1 1 0,0 0 0,-1 0 0,0 2 0,0 0 0,-1 0 0,0 2 0,-28-9 0,-144-42 0,170 51 0,2-1 0,-1 0 0,1-2 0,0 0 0,-19-14 0,33 21 0,-12-8 0,0 0 0,0 1 0,-20-10 0,31 17 0,0 1 0,0 0 0,0-1 0,0 1 0,0 0 0,0 1 0,0-1 0,0 0 0,0 1 0,-1 0 0,1 0 0,0 0 0,0 0 0,-1 0 0,1 1 0,0-1 0,0 1 0,0 0 0,0 0 0,0 0 0,0 0 0,0 0 0,0 1 0,-4 2 0,5-1-48,-1 0 0,1 1-1,0-1 1,0 0-1,0 1 1,0-1 0,1 1-1,0-1 1,-1 1 0,1 0-1,1-1 1,-1 1-1,0 0 1,1 0 0,0 0-1,0 5 1,0-4-495,-1 23-6283</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3:40:24.031"/>
    </inkml:context>
    <inkml:brush xml:id="br0">
      <inkml:brushProperty name="width" value="0.05" units="cm"/>
      <inkml:brushProperty name="height" value="0.05" units="cm"/>
      <inkml:brushProperty name="color" value="#FF0066"/>
    </inkml:brush>
  </inkml:definitions>
  <inkml:trace contextRef="#ctx0" brushRef="#br0">462 19 24575,'0'-1'0,"0"1"0,-1-1 0,1 0 0,0 1 0,0-1 0,-1 1 0,1-1 0,0 1 0,-1-1 0,1 0 0,-1 1 0,1-1 0,-1 1 0,1 0 0,-1-1 0,1 1 0,-1-1 0,1 1 0,-1 0 0,1-1 0,-1 1 0,0 0 0,1 0 0,-1-1 0,0 1 0,1 0 0,-2 0 0,-21-3 0,19 2 0,-27-1 0,0 1 0,0 2 0,0 1 0,0 1 0,0 2 0,1 1 0,-1 1 0,-30 12 0,55-17 0,1 0 0,-1 1 0,1 0 0,-1 0 0,1 0 0,0 1 0,0-1 0,0 1 0,1 0 0,-1 1 0,1-1 0,-7 10 0,7-7 0,0 1 0,0 0 0,1-1 0,0 1 0,1 0 0,-1 1 0,1-1 0,-1 15 0,-9 284 0,11-304 0,1 0 0,0 0 0,1 1 0,-1-1 0,1 0 0,-1 0 0,1 1 0,0-1 0,0 0 0,1 0 0,-1 0 0,0 0 0,1 0 0,0-1 0,2 5 0,-1-5 0,0 0 0,0 1 0,0-1 0,0 0 0,0 0 0,1-1 0,-1 1 0,0-1 0,1 0 0,-1 0 0,1 0 0,0 0 0,6 0 0,13 2 0,0-2 0,0-1 0,0-1 0,43-6 0,86-28 0,-34-1 0,-100 30 0,-1-1 0,-1-1 0,1-1 0,23-16 0,-36 21-80,1 1 0,-1-1-1,0-1 1,0 1 0,0-1-1,-1 1 1,1-1 0,-1 0-1,-1 0 1,1-1 0,0 1 0,-1 0-1,0-1 1,-1 1 0,1-1-1,0-6 1,1-17-6746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3:40:30.005"/>
    </inkml:context>
    <inkml:brush xml:id="br0">
      <inkml:brushProperty name="width" value="0.05" units="cm"/>
      <inkml:brushProperty name="height" value="0.05" units="cm"/>
      <inkml:brushProperty name="color" value="#FF0066"/>
    </inkml:brush>
  </inkml:definitions>
  <inkml:trace contextRef="#ctx0" brushRef="#br0">1 1 24575,'36'2'0,"61"11"0,-13-1 0,-25-8 0,-42-4 0,1 1 0,0 0 0,0 1 0,-1 1 0,1 1 0,-1 1 0,25 10 0,-28-9 0,1 0 0,23 5 0,18 8 0,-55-19 0,0 0 0,-1 0 0,1 1 0,0-1 0,0 0 0,-1 1 0,1-1 0,-1 0 0,1 1 0,0-1 0,-1 1 0,1-1 0,-1 1 0,1-1 0,-1 1 0,1-1 0,-1 1 0,0 0 0,1-1 0,-1 1 0,0 0 0,1-1 0,-1 1 0,0 0 0,0 0 0,0-1 0,0 1 0,1 1 0,-2-1 0,1 1 0,-1-1 0,1 0 0,-1 1 0,0-1 0,1 0 0,-1 1 0,0-1 0,0 0 0,0 0 0,0 0 0,0 0 0,-2 2 0,-6 4 0,-1-1 0,-20 11 0,25-14 0,-118 59 0,-29 17 0,119-60 0,1 2 0,-45 38 0,64-46-682,-21 25-1,13-12-6143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3:41:20.981"/>
    </inkml:context>
    <inkml:brush xml:id="br0">
      <inkml:brushProperty name="width" value="0.05" units="cm"/>
      <inkml:brushProperty name="height" value="0.05" units="cm"/>
      <inkml:brushProperty name="color" value="#FF0066"/>
    </inkml:brush>
  </inkml:definitions>
  <inkml:trace contextRef="#ctx0" brushRef="#br0">730 0 24575,'-197'70'0,"-248"114"0,436-181 0,0 2 0,1-1 0,-1 2 0,1-1 0,-13 12 0,18-14 0,1-1 0,0 1 0,0 0 0,0-1 0,0 1 0,1 0 0,-1 0 0,1 0 0,-1 0 0,1 1 0,0-1 0,0 0 0,1 1 0,-1-1 0,1 0 0,0 1 0,-1-1 0,1 0 0,1 1 0,0 3 0,0 2 38,1-1 0,0 1 0,1-1 0,0 0 0,0 0 0,1 0 0,0 0 0,6 7 0,0 0-607,1 0 0,24 22 0,-11-13-6257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3:42:08.677"/>
    </inkml:context>
    <inkml:brush xml:id="br0">
      <inkml:brushProperty name="width" value="0.05" units="cm"/>
      <inkml:brushProperty name="height" value="0.05" units="cm"/>
      <inkml:brushProperty name="color" value="#FF0066"/>
    </inkml:brush>
  </inkml:definitions>
  <inkml:trace contextRef="#ctx0" brushRef="#br0">0 0 24575,'0'2'0,"1"-1"0,-1 1 0,0-1 0,0 1 0,1-1 0,-1 1 0,1-1 0,-1 1 0,1-1 0,0 0 0,0 1 0,-1-1 0,1 0 0,0 0 0,0 1 0,0-1 0,0 0 0,1 0 0,-1 0 0,0 0 0,0 0 0,1-1 0,-1 1 0,3 1 0,3 1 0,0 0 0,0-1 0,13 3 0,-15-4 0,39 7 0,82 5 0,51-11 0,-93-2 0,1877 1-5150,-938-3 3212,-687 2 1729,-53-1-627,-69-1 652,-60-2 310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3:42:23.890"/>
    </inkml:context>
    <inkml:brush xml:id="br0">
      <inkml:brushProperty name="width" value="0.05" units="cm"/>
      <inkml:brushProperty name="height" value="0.05" units="cm"/>
    </inkml:brush>
  </inkml:definitions>
  <inkml:trace contextRef="#ctx0" brushRef="#br0">4219 1 24575,'0'0'0,"0"1"0,0 0 0,-1 0 0,1-1 0,-1 1 0,1 0 0,-1-1 0,1 1 0,-1 0 0,1-1 0,-1 1 0,1-1 0,-1 1 0,0-1 0,1 1 0,-1-1 0,0 1 0,0-1 0,1 0 0,-1 1 0,0-1 0,0 0 0,0 0 0,1 1 0,-1-1 0,0 0 0,-1 0 0,-28 3 0,26-3 0,-28 1 0,-477 16 0,292-18 0,-201 2 0,0 22 0,-90 35 0,8 44 0,351-53 0,-148 71 0,11-3 0,120-60 0,-94 37 0,231-82 0,1 2 0,0 1 0,0 1 0,2 1 0,0 2 0,1 1 0,1 0 0,1 2 0,-20 24 0,28-28 0,2 0 0,0 1 0,1 1 0,1-1 0,0 2 0,2 0 0,1 0 0,0 0 0,2 1 0,0 0 0,1 0 0,2 1 0,-2 26 0,3-12 0,3 0 0,0-1 0,3 1 0,14 67 0,-14-87 0,2-1 0,-1 1 0,2-1 0,0-1 0,1 0 0,1 0 0,0 0 0,1-1 0,0 0 0,1-1 0,1 0 0,22 18 0,2-4 0,2-2 0,0-1 0,2-3 0,0-1 0,1-1 0,1-3 0,62 16 0,320 47 0,-329-65 0,273 31-389,455-3-1,663-43 390,-566-2 0,-585 4 0,380-2 0,-586-1-28,133-21-1,-203 14 171,0-3-1,-1-2 0,0-3 0,83-36 0,120-85 22,-207 103-174,-2-2 0,76-68 0,-118 95 11,0 0 0,0 0 0,-1-1 0,0 0 0,-1 0 0,0-1 0,-1 0 0,0-1 0,-1 0 0,0 0 0,-1 0 0,-1 0 0,0-1 0,0 0 0,-2 0 0,2-20 0,-7-190 0,-2 88 0,3 119 0,1-1 0,-2 1 0,0 0 0,-1 0 0,-1 0 0,-1 0 0,0 1 0,-1 0 0,-1 0 0,0 1 0,-1 0 0,-1 0 0,-20-24 0,19 29 0,0-1 0,-1 1 0,0 1 0,0 0 0,-1 1 0,-25-12 0,-92-30 0,-262-59 0,-12 26 0,297 62 0,-59-10 0,-1 7 0,-245-4 0,50 30 0,-601-20 0,821 7 0,-270-10 0,383 23-227,0 1-1,0 2 1,0 1-1,1 1 1,-49 19-1,52-16-6598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3:45:58.505"/>
    </inkml:context>
    <inkml:brush xml:id="br0">
      <inkml:brushProperty name="width" value="0.05" units="cm"/>
      <inkml:brushProperty name="height" value="0.05" units="cm"/>
    </inkml:brush>
  </inkml:definitions>
  <inkml:trace contextRef="#ctx0" brushRef="#br0">0 62 24575,'303'-20'0,"-108"3"0,850 1 0,-1019 17 0,-20-1 0,1 1 0,-1-1 0,0 0 0,0-1 0,0 1 0,11-4 0,-17 4-29,0 0-1,1 0 0,-1 0 1,0 0-1,0 0 0,0 0 0,1 0 1,-1 0-1,0 0 0,0 0 1,0 0-1,0 0 0,0-1 1,1 1-1,-1 0 0,0 0 1,0 0-1,0 0 0,0 0 1,0 0-1,1-1 0,-1 1 1,0 0-1,0 0 0,0 0 1,0 0-1,0 0 0,0-1 1,0 1-1,0 0 0,0 0 0,0 0 1,0-1-1,0 1 0,0 0 1,0 0-1,0 0 0,0 0 1,0-1-1,0 1 0,0 0 1,0 0-1,0 0 0,0 0 1,0-1-1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01775E-EDE2-4DE5-A02D-A8BD8C6F6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303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customXml" Target="../ink/ink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3" Type="http://schemas.openxmlformats.org/officeDocument/2006/relationships/customXml" Target="../ink/ink9.xml"/><Relationship Id="rId18" Type="http://schemas.openxmlformats.org/officeDocument/2006/relationships/image" Target="../media/image14.png"/><Relationship Id="rId26" Type="http://schemas.openxmlformats.org/officeDocument/2006/relationships/image" Target="../media/image18.png"/><Relationship Id="rId39" Type="http://schemas.openxmlformats.org/officeDocument/2006/relationships/customXml" Target="../ink/ink22.xml"/><Relationship Id="rId21" Type="http://schemas.openxmlformats.org/officeDocument/2006/relationships/customXml" Target="../ink/ink13.xml"/><Relationship Id="rId34" Type="http://schemas.openxmlformats.org/officeDocument/2006/relationships/image" Target="../media/image22.png"/><Relationship Id="rId42" Type="http://schemas.openxmlformats.org/officeDocument/2006/relationships/image" Target="../media/image26.png"/><Relationship Id="rId47" Type="http://schemas.openxmlformats.org/officeDocument/2006/relationships/customXml" Target="../ink/ink26.xml"/><Relationship Id="rId50" Type="http://schemas.openxmlformats.org/officeDocument/2006/relationships/image" Target="../media/image30.png"/><Relationship Id="rId55" Type="http://schemas.openxmlformats.org/officeDocument/2006/relationships/customXml" Target="../ink/ink30.xml"/><Relationship Id="rId7" Type="http://schemas.openxmlformats.org/officeDocument/2006/relationships/customXml" Target="../ink/ink6.xml"/><Relationship Id="rId2" Type="http://schemas.openxmlformats.org/officeDocument/2006/relationships/image" Target="../media/image2.png"/><Relationship Id="rId16" Type="http://schemas.openxmlformats.org/officeDocument/2006/relationships/image" Target="../media/image13.png"/><Relationship Id="rId29" Type="http://schemas.openxmlformats.org/officeDocument/2006/relationships/customXml" Target="../ink/ink17.xml"/><Relationship Id="rId11" Type="http://schemas.openxmlformats.org/officeDocument/2006/relationships/customXml" Target="../ink/ink8.xml"/><Relationship Id="rId24" Type="http://schemas.openxmlformats.org/officeDocument/2006/relationships/image" Target="../media/image17.png"/><Relationship Id="rId32" Type="http://schemas.openxmlformats.org/officeDocument/2006/relationships/image" Target="../media/image21.png"/><Relationship Id="rId37" Type="http://schemas.openxmlformats.org/officeDocument/2006/relationships/customXml" Target="../ink/ink21.xml"/><Relationship Id="rId40" Type="http://schemas.openxmlformats.org/officeDocument/2006/relationships/image" Target="../media/image25.png"/><Relationship Id="rId45" Type="http://schemas.openxmlformats.org/officeDocument/2006/relationships/customXml" Target="../ink/ink25.xml"/><Relationship Id="rId53" Type="http://schemas.openxmlformats.org/officeDocument/2006/relationships/customXml" Target="../ink/ink29.xml"/><Relationship Id="rId58" Type="http://schemas.openxmlformats.org/officeDocument/2006/relationships/image" Target="../media/image34.png"/><Relationship Id="rId5" Type="http://schemas.openxmlformats.org/officeDocument/2006/relationships/customXml" Target="../ink/ink5.xml"/><Relationship Id="rId19" Type="http://schemas.openxmlformats.org/officeDocument/2006/relationships/customXml" Target="../ink/ink12.xml"/><Relationship Id="rId4" Type="http://schemas.openxmlformats.org/officeDocument/2006/relationships/image" Target="../media/image7.png"/><Relationship Id="rId9" Type="http://schemas.openxmlformats.org/officeDocument/2006/relationships/customXml" Target="../ink/ink7.xml"/><Relationship Id="rId14" Type="http://schemas.openxmlformats.org/officeDocument/2006/relationships/image" Target="../media/image12.png"/><Relationship Id="rId22" Type="http://schemas.openxmlformats.org/officeDocument/2006/relationships/image" Target="../media/image16.png"/><Relationship Id="rId27" Type="http://schemas.openxmlformats.org/officeDocument/2006/relationships/customXml" Target="../ink/ink16.xml"/><Relationship Id="rId30" Type="http://schemas.openxmlformats.org/officeDocument/2006/relationships/image" Target="../media/image20.png"/><Relationship Id="rId35" Type="http://schemas.openxmlformats.org/officeDocument/2006/relationships/customXml" Target="../ink/ink20.xml"/><Relationship Id="rId43" Type="http://schemas.openxmlformats.org/officeDocument/2006/relationships/customXml" Target="../ink/ink24.xml"/><Relationship Id="rId48" Type="http://schemas.openxmlformats.org/officeDocument/2006/relationships/image" Target="../media/image29.png"/><Relationship Id="rId56" Type="http://schemas.openxmlformats.org/officeDocument/2006/relationships/image" Target="../media/image33.png"/><Relationship Id="rId8" Type="http://schemas.openxmlformats.org/officeDocument/2006/relationships/image" Target="../media/image9.png"/><Relationship Id="rId51" Type="http://schemas.openxmlformats.org/officeDocument/2006/relationships/customXml" Target="../ink/ink28.xml"/><Relationship Id="rId3" Type="http://schemas.openxmlformats.org/officeDocument/2006/relationships/customXml" Target="../ink/ink4.xml"/><Relationship Id="rId12" Type="http://schemas.openxmlformats.org/officeDocument/2006/relationships/image" Target="../media/image11.png"/><Relationship Id="rId17" Type="http://schemas.openxmlformats.org/officeDocument/2006/relationships/customXml" Target="../ink/ink11.xml"/><Relationship Id="rId25" Type="http://schemas.openxmlformats.org/officeDocument/2006/relationships/customXml" Target="../ink/ink15.xml"/><Relationship Id="rId33" Type="http://schemas.openxmlformats.org/officeDocument/2006/relationships/customXml" Target="../ink/ink19.xml"/><Relationship Id="rId38" Type="http://schemas.openxmlformats.org/officeDocument/2006/relationships/image" Target="../media/image24.png"/><Relationship Id="rId46" Type="http://schemas.openxmlformats.org/officeDocument/2006/relationships/image" Target="../media/image28.png"/><Relationship Id="rId59" Type="http://schemas.openxmlformats.org/officeDocument/2006/relationships/customXml" Target="../ink/ink32.xml"/><Relationship Id="rId20" Type="http://schemas.openxmlformats.org/officeDocument/2006/relationships/image" Target="../media/image15.png"/><Relationship Id="rId41" Type="http://schemas.openxmlformats.org/officeDocument/2006/relationships/customXml" Target="../ink/ink23.xml"/><Relationship Id="rId54"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8.png"/><Relationship Id="rId15" Type="http://schemas.openxmlformats.org/officeDocument/2006/relationships/customXml" Target="../ink/ink10.xml"/><Relationship Id="rId23" Type="http://schemas.openxmlformats.org/officeDocument/2006/relationships/customXml" Target="../ink/ink14.xml"/><Relationship Id="rId28" Type="http://schemas.openxmlformats.org/officeDocument/2006/relationships/image" Target="../media/image19.png"/><Relationship Id="rId36" Type="http://schemas.openxmlformats.org/officeDocument/2006/relationships/image" Target="../media/image23.png"/><Relationship Id="rId49" Type="http://schemas.openxmlformats.org/officeDocument/2006/relationships/customXml" Target="../ink/ink27.xml"/><Relationship Id="rId57" Type="http://schemas.openxmlformats.org/officeDocument/2006/relationships/customXml" Target="../ink/ink31.xml"/><Relationship Id="rId10" Type="http://schemas.openxmlformats.org/officeDocument/2006/relationships/image" Target="../media/image10.png"/><Relationship Id="rId31" Type="http://schemas.openxmlformats.org/officeDocument/2006/relationships/customXml" Target="../ink/ink18.xml"/><Relationship Id="rId44" Type="http://schemas.openxmlformats.org/officeDocument/2006/relationships/image" Target="../media/image27.png"/><Relationship Id="rId52" Type="http://schemas.openxmlformats.org/officeDocument/2006/relationships/image" Target="../media/image31.png"/><Relationship Id="rId60" Type="http://schemas.openxmlformats.org/officeDocument/2006/relationships/image" Target="../media/image35.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3" Type="http://schemas.openxmlformats.org/officeDocument/2006/relationships/customXml" Target="../ink/ink38.xml"/><Relationship Id="rId18" Type="http://schemas.openxmlformats.org/officeDocument/2006/relationships/image" Target="../media/image290.png"/><Relationship Id="rId26" Type="http://schemas.openxmlformats.org/officeDocument/2006/relationships/image" Target="../media/image330.png"/><Relationship Id="rId3" Type="http://schemas.openxmlformats.org/officeDocument/2006/relationships/customXml" Target="../ink/ink33.xml"/><Relationship Id="rId21" Type="http://schemas.openxmlformats.org/officeDocument/2006/relationships/customXml" Target="../ink/ink42.xml"/><Relationship Id="rId34" Type="http://schemas.openxmlformats.org/officeDocument/2006/relationships/image" Target="../media/image37.png"/><Relationship Id="rId7" Type="http://schemas.openxmlformats.org/officeDocument/2006/relationships/customXml" Target="../ink/ink35.xml"/><Relationship Id="rId12" Type="http://schemas.openxmlformats.org/officeDocument/2006/relationships/image" Target="../media/image260.png"/><Relationship Id="rId17" Type="http://schemas.openxmlformats.org/officeDocument/2006/relationships/customXml" Target="../ink/ink40.xml"/><Relationship Id="rId25" Type="http://schemas.openxmlformats.org/officeDocument/2006/relationships/customXml" Target="../ink/ink44.xml"/><Relationship Id="rId33" Type="http://schemas.openxmlformats.org/officeDocument/2006/relationships/customXml" Target="../ink/ink48.xml"/><Relationship Id="rId2" Type="http://schemas.openxmlformats.org/officeDocument/2006/relationships/image" Target="../media/image2.png"/><Relationship Id="rId16" Type="http://schemas.openxmlformats.org/officeDocument/2006/relationships/image" Target="../media/image280.png"/><Relationship Id="rId20" Type="http://schemas.openxmlformats.org/officeDocument/2006/relationships/image" Target="../media/image300.png"/><Relationship Id="rId29" Type="http://schemas.openxmlformats.org/officeDocument/2006/relationships/customXml" Target="../ink/ink46.xml"/><Relationship Id="rId1" Type="http://schemas.openxmlformats.org/officeDocument/2006/relationships/slideLayout" Target="../slideLayouts/slideLayout7.xml"/><Relationship Id="rId6" Type="http://schemas.openxmlformats.org/officeDocument/2006/relationships/image" Target="../media/image230.png"/><Relationship Id="rId11" Type="http://schemas.openxmlformats.org/officeDocument/2006/relationships/customXml" Target="../ink/ink37.xml"/><Relationship Id="rId24" Type="http://schemas.openxmlformats.org/officeDocument/2006/relationships/image" Target="../media/image320.png"/><Relationship Id="rId32" Type="http://schemas.openxmlformats.org/officeDocument/2006/relationships/image" Target="../media/image36.png"/><Relationship Id="rId5" Type="http://schemas.openxmlformats.org/officeDocument/2006/relationships/customXml" Target="../ink/ink34.xml"/><Relationship Id="rId15" Type="http://schemas.openxmlformats.org/officeDocument/2006/relationships/customXml" Target="../ink/ink39.xml"/><Relationship Id="rId23" Type="http://schemas.openxmlformats.org/officeDocument/2006/relationships/customXml" Target="../ink/ink43.xml"/><Relationship Id="rId28" Type="http://schemas.openxmlformats.org/officeDocument/2006/relationships/image" Target="../media/image340.png"/><Relationship Id="rId36" Type="http://schemas.openxmlformats.org/officeDocument/2006/relationships/image" Target="../media/image38.png"/><Relationship Id="rId10" Type="http://schemas.openxmlformats.org/officeDocument/2006/relationships/image" Target="../media/image250.png"/><Relationship Id="rId19" Type="http://schemas.openxmlformats.org/officeDocument/2006/relationships/customXml" Target="../ink/ink41.xml"/><Relationship Id="rId31" Type="http://schemas.openxmlformats.org/officeDocument/2006/relationships/customXml" Target="../ink/ink47.xml"/><Relationship Id="rId4" Type="http://schemas.openxmlformats.org/officeDocument/2006/relationships/image" Target="../media/image220.png"/><Relationship Id="rId9" Type="http://schemas.openxmlformats.org/officeDocument/2006/relationships/customXml" Target="../ink/ink36.xml"/><Relationship Id="rId14" Type="http://schemas.openxmlformats.org/officeDocument/2006/relationships/image" Target="../media/image270.png"/><Relationship Id="rId22" Type="http://schemas.openxmlformats.org/officeDocument/2006/relationships/image" Target="../media/image310.png"/><Relationship Id="rId27" Type="http://schemas.openxmlformats.org/officeDocument/2006/relationships/customXml" Target="../ink/ink45.xml"/><Relationship Id="rId30" Type="http://schemas.openxmlformats.org/officeDocument/2006/relationships/image" Target="../media/image350.png"/><Relationship Id="rId35" Type="http://schemas.openxmlformats.org/officeDocument/2006/relationships/customXml" Target="../ink/ink49.xml"/><Relationship Id="rId8" Type="http://schemas.openxmlformats.org/officeDocument/2006/relationships/image" Target="../media/image240.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oyuztechnologies/UI5_Fresher_60H/blob/master/Day%204/02%20Creating%20First%20Controller/FirstUI5Project/webapp/view/Main.view.js"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hyperlink" Target="https://github.com/soyuztechnologies/UI5_Fresher_60H/blob/master/Day%204/02%20Creating%20First%20Controller/FirstUI5Project/webapp/controller/Main.controller.js"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customXml" Target="../ink/ink55.xml"/><Relationship Id="rId3" Type="http://schemas.openxmlformats.org/officeDocument/2006/relationships/customXml" Target="../ink/ink50.xml"/><Relationship Id="rId7" Type="http://schemas.openxmlformats.org/officeDocument/2006/relationships/customXml" Target="../ink/ink52.xml"/><Relationship Id="rId12" Type="http://schemas.openxmlformats.org/officeDocument/2006/relationships/image" Target="../media/image44.png"/><Relationship Id="rId2" Type="http://schemas.openxmlformats.org/officeDocument/2006/relationships/image" Target="../media/image2.png"/><Relationship Id="rId16"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customXml" Target="../ink/ink54.xml"/><Relationship Id="rId5" Type="http://schemas.openxmlformats.org/officeDocument/2006/relationships/customXml" Target="../ink/ink51.xml"/><Relationship Id="rId15" Type="http://schemas.openxmlformats.org/officeDocument/2006/relationships/customXml" Target="../ink/ink56.xml"/><Relationship Id="rId10" Type="http://schemas.openxmlformats.org/officeDocument/2006/relationships/image" Target="../media/image43.png"/><Relationship Id="rId4" Type="http://schemas.openxmlformats.org/officeDocument/2006/relationships/image" Target="../media/image40.png"/><Relationship Id="rId9" Type="http://schemas.openxmlformats.org/officeDocument/2006/relationships/customXml" Target="../ink/ink53.xml"/><Relationship Id="rId14" Type="http://schemas.openxmlformats.org/officeDocument/2006/relationships/image" Target="../media/image45.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51.jpeg"/><Relationship Id="rId7" Type="http://schemas.openxmlformats.org/officeDocument/2006/relationships/image" Target="../media/image55.tif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4.tiff"/><Relationship Id="rId5" Type="http://schemas.openxmlformats.org/officeDocument/2006/relationships/image" Target="../media/image53.tiff"/><Relationship Id="rId10" Type="http://schemas.openxmlformats.org/officeDocument/2006/relationships/image" Target="../media/image2.png"/><Relationship Id="rId4" Type="http://schemas.openxmlformats.org/officeDocument/2006/relationships/image" Target="../media/image52.tiff"/><Relationship Id="rId9" Type="http://schemas.openxmlformats.org/officeDocument/2006/relationships/hyperlink" Target="https://anubhavtrainings.com/"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57.jpg"/><Relationship Id="rId7" Type="http://schemas.openxmlformats.org/officeDocument/2006/relationships/image" Target="../media/image59.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58.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60.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dirty="0">
                <a:solidFill>
                  <a:schemeClr val="bg1"/>
                </a:solidFill>
              </a:rPr>
              <a:t>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8 </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8</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3139321"/>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What is Controller?</a:t>
            </a:r>
          </a:p>
          <a:p>
            <a:pPr marL="285750" indent="-285750">
              <a:buClr>
                <a:schemeClr val="tx1"/>
              </a:buClr>
              <a:buFont typeface="Arial" panose="020B0604020202020204" pitchFamily="34" charset="0"/>
              <a:buChar char="•"/>
            </a:pPr>
            <a:r>
              <a:rPr lang="en-US" dirty="0"/>
              <a:t>Structure of controller</a:t>
            </a:r>
          </a:p>
          <a:p>
            <a:pPr marL="285750" indent="-285750">
              <a:buClr>
                <a:schemeClr val="tx1"/>
              </a:buClr>
              <a:buFont typeface="Arial" panose="020B0604020202020204" pitchFamily="34" charset="0"/>
              <a:buChar char="•"/>
            </a:pPr>
            <a:r>
              <a:rPr lang="en-US" dirty="0"/>
              <a:t>Creating our first controller</a:t>
            </a:r>
          </a:p>
          <a:p>
            <a:pPr marL="285750" indent="-285750">
              <a:buClr>
                <a:schemeClr val="tx1"/>
              </a:buClr>
              <a:buFont typeface="Arial" panose="020B0604020202020204" pitchFamily="34" charset="0"/>
              <a:buChar char="•"/>
            </a:pPr>
            <a:r>
              <a:rPr lang="en-US" dirty="0"/>
              <a:t>How UI5 framework works</a:t>
            </a:r>
          </a:p>
          <a:p>
            <a:pPr marL="285750" indent="-285750">
              <a:buClr>
                <a:schemeClr val="tx1"/>
              </a:buClr>
              <a:buFont typeface="Arial" panose="020B0604020202020204" pitchFamily="34" charset="0"/>
              <a:buChar char="•"/>
            </a:pPr>
            <a:r>
              <a:rPr lang="en-US" dirty="0"/>
              <a:t>Basics of controller</a:t>
            </a:r>
          </a:p>
          <a:p>
            <a:pPr marL="285750" indent="-285750">
              <a:buClr>
                <a:schemeClr val="tx1"/>
              </a:buClr>
              <a:buFont typeface="Arial" panose="020B0604020202020204" pitchFamily="34" charset="0"/>
              <a:buChar char="•"/>
            </a:pPr>
            <a:r>
              <a:rPr lang="en-US" dirty="0"/>
              <a:t>Basics of OOPS</a:t>
            </a:r>
          </a:p>
          <a:p>
            <a:pPr marL="285750" indent="-285750">
              <a:buClr>
                <a:schemeClr val="tx1"/>
              </a:buClr>
              <a:buFont typeface="Arial" panose="020B0604020202020204" pitchFamily="34" charset="0"/>
              <a:buChar char="•"/>
            </a:pPr>
            <a:r>
              <a:rPr lang="en-US" dirty="0"/>
              <a:t>Concept of Control Hierarchy</a:t>
            </a:r>
          </a:p>
          <a:p>
            <a:pPr marL="285750" indent="-285750">
              <a:buClr>
                <a:schemeClr val="tx1"/>
              </a:buClr>
              <a:buFont typeface="Arial" panose="020B0604020202020204" pitchFamily="34" charset="0"/>
              <a:buChar char="•"/>
            </a:pPr>
            <a:r>
              <a:rPr lang="en-US" dirty="0"/>
              <a:t>Basics of Control Hierarchy </a:t>
            </a:r>
          </a:p>
          <a:p>
            <a:pPr marL="285750" indent="-285750">
              <a:buClr>
                <a:schemeClr val="tx1"/>
              </a:buClr>
              <a:buFont typeface="Arial" panose="020B0604020202020204" pitchFamily="34" charset="0"/>
              <a:buChar char="•"/>
            </a:pPr>
            <a:r>
              <a:rPr lang="en-US" dirty="0"/>
              <a:t>XML View</a:t>
            </a:r>
          </a:p>
          <a:p>
            <a:pPr marL="285750" indent="-285750">
              <a:buClr>
                <a:schemeClr val="tx1"/>
              </a:buClr>
              <a:buFont typeface="Arial" panose="020B0604020202020204" pitchFamily="34" charset="0"/>
              <a:buChar char="•"/>
            </a:pPr>
            <a:r>
              <a:rPr lang="en-US" dirty="0"/>
              <a:t>Creating our first xml view</a:t>
            </a:r>
          </a:p>
          <a:p>
            <a:pPr marL="285750" indent="-285750">
              <a:buClr>
                <a:schemeClr val="tx1"/>
              </a:buClr>
              <a:buFont typeface="Arial" panose="020B0604020202020204" pitchFamily="34" charset="0"/>
              <a:buChar cha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0" dirty="0">
                <a:latin typeface="Cooper Black" panose="0208090404030B020404" pitchFamily="18" charset="0"/>
              </a:rPr>
              <a:t>Basics of OOPS (Object Oriented Programing)</a:t>
            </a:r>
            <a:endParaRPr lang="en-US"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37" name="Rectangle 36">
            <a:extLst>
              <a:ext uri="{FF2B5EF4-FFF2-40B4-BE49-F238E27FC236}">
                <a16:creationId xmlns:a16="http://schemas.microsoft.com/office/drawing/2014/main" id="{DC21154C-CF77-43FD-A5E3-BD01623DFF2B}"/>
              </a:ext>
            </a:extLst>
          </p:cNvPr>
          <p:cNvSpPr/>
          <p:nvPr/>
        </p:nvSpPr>
        <p:spPr>
          <a:xfrm>
            <a:off x="888829" y="1771803"/>
            <a:ext cx="2736304" cy="158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PLANE</a:t>
            </a:r>
          </a:p>
          <a:p>
            <a:pPr algn="ctr"/>
            <a:r>
              <a:rPr lang="en-US" sz="1600" dirty="0"/>
              <a:t>+Airline  +Width +Height</a:t>
            </a:r>
          </a:p>
          <a:p>
            <a:pPr algn="ctr"/>
            <a:r>
              <a:rPr lang="en-US" sz="1600" dirty="0"/>
              <a:t>+fly(), +land(), #load()</a:t>
            </a:r>
          </a:p>
        </p:txBody>
      </p:sp>
      <p:sp>
        <p:nvSpPr>
          <p:cNvPr id="38" name="Rectangle 37">
            <a:extLst>
              <a:ext uri="{FF2B5EF4-FFF2-40B4-BE49-F238E27FC236}">
                <a16:creationId xmlns:a16="http://schemas.microsoft.com/office/drawing/2014/main" id="{D8E8386E-ADF6-4107-AEF3-4306A12DE32B}"/>
              </a:ext>
            </a:extLst>
          </p:cNvPr>
          <p:cNvSpPr/>
          <p:nvPr/>
        </p:nvSpPr>
        <p:spPr>
          <a:xfrm>
            <a:off x="888829" y="4506104"/>
            <a:ext cx="2736304" cy="158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PASSENGER PLANE</a:t>
            </a:r>
          </a:p>
          <a:p>
            <a:pPr algn="ctr"/>
            <a:r>
              <a:rPr lang="en-US" sz="1400" dirty="0"/>
              <a:t>+</a:t>
            </a:r>
            <a:r>
              <a:rPr lang="en-US" sz="1400" dirty="0" err="1"/>
              <a:t>no_of_seats</a:t>
            </a:r>
            <a:endParaRPr lang="en-US" sz="1400" dirty="0"/>
          </a:p>
          <a:p>
            <a:pPr algn="ctr"/>
            <a:r>
              <a:rPr lang="en-US" sz="1400" i="1" dirty="0"/>
              <a:t>Load()</a:t>
            </a:r>
          </a:p>
        </p:txBody>
      </p:sp>
      <p:cxnSp>
        <p:nvCxnSpPr>
          <p:cNvPr id="39" name="Straight Arrow Connector 38">
            <a:extLst>
              <a:ext uri="{FF2B5EF4-FFF2-40B4-BE49-F238E27FC236}">
                <a16:creationId xmlns:a16="http://schemas.microsoft.com/office/drawing/2014/main" id="{2ACF44A4-605E-4AE8-9F6D-064D67D222BB}"/>
              </a:ext>
            </a:extLst>
          </p:cNvPr>
          <p:cNvCxnSpPr>
            <a:stCxn id="38" idx="0"/>
            <a:endCxn id="37" idx="2"/>
          </p:cNvCxnSpPr>
          <p:nvPr/>
        </p:nvCxnSpPr>
        <p:spPr>
          <a:xfrm flipV="1">
            <a:off x="2256981" y="3355979"/>
            <a:ext cx="0" cy="1150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85DA014-B6DA-498A-BA29-72E18776445A}"/>
              </a:ext>
            </a:extLst>
          </p:cNvPr>
          <p:cNvSpPr txBox="1"/>
          <p:nvPr/>
        </p:nvSpPr>
        <p:spPr>
          <a:xfrm>
            <a:off x="528789" y="3686401"/>
            <a:ext cx="2304254" cy="461665"/>
          </a:xfrm>
          <a:prstGeom prst="rect">
            <a:avLst/>
          </a:prstGeom>
          <a:noFill/>
        </p:spPr>
        <p:txBody>
          <a:bodyPr wrap="square" rtlCol="0">
            <a:spAutoFit/>
          </a:bodyPr>
          <a:lstStyle/>
          <a:p>
            <a:r>
              <a:rPr lang="en-US" b="1" i="1" dirty="0"/>
              <a:t>inheritance</a:t>
            </a:r>
          </a:p>
        </p:txBody>
      </p:sp>
      <p:sp>
        <p:nvSpPr>
          <p:cNvPr id="41" name="Rectangle 40">
            <a:extLst>
              <a:ext uri="{FF2B5EF4-FFF2-40B4-BE49-F238E27FC236}">
                <a16:creationId xmlns:a16="http://schemas.microsoft.com/office/drawing/2014/main" id="{D4527085-D953-4E8A-A39E-E7B69FCF6016}"/>
              </a:ext>
            </a:extLst>
          </p:cNvPr>
          <p:cNvSpPr/>
          <p:nvPr/>
        </p:nvSpPr>
        <p:spPr>
          <a:xfrm>
            <a:off x="4164515" y="4509120"/>
            <a:ext cx="2736304" cy="158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CARGO PLANE</a:t>
            </a:r>
          </a:p>
          <a:p>
            <a:pPr algn="ctr"/>
            <a:r>
              <a:rPr lang="en-US" sz="1400" dirty="0"/>
              <a:t>+</a:t>
            </a:r>
            <a:r>
              <a:rPr lang="en-US" sz="1400" dirty="0" err="1"/>
              <a:t>cargo_space</a:t>
            </a:r>
            <a:endParaRPr lang="en-US" sz="1400" dirty="0"/>
          </a:p>
          <a:p>
            <a:pPr algn="ctr"/>
            <a:r>
              <a:rPr lang="en-US" sz="1400" i="1" dirty="0"/>
              <a:t>Load()</a:t>
            </a:r>
          </a:p>
        </p:txBody>
      </p:sp>
      <p:cxnSp>
        <p:nvCxnSpPr>
          <p:cNvPr id="42" name="Connector: Elbow 41">
            <a:extLst>
              <a:ext uri="{FF2B5EF4-FFF2-40B4-BE49-F238E27FC236}">
                <a16:creationId xmlns:a16="http://schemas.microsoft.com/office/drawing/2014/main" id="{DB4A73FC-5042-4C6E-9985-6D9BBE302557}"/>
              </a:ext>
            </a:extLst>
          </p:cNvPr>
          <p:cNvCxnSpPr>
            <a:stCxn id="41" idx="0"/>
            <a:endCxn id="37" idx="2"/>
          </p:cNvCxnSpPr>
          <p:nvPr/>
        </p:nvCxnSpPr>
        <p:spPr>
          <a:xfrm rot="16200000" flipV="1">
            <a:off x="3318254" y="2294707"/>
            <a:ext cx="1153141" cy="327568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82E81B9E-D3DB-4681-9092-64CD06437B7D}"/>
              </a:ext>
            </a:extLst>
          </p:cNvPr>
          <p:cNvSpPr/>
          <p:nvPr/>
        </p:nvSpPr>
        <p:spPr>
          <a:xfrm>
            <a:off x="6412310" y="980728"/>
            <a:ext cx="3960440"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PASSENGER</a:t>
            </a:r>
          </a:p>
          <a:p>
            <a:pPr algn="ctr"/>
            <a:r>
              <a:rPr lang="en-US" sz="1400" dirty="0"/>
              <a:t>+passport no +name +nationality</a:t>
            </a:r>
          </a:p>
          <a:p>
            <a:pPr algn="ctr"/>
            <a:r>
              <a:rPr lang="en-US" sz="1400" dirty="0"/>
              <a:t>Walk(), talk(), print_boarding()</a:t>
            </a:r>
          </a:p>
        </p:txBody>
      </p:sp>
      <p:cxnSp>
        <p:nvCxnSpPr>
          <p:cNvPr id="44" name="Connector: Elbow 43">
            <a:extLst>
              <a:ext uri="{FF2B5EF4-FFF2-40B4-BE49-F238E27FC236}">
                <a16:creationId xmlns:a16="http://schemas.microsoft.com/office/drawing/2014/main" id="{C15D4581-E516-4EEC-96CC-89E674CA5370}"/>
              </a:ext>
            </a:extLst>
          </p:cNvPr>
          <p:cNvCxnSpPr>
            <a:cxnSpLocks/>
            <a:stCxn id="46" idx="3"/>
            <a:endCxn id="43" idx="1"/>
          </p:cNvCxnSpPr>
          <p:nvPr/>
        </p:nvCxnSpPr>
        <p:spPr>
          <a:xfrm flipV="1">
            <a:off x="4078188" y="1448780"/>
            <a:ext cx="2334122" cy="539554"/>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03A66B9-B6D6-4D29-BCBB-C21ECF6ECB1F}"/>
              </a:ext>
            </a:extLst>
          </p:cNvPr>
          <p:cNvSpPr txBox="1"/>
          <p:nvPr/>
        </p:nvSpPr>
        <p:spPr>
          <a:xfrm>
            <a:off x="7102524" y="4506103"/>
            <a:ext cx="4982397" cy="1569660"/>
          </a:xfrm>
          <a:prstGeom prst="rect">
            <a:avLst/>
          </a:prstGeom>
          <a:noFill/>
        </p:spPr>
        <p:txBody>
          <a:bodyPr wrap="square" rtlCol="0">
            <a:spAutoFit/>
          </a:bodyPr>
          <a:lstStyle/>
          <a:p>
            <a:r>
              <a:rPr lang="en-US" sz="1600" dirty="0"/>
              <a:t>Association (relation between classes which are not of same group of family)</a:t>
            </a:r>
          </a:p>
          <a:p>
            <a:r>
              <a:rPr lang="en-US" sz="1600" b="1" dirty="0"/>
              <a:t>1. Aggregation – </a:t>
            </a:r>
            <a:r>
              <a:rPr lang="en-US" sz="1600" dirty="0"/>
              <a:t>lose coupling, both objects can function independently, SHOULD have relation</a:t>
            </a:r>
            <a:endParaRPr lang="en-US" sz="1600" b="1" dirty="0"/>
          </a:p>
          <a:p>
            <a:r>
              <a:rPr lang="en-US" sz="1600" b="1" dirty="0"/>
              <a:t>2. Composition – </a:t>
            </a:r>
            <a:r>
              <a:rPr lang="en-US" sz="1600" dirty="0"/>
              <a:t>tight coupling, both cannot function independently, MUST have relation</a:t>
            </a:r>
            <a:endParaRPr lang="en-US" sz="1600" b="1" dirty="0"/>
          </a:p>
        </p:txBody>
      </p:sp>
      <p:sp>
        <p:nvSpPr>
          <p:cNvPr id="46" name="Flowchart: Decision 45">
            <a:extLst>
              <a:ext uri="{FF2B5EF4-FFF2-40B4-BE49-F238E27FC236}">
                <a16:creationId xmlns:a16="http://schemas.microsoft.com/office/drawing/2014/main" id="{22580FA0-7FA1-4987-B10F-451D2BA7A375}"/>
              </a:ext>
            </a:extLst>
          </p:cNvPr>
          <p:cNvSpPr/>
          <p:nvPr/>
        </p:nvSpPr>
        <p:spPr>
          <a:xfrm>
            <a:off x="3625133" y="1771803"/>
            <a:ext cx="453055" cy="433062"/>
          </a:xfrm>
          <a:prstGeom prst="flowChartDecis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2D8693B5-53B4-4DB6-B8A7-6FD359D145A8}"/>
              </a:ext>
            </a:extLst>
          </p:cNvPr>
          <p:cNvSpPr/>
          <p:nvPr/>
        </p:nvSpPr>
        <p:spPr>
          <a:xfrm>
            <a:off x="6412310" y="2505229"/>
            <a:ext cx="3960440"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ENGINE, WINGS</a:t>
            </a:r>
          </a:p>
          <a:p>
            <a:pPr algn="ctr"/>
            <a:r>
              <a:rPr lang="en-US" sz="1400" dirty="0"/>
              <a:t>+capacity, +speed, +color</a:t>
            </a:r>
          </a:p>
          <a:p>
            <a:pPr algn="ctr"/>
            <a:endParaRPr lang="en-US" sz="1400" dirty="0"/>
          </a:p>
        </p:txBody>
      </p:sp>
      <p:sp>
        <p:nvSpPr>
          <p:cNvPr id="48" name="Flowchart: Decision 47">
            <a:extLst>
              <a:ext uri="{FF2B5EF4-FFF2-40B4-BE49-F238E27FC236}">
                <a16:creationId xmlns:a16="http://schemas.microsoft.com/office/drawing/2014/main" id="{13C7D132-A91F-42CD-929B-70B2033955D6}"/>
              </a:ext>
            </a:extLst>
          </p:cNvPr>
          <p:cNvSpPr/>
          <p:nvPr/>
        </p:nvSpPr>
        <p:spPr>
          <a:xfrm>
            <a:off x="3625133" y="2402377"/>
            <a:ext cx="453055" cy="433062"/>
          </a:xfrm>
          <a:prstGeom prst="flowChartDecisio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Connector: Elbow 48">
            <a:extLst>
              <a:ext uri="{FF2B5EF4-FFF2-40B4-BE49-F238E27FC236}">
                <a16:creationId xmlns:a16="http://schemas.microsoft.com/office/drawing/2014/main" id="{B38214F3-9CBC-4252-9077-C4211C2F4A0D}"/>
              </a:ext>
            </a:extLst>
          </p:cNvPr>
          <p:cNvCxnSpPr>
            <a:stCxn id="48" idx="3"/>
            <a:endCxn id="47" idx="1"/>
          </p:cNvCxnSpPr>
          <p:nvPr/>
        </p:nvCxnSpPr>
        <p:spPr>
          <a:xfrm>
            <a:off x="4078188" y="2618908"/>
            <a:ext cx="2334122" cy="354373"/>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D0789496-57F2-4C86-AA6C-579A400C1095}"/>
              </a:ext>
            </a:extLst>
          </p:cNvPr>
          <p:cNvSpPr txBox="1"/>
          <p:nvPr/>
        </p:nvSpPr>
        <p:spPr>
          <a:xfrm>
            <a:off x="4510236" y="1124744"/>
            <a:ext cx="1266279" cy="461665"/>
          </a:xfrm>
          <a:prstGeom prst="rect">
            <a:avLst/>
          </a:prstGeom>
          <a:noFill/>
        </p:spPr>
        <p:txBody>
          <a:bodyPr wrap="square" rtlCol="0">
            <a:spAutoFit/>
          </a:bodyPr>
          <a:lstStyle/>
          <a:p>
            <a:r>
              <a:rPr lang="en-US" sz="2400" dirty="0"/>
              <a:t>0..n</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C957B0F-BE63-1CC8-A600-4E5126F0F867}"/>
                  </a:ext>
                </a:extLst>
              </p14:cNvPr>
              <p14:cNvContentPartPr/>
              <p14:nvPr/>
            </p14:nvContentPartPr>
            <p14:xfrm>
              <a:off x="3262919" y="1724062"/>
              <a:ext cx="2026440" cy="581040"/>
            </p14:xfrm>
          </p:contentPart>
        </mc:Choice>
        <mc:Fallback xmlns="">
          <p:pic>
            <p:nvPicPr>
              <p:cNvPr id="2" name="Ink 1">
                <a:extLst>
                  <a:ext uri="{FF2B5EF4-FFF2-40B4-BE49-F238E27FC236}">
                    <a16:creationId xmlns:a16="http://schemas.microsoft.com/office/drawing/2014/main" id="{6C957B0F-BE63-1CC8-A600-4E5126F0F867}"/>
                  </a:ext>
                </a:extLst>
              </p:cNvPr>
              <p:cNvPicPr/>
              <p:nvPr/>
            </p:nvPicPr>
            <p:blipFill>
              <a:blip r:embed="rId4"/>
              <a:stretch>
                <a:fillRect/>
              </a:stretch>
            </p:blipFill>
            <p:spPr>
              <a:xfrm>
                <a:off x="3254279" y="1715422"/>
                <a:ext cx="2044080" cy="598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F9ECDFA3-3208-DF70-A62E-2E86C422F381}"/>
                  </a:ext>
                </a:extLst>
              </p14:cNvPr>
              <p14:cNvContentPartPr/>
              <p14:nvPr/>
            </p14:nvContentPartPr>
            <p14:xfrm>
              <a:off x="7689119" y="4823662"/>
              <a:ext cx="378000" cy="18720"/>
            </p14:xfrm>
          </p:contentPart>
        </mc:Choice>
        <mc:Fallback xmlns="">
          <p:pic>
            <p:nvPicPr>
              <p:cNvPr id="3" name="Ink 2">
                <a:extLst>
                  <a:ext uri="{FF2B5EF4-FFF2-40B4-BE49-F238E27FC236}">
                    <a16:creationId xmlns:a16="http://schemas.microsoft.com/office/drawing/2014/main" id="{F9ECDFA3-3208-DF70-A62E-2E86C422F381}"/>
                  </a:ext>
                </a:extLst>
              </p:cNvPr>
              <p:cNvPicPr/>
              <p:nvPr/>
            </p:nvPicPr>
            <p:blipFill>
              <a:blip r:embed="rId6"/>
              <a:stretch>
                <a:fillRect/>
              </a:stretch>
            </p:blipFill>
            <p:spPr>
              <a:xfrm>
                <a:off x="7680479" y="4815022"/>
                <a:ext cx="3956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A0F873F1-52E3-261C-33CB-59AE11501B6A}"/>
                  </a:ext>
                </a:extLst>
              </p14:cNvPr>
              <p14:cNvContentPartPr/>
              <p14:nvPr/>
            </p14:nvContentPartPr>
            <p14:xfrm>
              <a:off x="7769399" y="5335222"/>
              <a:ext cx="593640" cy="3960"/>
            </p14:xfrm>
          </p:contentPart>
        </mc:Choice>
        <mc:Fallback xmlns="">
          <p:pic>
            <p:nvPicPr>
              <p:cNvPr id="4" name="Ink 3">
                <a:extLst>
                  <a:ext uri="{FF2B5EF4-FFF2-40B4-BE49-F238E27FC236}">
                    <a16:creationId xmlns:a16="http://schemas.microsoft.com/office/drawing/2014/main" id="{A0F873F1-52E3-261C-33CB-59AE11501B6A}"/>
                  </a:ext>
                </a:extLst>
              </p:cNvPr>
              <p:cNvPicPr/>
              <p:nvPr/>
            </p:nvPicPr>
            <p:blipFill>
              <a:blip r:embed="rId8"/>
              <a:stretch>
                <a:fillRect/>
              </a:stretch>
            </p:blipFill>
            <p:spPr>
              <a:xfrm>
                <a:off x="7760399" y="5326222"/>
                <a:ext cx="611280" cy="21600"/>
              </a:xfrm>
              <a:prstGeom prst="rect">
                <a:avLst/>
              </a:prstGeom>
            </p:spPr>
          </p:pic>
        </mc:Fallback>
      </mc:AlternateContent>
    </p:spTree>
    <p:extLst>
      <p:ext uri="{BB962C8B-B14F-4D97-AF65-F5344CB8AC3E}">
        <p14:creationId xmlns:p14="http://schemas.microsoft.com/office/powerpoint/2010/main" val="2770958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Concept of Control Hierarchy</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477328"/>
          </a:xfrm>
          <a:prstGeom prst="rect">
            <a:avLst/>
          </a:prstGeom>
          <a:noFill/>
        </p:spPr>
        <p:txBody>
          <a:bodyPr wrap="square" rtlCol="0">
            <a:spAutoFit/>
          </a:bodyPr>
          <a:lstStyle/>
          <a:p>
            <a:r>
              <a:rPr lang="en-US" dirty="0"/>
              <a:t>Concept of control Hierarchy tells us about how the SAP UI5 Controls are structure </a:t>
            </a:r>
            <a:r>
              <a:rPr lang="en-US" u="sng" dirty="0"/>
              <a:t>on the basis of the object oriented Paradigm.</a:t>
            </a:r>
          </a:p>
          <a:p>
            <a:r>
              <a:rPr lang="en-US" b="1" dirty="0">
                <a:solidFill>
                  <a:schemeClr val="bg2">
                    <a:lumMod val="25000"/>
                  </a:schemeClr>
                </a:solidFill>
              </a:rPr>
              <a:t>Note</a:t>
            </a:r>
            <a:r>
              <a:rPr lang="en-US" dirty="0">
                <a:solidFill>
                  <a:schemeClr val="bg2">
                    <a:lumMod val="25000"/>
                  </a:schemeClr>
                </a:solidFill>
              </a:rPr>
              <a:t>:- Whenever we see a control, and if we are unable to find a property, association, event or function in that class, </a:t>
            </a:r>
            <a:r>
              <a:rPr lang="en-US" b="1" u="sng" dirty="0">
                <a:solidFill>
                  <a:schemeClr val="bg2">
                    <a:lumMod val="25000"/>
                  </a:schemeClr>
                </a:solidFill>
              </a:rPr>
              <a:t>check its parent class</a:t>
            </a:r>
            <a:r>
              <a:rPr lang="en-US" dirty="0">
                <a:solidFill>
                  <a:schemeClr val="bg2">
                    <a:lumMod val="25000"/>
                  </a:schemeClr>
                </a:solidFill>
              </a:rPr>
              <a:t>. </a:t>
            </a:r>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grpSp>
        <p:nvGrpSpPr>
          <p:cNvPr id="6" name="Group 5">
            <a:extLst>
              <a:ext uri="{FF2B5EF4-FFF2-40B4-BE49-F238E27FC236}">
                <a16:creationId xmlns:a16="http://schemas.microsoft.com/office/drawing/2014/main" id="{2B426DB4-7135-4B9D-B024-F91E433F9298}"/>
              </a:ext>
            </a:extLst>
          </p:cNvPr>
          <p:cNvGrpSpPr/>
          <p:nvPr/>
        </p:nvGrpSpPr>
        <p:grpSpPr>
          <a:xfrm>
            <a:off x="356216" y="2168938"/>
            <a:ext cx="8090477" cy="3886755"/>
            <a:chOff x="816185" y="1310471"/>
            <a:chExt cx="8090477" cy="3886755"/>
          </a:xfrm>
        </p:grpSpPr>
        <p:sp>
          <p:nvSpPr>
            <p:cNvPr id="7" name="Rectangle: Rounded Corners 6">
              <a:extLst>
                <a:ext uri="{FF2B5EF4-FFF2-40B4-BE49-F238E27FC236}">
                  <a16:creationId xmlns:a16="http://schemas.microsoft.com/office/drawing/2014/main" id="{DA05456C-3030-4D96-A63A-0792EC7D8D85}"/>
                </a:ext>
              </a:extLst>
            </p:cNvPr>
            <p:cNvSpPr/>
            <p:nvPr/>
          </p:nvSpPr>
          <p:spPr>
            <a:xfrm>
              <a:off x="816185" y="3799489"/>
              <a:ext cx="1584176" cy="50405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a:solidFill>
                    <a:schemeClr val="tx1"/>
                  </a:solidFill>
                </a:rPr>
                <a:t>sap.m.Button</a:t>
              </a:r>
            </a:p>
          </p:txBody>
        </p:sp>
        <p:sp>
          <p:nvSpPr>
            <p:cNvPr id="9" name="Rectangle: Rounded Corners 8">
              <a:extLst>
                <a:ext uri="{FF2B5EF4-FFF2-40B4-BE49-F238E27FC236}">
                  <a16:creationId xmlns:a16="http://schemas.microsoft.com/office/drawing/2014/main" id="{21A40A35-BB5E-4B77-8171-8D4C367BA0C9}"/>
                </a:ext>
              </a:extLst>
            </p:cNvPr>
            <p:cNvSpPr/>
            <p:nvPr/>
          </p:nvSpPr>
          <p:spPr>
            <a:xfrm>
              <a:off x="2688393" y="3824608"/>
              <a:ext cx="1728192" cy="50405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a:solidFill>
                    <a:schemeClr val="tx1"/>
                  </a:solidFill>
                </a:rPr>
                <a:t>sap.m.InputBase</a:t>
              </a:r>
            </a:p>
          </p:txBody>
        </p:sp>
        <p:sp>
          <p:nvSpPr>
            <p:cNvPr id="10" name="Rectangle: Rounded Corners 9">
              <a:extLst>
                <a:ext uri="{FF2B5EF4-FFF2-40B4-BE49-F238E27FC236}">
                  <a16:creationId xmlns:a16="http://schemas.microsoft.com/office/drawing/2014/main" id="{2F8477F1-7210-45C3-A941-2A35B9AFB71C}"/>
                </a:ext>
              </a:extLst>
            </p:cNvPr>
            <p:cNvSpPr/>
            <p:nvPr/>
          </p:nvSpPr>
          <p:spPr>
            <a:xfrm>
              <a:off x="4534701" y="3803278"/>
              <a:ext cx="1584176" cy="50405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a:solidFill>
                    <a:schemeClr val="tx1"/>
                  </a:solidFill>
                </a:rPr>
                <a:t>sap.ui.view</a:t>
              </a:r>
            </a:p>
          </p:txBody>
        </p:sp>
        <p:sp>
          <p:nvSpPr>
            <p:cNvPr id="11" name="Rectangle: Rounded Corners 10">
              <a:extLst>
                <a:ext uri="{FF2B5EF4-FFF2-40B4-BE49-F238E27FC236}">
                  <a16:creationId xmlns:a16="http://schemas.microsoft.com/office/drawing/2014/main" id="{FF7F8285-DE8D-4AC4-B5B3-988212FA5843}"/>
                </a:ext>
              </a:extLst>
            </p:cNvPr>
            <p:cNvSpPr/>
            <p:nvPr/>
          </p:nvSpPr>
          <p:spPr>
            <a:xfrm>
              <a:off x="2760401" y="4611672"/>
              <a:ext cx="1584176" cy="504056"/>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a:solidFill>
                    <a:schemeClr val="tx1"/>
                  </a:solidFill>
                </a:rPr>
                <a:t>sap.m.Input</a:t>
              </a:r>
            </a:p>
          </p:txBody>
        </p:sp>
        <p:cxnSp>
          <p:nvCxnSpPr>
            <p:cNvPr id="12" name="Straight Arrow Connector 11">
              <a:extLst>
                <a:ext uri="{FF2B5EF4-FFF2-40B4-BE49-F238E27FC236}">
                  <a16:creationId xmlns:a16="http://schemas.microsoft.com/office/drawing/2014/main" id="{2412C71D-5B0B-4C97-9434-AA44B5FAB757}"/>
                </a:ext>
              </a:extLst>
            </p:cNvPr>
            <p:cNvCxnSpPr>
              <a:stCxn id="11" idx="0"/>
              <a:endCxn id="9" idx="2"/>
            </p:cNvCxnSpPr>
            <p:nvPr/>
          </p:nvCxnSpPr>
          <p:spPr>
            <a:xfrm flipV="1">
              <a:off x="3552489" y="4328664"/>
              <a:ext cx="0" cy="283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69A0DF5D-2679-4C68-85B2-BDBDC9DFC26D}"/>
                </a:ext>
              </a:extLst>
            </p:cNvPr>
            <p:cNvSpPr/>
            <p:nvPr/>
          </p:nvSpPr>
          <p:spPr>
            <a:xfrm>
              <a:off x="1608273" y="2778273"/>
              <a:ext cx="3888432" cy="50405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rPr>
                <a:t>sap.ui.core.Control</a:t>
              </a:r>
            </a:p>
          </p:txBody>
        </p:sp>
        <p:cxnSp>
          <p:nvCxnSpPr>
            <p:cNvPr id="14" name="Connector: Elbow 13">
              <a:extLst>
                <a:ext uri="{FF2B5EF4-FFF2-40B4-BE49-F238E27FC236}">
                  <a16:creationId xmlns:a16="http://schemas.microsoft.com/office/drawing/2014/main" id="{34FD52FE-7BC4-4F89-8A99-2FA0665B97E5}"/>
                </a:ext>
              </a:extLst>
            </p:cNvPr>
            <p:cNvCxnSpPr>
              <a:stCxn id="7" idx="0"/>
              <a:endCxn id="13" idx="2"/>
            </p:cNvCxnSpPr>
            <p:nvPr/>
          </p:nvCxnSpPr>
          <p:spPr>
            <a:xfrm rot="5400000" flipH="1" flipV="1">
              <a:off x="2321801" y="2568801"/>
              <a:ext cx="517160" cy="19442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C0902F5B-23A0-4295-BA3E-D4AEF1013BC0}"/>
                </a:ext>
              </a:extLst>
            </p:cNvPr>
            <p:cNvCxnSpPr>
              <a:stCxn id="10" idx="0"/>
              <a:endCxn id="13" idx="2"/>
            </p:cNvCxnSpPr>
            <p:nvPr/>
          </p:nvCxnSpPr>
          <p:spPr>
            <a:xfrm rot="16200000" flipV="1">
              <a:off x="4179165" y="2655654"/>
              <a:ext cx="520949" cy="17743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F018D0A-2F48-42D3-95AF-53AD75ED7BB1}"/>
                </a:ext>
              </a:extLst>
            </p:cNvPr>
            <p:cNvCxnSpPr>
              <a:stCxn id="9" idx="0"/>
              <a:endCxn id="13" idx="2"/>
            </p:cNvCxnSpPr>
            <p:nvPr/>
          </p:nvCxnSpPr>
          <p:spPr>
            <a:xfrm flipV="1">
              <a:off x="3552489" y="3282329"/>
              <a:ext cx="0" cy="542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A0E8267-DA72-4CD5-B98E-A01EE46E2FE0}"/>
                </a:ext>
              </a:extLst>
            </p:cNvPr>
            <p:cNvSpPr/>
            <p:nvPr/>
          </p:nvSpPr>
          <p:spPr>
            <a:xfrm>
              <a:off x="1608273" y="2066477"/>
              <a:ext cx="3888432" cy="504056"/>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rPr>
                <a:t>sap.ui.core.Element</a:t>
              </a:r>
            </a:p>
          </p:txBody>
        </p:sp>
        <p:cxnSp>
          <p:nvCxnSpPr>
            <p:cNvPr id="18" name="Straight Arrow Connector 17">
              <a:extLst>
                <a:ext uri="{FF2B5EF4-FFF2-40B4-BE49-F238E27FC236}">
                  <a16:creationId xmlns:a16="http://schemas.microsoft.com/office/drawing/2014/main" id="{C7B095CF-B2BA-473D-9CE4-737E83B524AB}"/>
                </a:ext>
              </a:extLst>
            </p:cNvPr>
            <p:cNvCxnSpPr>
              <a:stCxn id="13" idx="0"/>
              <a:endCxn id="17" idx="2"/>
            </p:cNvCxnSpPr>
            <p:nvPr/>
          </p:nvCxnSpPr>
          <p:spPr>
            <a:xfrm flipV="1">
              <a:off x="3552489" y="2570533"/>
              <a:ext cx="0" cy="207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40C5A2A-5546-4A50-ABD8-87CB45DA7BCA}"/>
                </a:ext>
              </a:extLst>
            </p:cNvPr>
            <p:cNvSpPr/>
            <p:nvPr/>
          </p:nvSpPr>
          <p:spPr>
            <a:xfrm>
              <a:off x="1608273" y="1310471"/>
              <a:ext cx="3888432" cy="504056"/>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rPr>
                <a:t>sap.ui.base.ManagedObject</a:t>
              </a:r>
            </a:p>
          </p:txBody>
        </p:sp>
        <p:cxnSp>
          <p:nvCxnSpPr>
            <p:cNvPr id="21" name="Straight Arrow Connector 20">
              <a:extLst>
                <a:ext uri="{FF2B5EF4-FFF2-40B4-BE49-F238E27FC236}">
                  <a16:creationId xmlns:a16="http://schemas.microsoft.com/office/drawing/2014/main" id="{9FFDEA1C-3D2D-4BCC-98F6-2D553171F8FA}"/>
                </a:ext>
              </a:extLst>
            </p:cNvPr>
            <p:cNvCxnSpPr>
              <a:stCxn id="17" idx="0"/>
              <a:endCxn id="19" idx="2"/>
            </p:cNvCxnSpPr>
            <p:nvPr/>
          </p:nvCxnSpPr>
          <p:spPr>
            <a:xfrm flipV="1">
              <a:off x="3552489" y="1814527"/>
              <a:ext cx="0" cy="25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DD12F928-6D6D-42C2-82D2-A0723965A3B2}"/>
                </a:ext>
              </a:extLst>
            </p:cNvPr>
            <p:cNvSpPr/>
            <p:nvPr/>
          </p:nvSpPr>
          <p:spPr>
            <a:xfrm>
              <a:off x="6223424" y="3826890"/>
              <a:ext cx="1584176" cy="50405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a:solidFill>
                    <a:schemeClr val="tx1"/>
                  </a:solidFill>
                </a:rPr>
                <a:t>sap.m.Table</a:t>
              </a:r>
            </a:p>
          </p:txBody>
        </p:sp>
        <p:sp>
          <p:nvSpPr>
            <p:cNvPr id="24" name="Rectangle: Rounded Corners 23">
              <a:extLst>
                <a:ext uri="{FF2B5EF4-FFF2-40B4-BE49-F238E27FC236}">
                  <a16:creationId xmlns:a16="http://schemas.microsoft.com/office/drawing/2014/main" id="{A820FB02-7BEA-4980-BA7A-90C15D3F530F}"/>
                </a:ext>
              </a:extLst>
            </p:cNvPr>
            <p:cNvSpPr/>
            <p:nvPr/>
          </p:nvSpPr>
          <p:spPr>
            <a:xfrm>
              <a:off x="7322486" y="4693170"/>
              <a:ext cx="1584176" cy="504056"/>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a:solidFill>
                    <a:schemeClr val="tx1"/>
                  </a:solidFill>
                </a:rPr>
                <a:t>sap.m.Column</a:t>
              </a:r>
            </a:p>
          </p:txBody>
        </p:sp>
        <p:cxnSp>
          <p:nvCxnSpPr>
            <p:cNvPr id="25" name="Connector: Elbow 24">
              <a:extLst>
                <a:ext uri="{FF2B5EF4-FFF2-40B4-BE49-F238E27FC236}">
                  <a16:creationId xmlns:a16="http://schemas.microsoft.com/office/drawing/2014/main" id="{A293C958-5651-4AF3-80CD-851B661795D3}"/>
                </a:ext>
              </a:extLst>
            </p:cNvPr>
            <p:cNvCxnSpPr>
              <a:stCxn id="23" idx="3"/>
              <a:endCxn id="24" idx="1"/>
            </p:cNvCxnSpPr>
            <p:nvPr/>
          </p:nvCxnSpPr>
          <p:spPr>
            <a:xfrm flipH="1">
              <a:off x="7322486" y="4078918"/>
              <a:ext cx="485114" cy="866280"/>
            </a:xfrm>
            <a:prstGeom prst="bentConnector5">
              <a:avLst>
                <a:gd name="adj1" fmla="val -47123"/>
                <a:gd name="adj2" fmla="val 50000"/>
                <a:gd name="adj3" fmla="val 147123"/>
              </a:avLst>
            </a:prstGeom>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4F7980AD-6DF6-4968-A14F-BF7E4FBA8E75}"/>
                </a:ext>
              </a:extLst>
            </p:cNvPr>
            <p:cNvCxnSpPr>
              <a:stCxn id="23" idx="0"/>
              <a:endCxn id="13" idx="2"/>
            </p:cNvCxnSpPr>
            <p:nvPr/>
          </p:nvCxnSpPr>
          <p:spPr>
            <a:xfrm rot="16200000" flipV="1">
              <a:off x="5011721" y="1823098"/>
              <a:ext cx="544561" cy="346302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7" name="Rectangle: Rounded Corners 26">
            <a:extLst>
              <a:ext uri="{FF2B5EF4-FFF2-40B4-BE49-F238E27FC236}">
                <a16:creationId xmlns:a16="http://schemas.microsoft.com/office/drawing/2014/main" id="{6A8825C4-32EB-4A72-B299-685FD33E4244}"/>
              </a:ext>
            </a:extLst>
          </p:cNvPr>
          <p:cNvSpPr/>
          <p:nvPr/>
        </p:nvSpPr>
        <p:spPr>
          <a:xfrm>
            <a:off x="7873328" y="4657956"/>
            <a:ext cx="3073272" cy="50405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sap.ui.layout.form</a:t>
            </a:r>
          </a:p>
        </p:txBody>
      </p:sp>
      <p:cxnSp>
        <p:nvCxnSpPr>
          <p:cNvPr id="28" name="Connector: Elbow 27">
            <a:extLst>
              <a:ext uri="{FF2B5EF4-FFF2-40B4-BE49-F238E27FC236}">
                <a16:creationId xmlns:a16="http://schemas.microsoft.com/office/drawing/2014/main" id="{1C0AA9C8-2109-433C-8B5C-F1E1E22EC09B}"/>
              </a:ext>
            </a:extLst>
          </p:cNvPr>
          <p:cNvCxnSpPr>
            <a:stCxn id="27" idx="2"/>
          </p:cNvCxnSpPr>
          <p:nvPr/>
        </p:nvCxnSpPr>
        <p:spPr>
          <a:xfrm rot="16200000" flipH="1">
            <a:off x="9417684" y="5154292"/>
            <a:ext cx="454340" cy="469780"/>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33AB5B2D-1806-46F9-8BC2-56242C6F5A90}"/>
              </a:ext>
            </a:extLst>
          </p:cNvPr>
          <p:cNvSpPr/>
          <p:nvPr/>
        </p:nvSpPr>
        <p:spPr>
          <a:xfrm>
            <a:off x="9099480" y="5567957"/>
            <a:ext cx="1584176" cy="504056"/>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SimpleForm</a:t>
            </a:r>
          </a:p>
        </p:txBody>
      </p:sp>
      <p:cxnSp>
        <p:nvCxnSpPr>
          <p:cNvPr id="30" name="Connector: Elbow 29">
            <a:extLst>
              <a:ext uri="{FF2B5EF4-FFF2-40B4-BE49-F238E27FC236}">
                <a16:creationId xmlns:a16="http://schemas.microsoft.com/office/drawing/2014/main" id="{6DAE339B-A5E3-4870-BB4D-5C49CB803580}"/>
              </a:ext>
            </a:extLst>
          </p:cNvPr>
          <p:cNvCxnSpPr>
            <a:cxnSpLocks/>
          </p:cNvCxnSpPr>
          <p:nvPr/>
        </p:nvCxnSpPr>
        <p:spPr>
          <a:xfrm>
            <a:off x="6438448" y="4411015"/>
            <a:ext cx="2973967" cy="24694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Left Brace 46">
            <a:extLst>
              <a:ext uri="{FF2B5EF4-FFF2-40B4-BE49-F238E27FC236}">
                <a16:creationId xmlns:a16="http://schemas.microsoft.com/office/drawing/2014/main" id="{86EFB306-949F-4565-A7E9-76BC03FED221}"/>
              </a:ext>
            </a:extLst>
          </p:cNvPr>
          <p:cNvSpPr/>
          <p:nvPr/>
        </p:nvSpPr>
        <p:spPr>
          <a:xfrm rot="16200000">
            <a:off x="5243654" y="913871"/>
            <a:ext cx="642623" cy="10763269"/>
          </a:xfrm>
          <a:prstGeom prst="leftBrace">
            <a:avLst>
              <a:gd name="adj1" fmla="val 8333"/>
              <a:gd name="adj2" fmla="val 43186"/>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48" name="TextBox 47">
            <a:extLst>
              <a:ext uri="{FF2B5EF4-FFF2-40B4-BE49-F238E27FC236}">
                <a16:creationId xmlns:a16="http://schemas.microsoft.com/office/drawing/2014/main" id="{B99FC6CD-7B31-4FEE-8BC5-C1AB30E2CDF0}"/>
              </a:ext>
            </a:extLst>
          </p:cNvPr>
          <p:cNvSpPr txBox="1"/>
          <p:nvPr/>
        </p:nvSpPr>
        <p:spPr>
          <a:xfrm>
            <a:off x="3678429" y="6503367"/>
            <a:ext cx="2716614" cy="307777"/>
          </a:xfrm>
          <a:prstGeom prst="rect">
            <a:avLst/>
          </a:prstGeom>
          <a:noFill/>
        </p:spPr>
        <p:txBody>
          <a:bodyPr wrap="square" rtlCol="0">
            <a:spAutoFit/>
          </a:bodyPr>
          <a:lstStyle/>
          <a:p>
            <a:r>
              <a:rPr lang="en-US" sz="1400" b="1" dirty="0"/>
              <a:t>Some Frequently used Controls</a:t>
            </a:r>
          </a:p>
        </p:txBody>
      </p:sp>
      <p:grpSp>
        <p:nvGrpSpPr>
          <p:cNvPr id="32" name="Group 31">
            <a:extLst>
              <a:ext uri="{FF2B5EF4-FFF2-40B4-BE49-F238E27FC236}">
                <a16:creationId xmlns:a16="http://schemas.microsoft.com/office/drawing/2014/main" id="{193C9378-E4FC-484B-414B-672642001220}"/>
              </a:ext>
            </a:extLst>
          </p:cNvPr>
          <p:cNvGrpSpPr/>
          <p:nvPr/>
        </p:nvGrpSpPr>
        <p:grpSpPr>
          <a:xfrm>
            <a:off x="462479" y="4663822"/>
            <a:ext cx="6755400" cy="506160"/>
            <a:chOff x="462479" y="4663822"/>
            <a:chExt cx="6755400" cy="50616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E788AA4-5749-CB05-8A1E-23BC61328D4D}"/>
                    </a:ext>
                  </a:extLst>
                </p14:cNvPr>
                <p14:cNvContentPartPr/>
                <p14:nvPr/>
              </p14:nvContentPartPr>
              <p14:xfrm>
                <a:off x="462479" y="4663822"/>
                <a:ext cx="1364760" cy="431280"/>
              </p14:xfrm>
            </p:contentPart>
          </mc:Choice>
          <mc:Fallback xmlns="">
            <p:pic>
              <p:nvPicPr>
                <p:cNvPr id="3" name="Ink 2">
                  <a:extLst>
                    <a:ext uri="{FF2B5EF4-FFF2-40B4-BE49-F238E27FC236}">
                      <a16:creationId xmlns:a16="http://schemas.microsoft.com/office/drawing/2014/main" id="{DE788AA4-5749-CB05-8A1E-23BC61328D4D}"/>
                    </a:ext>
                  </a:extLst>
                </p:cNvPr>
                <p:cNvPicPr/>
                <p:nvPr/>
              </p:nvPicPr>
              <p:blipFill>
                <a:blip r:embed="rId4"/>
                <a:stretch>
                  <a:fillRect/>
                </a:stretch>
              </p:blipFill>
              <p:spPr>
                <a:xfrm>
                  <a:off x="453839" y="4655182"/>
                  <a:ext cx="138240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72AF98A5-A62D-DD73-862F-C78A8DA14BD7}"/>
                    </a:ext>
                  </a:extLst>
                </p14:cNvPr>
                <p14:cNvContentPartPr/>
                <p14:nvPr/>
              </p14:nvContentPartPr>
              <p14:xfrm>
                <a:off x="2228279" y="4755982"/>
                <a:ext cx="1679040" cy="412920"/>
              </p14:xfrm>
            </p:contentPart>
          </mc:Choice>
          <mc:Fallback xmlns="">
            <p:pic>
              <p:nvPicPr>
                <p:cNvPr id="4" name="Ink 3">
                  <a:extLst>
                    <a:ext uri="{FF2B5EF4-FFF2-40B4-BE49-F238E27FC236}">
                      <a16:creationId xmlns:a16="http://schemas.microsoft.com/office/drawing/2014/main" id="{72AF98A5-A62D-DD73-862F-C78A8DA14BD7}"/>
                    </a:ext>
                  </a:extLst>
                </p:cNvPr>
                <p:cNvPicPr/>
                <p:nvPr/>
              </p:nvPicPr>
              <p:blipFill>
                <a:blip r:embed="rId6"/>
                <a:stretch>
                  <a:fillRect/>
                </a:stretch>
              </p:blipFill>
              <p:spPr>
                <a:xfrm>
                  <a:off x="2219639" y="4747342"/>
                  <a:ext cx="169668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8E8D6D8C-AC7B-12DA-CB92-B274B81A4E88}"/>
                    </a:ext>
                  </a:extLst>
                </p14:cNvPr>
                <p14:cNvContentPartPr/>
                <p14:nvPr/>
              </p14:nvContentPartPr>
              <p14:xfrm>
                <a:off x="4422479" y="4712782"/>
                <a:ext cx="1305360" cy="451080"/>
              </p14:xfrm>
            </p:contentPart>
          </mc:Choice>
          <mc:Fallback xmlns="">
            <p:pic>
              <p:nvPicPr>
                <p:cNvPr id="5" name="Ink 4">
                  <a:extLst>
                    <a:ext uri="{FF2B5EF4-FFF2-40B4-BE49-F238E27FC236}">
                      <a16:creationId xmlns:a16="http://schemas.microsoft.com/office/drawing/2014/main" id="{8E8D6D8C-AC7B-12DA-CB92-B274B81A4E88}"/>
                    </a:ext>
                  </a:extLst>
                </p:cNvPr>
                <p:cNvPicPr/>
                <p:nvPr/>
              </p:nvPicPr>
              <p:blipFill>
                <a:blip r:embed="rId8"/>
                <a:stretch>
                  <a:fillRect/>
                </a:stretch>
              </p:blipFill>
              <p:spPr>
                <a:xfrm>
                  <a:off x="4413839" y="4703782"/>
                  <a:ext cx="1323000" cy="468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1" name="Ink 30">
                  <a:extLst>
                    <a:ext uri="{FF2B5EF4-FFF2-40B4-BE49-F238E27FC236}">
                      <a16:creationId xmlns:a16="http://schemas.microsoft.com/office/drawing/2014/main" id="{E2989076-AB38-3FB3-283B-20A7382B8E1D}"/>
                    </a:ext>
                  </a:extLst>
                </p14:cNvPr>
                <p14:cNvContentPartPr/>
                <p14:nvPr/>
              </p14:nvContentPartPr>
              <p14:xfrm>
                <a:off x="6062639" y="4700902"/>
                <a:ext cx="1155240" cy="469080"/>
              </p14:xfrm>
            </p:contentPart>
          </mc:Choice>
          <mc:Fallback xmlns="">
            <p:pic>
              <p:nvPicPr>
                <p:cNvPr id="31" name="Ink 30">
                  <a:extLst>
                    <a:ext uri="{FF2B5EF4-FFF2-40B4-BE49-F238E27FC236}">
                      <a16:creationId xmlns:a16="http://schemas.microsoft.com/office/drawing/2014/main" id="{E2989076-AB38-3FB3-283B-20A7382B8E1D}"/>
                    </a:ext>
                  </a:extLst>
                </p:cNvPr>
                <p:cNvPicPr/>
                <p:nvPr/>
              </p:nvPicPr>
              <p:blipFill>
                <a:blip r:embed="rId10"/>
                <a:stretch>
                  <a:fillRect/>
                </a:stretch>
              </p:blipFill>
              <p:spPr>
                <a:xfrm>
                  <a:off x="6053639" y="4691902"/>
                  <a:ext cx="1172880" cy="486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33" name="Ink 32">
                <a:extLst>
                  <a:ext uri="{FF2B5EF4-FFF2-40B4-BE49-F238E27FC236}">
                    <a16:creationId xmlns:a16="http://schemas.microsoft.com/office/drawing/2014/main" id="{5592E62F-408F-8CF3-5CFE-F1693E85D469}"/>
                  </a:ext>
                </a:extLst>
              </p14:cNvPr>
              <p14:cNvContentPartPr/>
              <p14:nvPr/>
            </p14:nvContentPartPr>
            <p14:xfrm>
              <a:off x="4350839" y="3719182"/>
              <a:ext cx="273960" cy="209520"/>
            </p14:xfrm>
          </p:contentPart>
        </mc:Choice>
        <mc:Fallback xmlns="">
          <p:pic>
            <p:nvPicPr>
              <p:cNvPr id="33" name="Ink 32">
                <a:extLst>
                  <a:ext uri="{FF2B5EF4-FFF2-40B4-BE49-F238E27FC236}">
                    <a16:creationId xmlns:a16="http://schemas.microsoft.com/office/drawing/2014/main" id="{5592E62F-408F-8CF3-5CFE-F1693E85D469}"/>
                  </a:ext>
                </a:extLst>
              </p:cNvPr>
              <p:cNvPicPr/>
              <p:nvPr/>
            </p:nvPicPr>
            <p:blipFill>
              <a:blip r:embed="rId12"/>
              <a:stretch>
                <a:fillRect/>
              </a:stretch>
            </p:blipFill>
            <p:spPr>
              <a:xfrm>
                <a:off x="4342199" y="3710182"/>
                <a:ext cx="2916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4" name="Ink 33">
                <a:extLst>
                  <a:ext uri="{FF2B5EF4-FFF2-40B4-BE49-F238E27FC236}">
                    <a16:creationId xmlns:a16="http://schemas.microsoft.com/office/drawing/2014/main" id="{E269710B-4002-04E8-5667-568FF020A570}"/>
                  </a:ext>
                </a:extLst>
              </p14:cNvPr>
              <p14:cNvContentPartPr/>
              <p14:nvPr/>
            </p14:nvContentPartPr>
            <p14:xfrm>
              <a:off x="4381439" y="2977942"/>
              <a:ext cx="360360" cy="260640"/>
            </p14:xfrm>
          </p:contentPart>
        </mc:Choice>
        <mc:Fallback xmlns="">
          <p:pic>
            <p:nvPicPr>
              <p:cNvPr id="34" name="Ink 33">
                <a:extLst>
                  <a:ext uri="{FF2B5EF4-FFF2-40B4-BE49-F238E27FC236}">
                    <a16:creationId xmlns:a16="http://schemas.microsoft.com/office/drawing/2014/main" id="{E269710B-4002-04E8-5667-568FF020A570}"/>
                  </a:ext>
                </a:extLst>
              </p:cNvPr>
              <p:cNvPicPr/>
              <p:nvPr/>
            </p:nvPicPr>
            <p:blipFill>
              <a:blip r:embed="rId14"/>
              <a:stretch>
                <a:fillRect/>
              </a:stretch>
            </p:blipFill>
            <p:spPr>
              <a:xfrm>
                <a:off x="4372799" y="2968942"/>
                <a:ext cx="37800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5" name="Ink 34">
                <a:extLst>
                  <a:ext uri="{FF2B5EF4-FFF2-40B4-BE49-F238E27FC236}">
                    <a16:creationId xmlns:a16="http://schemas.microsoft.com/office/drawing/2014/main" id="{25D45D3E-BBF7-318B-A82D-919B1151933B}"/>
                  </a:ext>
                </a:extLst>
              </p14:cNvPr>
              <p14:cNvContentPartPr/>
              <p14:nvPr/>
            </p14:nvContentPartPr>
            <p14:xfrm>
              <a:off x="4639559" y="2268022"/>
              <a:ext cx="316440" cy="261000"/>
            </p14:xfrm>
          </p:contentPart>
        </mc:Choice>
        <mc:Fallback xmlns="">
          <p:pic>
            <p:nvPicPr>
              <p:cNvPr id="35" name="Ink 34">
                <a:extLst>
                  <a:ext uri="{FF2B5EF4-FFF2-40B4-BE49-F238E27FC236}">
                    <a16:creationId xmlns:a16="http://schemas.microsoft.com/office/drawing/2014/main" id="{25D45D3E-BBF7-318B-A82D-919B1151933B}"/>
                  </a:ext>
                </a:extLst>
              </p:cNvPr>
              <p:cNvPicPr/>
              <p:nvPr/>
            </p:nvPicPr>
            <p:blipFill>
              <a:blip r:embed="rId16"/>
              <a:stretch>
                <a:fillRect/>
              </a:stretch>
            </p:blipFill>
            <p:spPr>
              <a:xfrm>
                <a:off x="4630559" y="2259022"/>
                <a:ext cx="33408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6" name="Ink 35">
                <a:extLst>
                  <a:ext uri="{FF2B5EF4-FFF2-40B4-BE49-F238E27FC236}">
                    <a16:creationId xmlns:a16="http://schemas.microsoft.com/office/drawing/2014/main" id="{437ECADF-EA46-F5CE-34AC-1B5DC26532C4}"/>
                  </a:ext>
                </a:extLst>
              </p14:cNvPr>
              <p14:cNvContentPartPr/>
              <p14:nvPr/>
            </p14:nvContentPartPr>
            <p14:xfrm>
              <a:off x="4921439" y="2558902"/>
              <a:ext cx="473040" cy="622800"/>
            </p14:xfrm>
          </p:contentPart>
        </mc:Choice>
        <mc:Fallback xmlns="">
          <p:pic>
            <p:nvPicPr>
              <p:cNvPr id="36" name="Ink 35">
                <a:extLst>
                  <a:ext uri="{FF2B5EF4-FFF2-40B4-BE49-F238E27FC236}">
                    <a16:creationId xmlns:a16="http://schemas.microsoft.com/office/drawing/2014/main" id="{437ECADF-EA46-F5CE-34AC-1B5DC26532C4}"/>
                  </a:ext>
                </a:extLst>
              </p:cNvPr>
              <p:cNvPicPr/>
              <p:nvPr/>
            </p:nvPicPr>
            <p:blipFill>
              <a:blip r:embed="rId18"/>
              <a:stretch>
                <a:fillRect/>
              </a:stretch>
            </p:blipFill>
            <p:spPr>
              <a:xfrm>
                <a:off x="4912799" y="2549902"/>
                <a:ext cx="490680" cy="640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7" name="Ink 36">
                <a:extLst>
                  <a:ext uri="{FF2B5EF4-FFF2-40B4-BE49-F238E27FC236}">
                    <a16:creationId xmlns:a16="http://schemas.microsoft.com/office/drawing/2014/main" id="{1D861FC3-2663-89B5-3065-6E6CE1DBAA72}"/>
                  </a:ext>
                </a:extLst>
              </p14:cNvPr>
              <p14:cNvContentPartPr/>
              <p14:nvPr/>
            </p14:nvContentPartPr>
            <p14:xfrm>
              <a:off x="5148599" y="3080542"/>
              <a:ext cx="129960" cy="188640"/>
            </p14:xfrm>
          </p:contentPart>
        </mc:Choice>
        <mc:Fallback xmlns="">
          <p:pic>
            <p:nvPicPr>
              <p:cNvPr id="37" name="Ink 36">
                <a:extLst>
                  <a:ext uri="{FF2B5EF4-FFF2-40B4-BE49-F238E27FC236}">
                    <a16:creationId xmlns:a16="http://schemas.microsoft.com/office/drawing/2014/main" id="{1D861FC3-2663-89B5-3065-6E6CE1DBAA72}"/>
                  </a:ext>
                </a:extLst>
              </p:cNvPr>
              <p:cNvPicPr/>
              <p:nvPr/>
            </p:nvPicPr>
            <p:blipFill>
              <a:blip r:embed="rId20"/>
              <a:stretch>
                <a:fillRect/>
              </a:stretch>
            </p:blipFill>
            <p:spPr>
              <a:xfrm>
                <a:off x="5139599" y="3071542"/>
                <a:ext cx="1476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8" name="Ink 37">
                <a:extLst>
                  <a:ext uri="{FF2B5EF4-FFF2-40B4-BE49-F238E27FC236}">
                    <a16:creationId xmlns:a16="http://schemas.microsoft.com/office/drawing/2014/main" id="{4E635BD3-C83A-D4D7-E32D-7B010769B211}"/>
                  </a:ext>
                </a:extLst>
              </p14:cNvPr>
              <p14:cNvContentPartPr/>
              <p14:nvPr/>
            </p14:nvContentPartPr>
            <p14:xfrm>
              <a:off x="5081279" y="3277102"/>
              <a:ext cx="299880" cy="532440"/>
            </p14:xfrm>
          </p:contentPart>
        </mc:Choice>
        <mc:Fallback xmlns="">
          <p:pic>
            <p:nvPicPr>
              <p:cNvPr id="38" name="Ink 37">
                <a:extLst>
                  <a:ext uri="{FF2B5EF4-FFF2-40B4-BE49-F238E27FC236}">
                    <a16:creationId xmlns:a16="http://schemas.microsoft.com/office/drawing/2014/main" id="{4E635BD3-C83A-D4D7-E32D-7B010769B211}"/>
                  </a:ext>
                </a:extLst>
              </p:cNvPr>
              <p:cNvPicPr/>
              <p:nvPr/>
            </p:nvPicPr>
            <p:blipFill>
              <a:blip r:embed="rId22"/>
              <a:stretch>
                <a:fillRect/>
              </a:stretch>
            </p:blipFill>
            <p:spPr>
              <a:xfrm>
                <a:off x="5072279" y="3268102"/>
                <a:ext cx="31752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9" name="Ink 38">
                <a:extLst>
                  <a:ext uri="{FF2B5EF4-FFF2-40B4-BE49-F238E27FC236}">
                    <a16:creationId xmlns:a16="http://schemas.microsoft.com/office/drawing/2014/main" id="{459B333F-A794-6EB1-CD67-0355554DA9F6}"/>
                  </a:ext>
                </a:extLst>
              </p14:cNvPr>
              <p14:cNvContentPartPr/>
              <p14:nvPr/>
            </p14:nvContentPartPr>
            <p14:xfrm>
              <a:off x="5105759" y="3748342"/>
              <a:ext cx="196920" cy="150120"/>
            </p14:xfrm>
          </p:contentPart>
        </mc:Choice>
        <mc:Fallback xmlns="">
          <p:pic>
            <p:nvPicPr>
              <p:cNvPr id="39" name="Ink 38">
                <a:extLst>
                  <a:ext uri="{FF2B5EF4-FFF2-40B4-BE49-F238E27FC236}">
                    <a16:creationId xmlns:a16="http://schemas.microsoft.com/office/drawing/2014/main" id="{459B333F-A794-6EB1-CD67-0355554DA9F6}"/>
                  </a:ext>
                </a:extLst>
              </p:cNvPr>
              <p:cNvPicPr/>
              <p:nvPr/>
            </p:nvPicPr>
            <p:blipFill>
              <a:blip r:embed="rId24"/>
              <a:stretch>
                <a:fillRect/>
              </a:stretch>
            </p:blipFill>
            <p:spPr>
              <a:xfrm>
                <a:off x="5096759" y="3739342"/>
                <a:ext cx="214560" cy="167760"/>
              </a:xfrm>
              <a:prstGeom prst="rect">
                <a:avLst/>
              </a:prstGeom>
            </p:spPr>
          </p:pic>
        </mc:Fallback>
      </mc:AlternateContent>
      <p:grpSp>
        <p:nvGrpSpPr>
          <p:cNvPr id="54" name="Group 53">
            <a:extLst>
              <a:ext uri="{FF2B5EF4-FFF2-40B4-BE49-F238E27FC236}">
                <a16:creationId xmlns:a16="http://schemas.microsoft.com/office/drawing/2014/main" id="{C3B9BAFA-064E-EC3A-518D-E643B53F4B55}"/>
              </a:ext>
            </a:extLst>
          </p:cNvPr>
          <p:cNvGrpSpPr/>
          <p:nvPr/>
        </p:nvGrpSpPr>
        <p:grpSpPr>
          <a:xfrm>
            <a:off x="484079" y="2227702"/>
            <a:ext cx="1314000" cy="1981800"/>
            <a:chOff x="484079" y="2227702"/>
            <a:chExt cx="1314000" cy="1981800"/>
          </a:xfrm>
        </p:grpSpPr>
        <mc:AlternateContent xmlns:mc="http://schemas.openxmlformats.org/markup-compatibility/2006" xmlns:p14="http://schemas.microsoft.com/office/powerpoint/2010/main">
          <mc:Choice Requires="p14">
            <p:contentPart p14:bwMode="auto" r:id="rId25">
              <p14:nvContentPartPr>
                <p14:cNvPr id="51" name="Ink 50">
                  <a:extLst>
                    <a:ext uri="{FF2B5EF4-FFF2-40B4-BE49-F238E27FC236}">
                      <a16:creationId xmlns:a16="http://schemas.microsoft.com/office/drawing/2014/main" id="{27AD18A9-58C3-014A-F659-E3C518FDB6AC}"/>
                    </a:ext>
                  </a:extLst>
                </p14:cNvPr>
                <p14:cNvContentPartPr/>
                <p14:nvPr/>
              </p14:nvContentPartPr>
              <p14:xfrm>
                <a:off x="1754519" y="2644942"/>
                <a:ext cx="43560" cy="356400"/>
              </p14:xfrm>
            </p:contentPart>
          </mc:Choice>
          <mc:Fallback xmlns="">
            <p:pic>
              <p:nvPicPr>
                <p:cNvPr id="51" name="Ink 50">
                  <a:extLst>
                    <a:ext uri="{FF2B5EF4-FFF2-40B4-BE49-F238E27FC236}">
                      <a16:creationId xmlns:a16="http://schemas.microsoft.com/office/drawing/2014/main" id="{27AD18A9-58C3-014A-F659-E3C518FDB6AC}"/>
                    </a:ext>
                  </a:extLst>
                </p:cNvPr>
                <p:cNvPicPr/>
                <p:nvPr/>
              </p:nvPicPr>
              <p:blipFill>
                <a:blip r:embed="rId26"/>
                <a:stretch>
                  <a:fillRect/>
                </a:stretch>
              </p:blipFill>
              <p:spPr>
                <a:xfrm>
                  <a:off x="1745879" y="2635942"/>
                  <a:ext cx="6120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2" name="Ink 51">
                  <a:extLst>
                    <a:ext uri="{FF2B5EF4-FFF2-40B4-BE49-F238E27FC236}">
                      <a16:creationId xmlns:a16="http://schemas.microsoft.com/office/drawing/2014/main" id="{7E9CB3FB-F6A9-6735-3D02-263FD7CF5C8C}"/>
                    </a:ext>
                  </a:extLst>
                </p14:cNvPr>
                <p14:cNvContentPartPr/>
                <p14:nvPr/>
              </p14:nvContentPartPr>
              <p14:xfrm>
                <a:off x="1721759" y="3362782"/>
                <a:ext cx="15840" cy="528840"/>
              </p14:xfrm>
            </p:contentPart>
          </mc:Choice>
          <mc:Fallback xmlns="">
            <p:pic>
              <p:nvPicPr>
                <p:cNvPr id="52" name="Ink 51">
                  <a:extLst>
                    <a:ext uri="{FF2B5EF4-FFF2-40B4-BE49-F238E27FC236}">
                      <a16:creationId xmlns:a16="http://schemas.microsoft.com/office/drawing/2014/main" id="{7E9CB3FB-F6A9-6735-3D02-263FD7CF5C8C}"/>
                    </a:ext>
                  </a:extLst>
                </p:cNvPr>
                <p:cNvPicPr/>
                <p:nvPr/>
              </p:nvPicPr>
              <p:blipFill>
                <a:blip r:embed="rId28"/>
                <a:stretch>
                  <a:fillRect/>
                </a:stretch>
              </p:blipFill>
              <p:spPr>
                <a:xfrm>
                  <a:off x="1713119" y="3354142"/>
                  <a:ext cx="33480" cy="546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3" name="Ink 52">
                  <a:extLst>
                    <a:ext uri="{FF2B5EF4-FFF2-40B4-BE49-F238E27FC236}">
                      <a16:creationId xmlns:a16="http://schemas.microsoft.com/office/drawing/2014/main" id="{83715A79-7D49-3E4B-C9B0-4016D20F35DF}"/>
                    </a:ext>
                  </a:extLst>
                </p14:cNvPr>
                <p14:cNvContentPartPr/>
                <p14:nvPr/>
              </p14:nvContentPartPr>
              <p14:xfrm>
                <a:off x="484079" y="2227702"/>
                <a:ext cx="698760" cy="1981800"/>
              </p14:xfrm>
            </p:contentPart>
          </mc:Choice>
          <mc:Fallback xmlns="">
            <p:pic>
              <p:nvPicPr>
                <p:cNvPr id="53" name="Ink 52">
                  <a:extLst>
                    <a:ext uri="{FF2B5EF4-FFF2-40B4-BE49-F238E27FC236}">
                      <a16:creationId xmlns:a16="http://schemas.microsoft.com/office/drawing/2014/main" id="{83715A79-7D49-3E4B-C9B0-4016D20F35DF}"/>
                    </a:ext>
                  </a:extLst>
                </p:cNvPr>
                <p:cNvPicPr/>
                <p:nvPr/>
              </p:nvPicPr>
              <p:blipFill>
                <a:blip r:embed="rId30"/>
                <a:stretch>
                  <a:fillRect/>
                </a:stretch>
              </p:blipFill>
              <p:spPr>
                <a:xfrm>
                  <a:off x="475439" y="2218702"/>
                  <a:ext cx="716400" cy="1999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70" name="Ink 69">
                <a:extLst>
                  <a:ext uri="{FF2B5EF4-FFF2-40B4-BE49-F238E27FC236}">
                    <a16:creationId xmlns:a16="http://schemas.microsoft.com/office/drawing/2014/main" id="{043E832E-CFA1-1C7F-78E3-1604B25E8620}"/>
                  </a:ext>
                </a:extLst>
              </p14:cNvPr>
              <p14:cNvContentPartPr/>
              <p14:nvPr/>
            </p14:nvContentPartPr>
            <p14:xfrm>
              <a:off x="7339559" y="4884862"/>
              <a:ext cx="105840" cy="138960"/>
            </p14:xfrm>
          </p:contentPart>
        </mc:Choice>
        <mc:Fallback xmlns="">
          <p:pic>
            <p:nvPicPr>
              <p:cNvPr id="70" name="Ink 69">
                <a:extLst>
                  <a:ext uri="{FF2B5EF4-FFF2-40B4-BE49-F238E27FC236}">
                    <a16:creationId xmlns:a16="http://schemas.microsoft.com/office/drawing/2014/main" id="{043E832E-CFA1-1C7F-78E3-1604B25E8620}"/>
                  </a:ext>
                </a:extLst>
              </p:cNvPr>
              <p:cNvPicPr/>
              <p:nvPr/>
            </p:nvPicPr>
            <p:blipFill>
              <a:blip r:embed="rId32"/>
              <a:stretch>
                <a:fillRect/>
              </a:stretch>
            </p:blipFill>
            <p:spPr>
              <a:xfrm>
                <a:off x="7330559" y="4875862"/>
                <a:ext cx="123480" cy="156600"/>
              </a:xfrm>
              <a:prstGeom prst="rect">
                <a:avLst/>
              </a:prstGeom>
            </p:spPr>
          </p:pic>
        </mc:Fallback>
      </mc:AlternateContent>
      <p:sp>
        <p:nvSpPr>
          <p:cNvPr id="40" name="Rectangle 39">
            <a:extLst>
              <a:ext uri="{FF2B5EF4-FFF2-40B4-BE49-F238E27FC236}">
                <a16:creationId xmlns:a16="http://schemas.microsoft.com/office/drawing/2014/main" id="{DBAA8423-9209-0BB0-2656-9F3941433815}"/>
              </a:ext>
            </a:extLst>
          </p:cNvPr>
          <p:cNvSpPr/>
          <p:nvPr/>
        </p:nvSpPr>
        <p:spPr>
          <a:xfrm>
            <a:off x="7137230" y="2000634"/>
            <a:ext cx="1962250" cy="13621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SimpleForm</a:t>
            </a:r>
            <a:endParaRPr lang="en-IN" dirty="0"/>
          </a:p>
          <a:p>
            <a:pPr algn="ctr"/>
            <a:r>
              <a:rPr lang="en-IN" dirty="0"/>
              <a:t>content</a:t>
            </a:r>
          </a:p>
        </p:txBody>
      </p:sp>
      <p:cxnSp>
        <p:nvCxnSpPr>
          <p:cNvPr id="42" name="Connector: Elbow 41">
            <a:extLst>
              <a:ext uri="{FF2B5EF4-FFF2-40B4-BE49-F238E27FC236}">
                <a16:creationId xmlns:a16="http://schemas.microsoft.com/office/drawing/2014/main" id="{FA88FA7B-1FE9-9FD6-7491-D21C4A628FF9}"/>
              </a:ext>
            </a:extLst>
          </p:cNvPr>
          <p:cNvCxnSpPr>
            <a:stCxn id="17" idx="3"/>
            <a:endCxn id="40" idx="1"/>
          </p:cNvCxnSpPr>
          <p:nvPr/>
        </p:nvCxnSpPr>
        <p:spPr>
          <a:xfrm flipV="1">
            <a:off x="5036736" y="2681708"/>
            <a:ext cx="2100494" cy="49526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33">
            <p14:nvContentPartPr>
              <p14:cNvPr id="61" name="Ink 60">
                <a:extLst>
                  <a:ext uri="{FF2B5EF4-FFF2-40B4-BE49-F238E27FC236}">
                    <a16:creationId xmlns:a16="http://schemas.microsoft.com/office/drawing/2014/main" id="{A14B0362-0CB0-8BBD-7AC6-9354907775A7}"/>
                  </a:ext>
                </a:extLst>
              </p14:cNvPr>
              <p14:cNvContentPartPr/>
              <p14:nvPr/>
            </p14:nvContentPartPr>
            <p14:xfrm>
              <a:off x="4142039" y="2858422"/>
              <a:ext cx="274680" cy="354600"/>
            </p14:xfrm>
          </p:contentPart>
        </mc:Choice>
        <mc:Fallback>
          <p:pic>
            <p:nvPicPr>
              <p:cNvPr id="61" name="Ink 60">
                <a:extLst>
                  <a:ext uri="{FF2B5EF4-FFF2-40B4-BE49-F238E27FC236}">
                    <a16:creationId xmlns:a16="http://schemas.microsoft.com/office/drawing/2014/main" id="{A14B0362-0CB0-8BBD-7AC6-9354907775A7}"/>
                  </a:ext>
                </a:extLst>
              </p:cNvPr>
              <p:cNvPicPr/>
              <p:nvPr/>
            </p:nvPicPr>
            <p:blipFill>
              <a:blip r:embed="rId34"/>
              <a:stretch>
                <a:fillRect/>
              </a:stretch>
            </p:blipFill>
            <p:spPr>
              <a:xfrm>
                <a:off x="4133399" y="2849782"/>
                <a:ext cx="29232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63" name="Ink 62">
                <a:extLst>
                  <a:ext uri="{FF2B5EF4-FFF2-40B4-BE49-F238E27FC236}">
                    <a16:creationId xmlns:a16="http://schemas.microsoft.com/office/drawing/2014/main" id="{549F5872-F9DC-6812-6197-E34FFF0AAE89}"/>
                  </a:ext>
                </a:extLst>
              </p14:cNvPr>
              <p14:cNvContentPartPr/>
              <p14:nvPr/>
            </p14:nvContentPartPr>
            <p14:xfrm>
              <a:off x="7891799" y="2954182"/>
              <a:ext cx="696960" cy="16200"/>
            </p14:xfrm>
          </p:contentPart>
        </mc:Choice>
        <mc:Fallback>
          <p:pic>
            <p:nvPicPr>
              <p:cNvPr id="63" name="Ink 62">
                <a:extLst>
                  <a:ext uri="{FF2B5EF4-FFF2-40B4-BE49-F238E27FC236}">
                    <a16:creationId xmlns:a16="http://schemas.microsoft.com/office/drawing/2014/main" id="{549F5872-F9DC-6812-6197-E34FFF0AAE89}"/>
                  </a:ext>
                </a:extLst>
              </p:cNvPr>
              <p:cNvPicPr/>
              <p:nvPr/>
            </p:nvPicPr>
            <p:blipFill>
              <a:blip r:embed="rId36"/>
              <a:stretch>
                <a:fillRect/>
              </a:stretch>
            </p:blipFill>
            <p:spPr>
              <a:xfrm>
                <a:off x="7882799" y="2945182"/>
                <a:ext cx="714600" cy="33840"/>
              </a:xfrm>
              <a:prstGeom prst="rect">
                <a:avLst/>
              </a:prstGeom>
            </p:spPr>
          </p:pic>
        </mc:Fallback>
      </mc:AlternateContent>
      <p:grpSp>
        <p:nvGrpSpPr>
          <p:cNvPr id="66" name="Group 65">
            <a:extLst>
              <a:ext uri="{FF2B5EF4-FFF2-40B4-BE49-F238E27FC236}">
                <a16:creationId xmlns:a16="http://schemas.microsoft.com/office/drawing/2014/main" id="{6882F7D1-6298-AFD9-86ED-3F368C75DA00}"/>
              </a:ext>
            </a:extLst>
          </p:cNvPr>
          <p:cNvGrpSpPr/>
          <p:nvPr/>
        </p:nvGrpSpPr>
        <p:grpSpPr>
          <a:xfrm>
            <a:off x="1712039" y="2958142"/>
            <a:ext cx="5967000" cy="1975320"/>
            <a:chOff x="1712039" y="2958142"/>
            <a:chExt cx="5967000" cy="1975320"/>
          </a:xfrm>
        </p:grpSpPr>
        <mc:AlternateContent xmlns:mc="http://schemas.openxmlformats.org/markup-compatibility/2006">
          <mc:Choice xmlns:p14="http://schemas.microsoft.com/office/powerpoint/2010/main" Requires="p14">
            <p:contentPart p14:bwMode="auto" r:id="rId37">
              <p14:nvContentPartPr>
                <p14:cNvPr id="43" name="Ink 42">
                  <a:extLst>
                    <a:ext uri="{FF2B5EF4-FFF2-40B4-BE49-F238E27FC236}">
                      <a16:creationId xmlns:a16="http://schemas.microsoft.com/office/drawing/2014/main" id="{07BDDE63-D7F9-6D35-0D5D-61057445FBAE}"/>
                    </a:ext>
                  </a:extLst>
                </p14:cNvPr>
                <p14:cNvContentPartPr/>
                <p14:nvPr/>
              </p14:nvContentPartPr>
              <p14:xfrm>
                <a:off x="3472079" y="3209422"/>
                <a:ext cx="1499760" cy="1603800"/>
              </p14:xfrm>
            </p:contentPart>
          </mc:Choice>
          <mc:Fallback>
            <p:pic>
              <p:nvPicPr>
                <p:cNvPr id="43" name="Ink 42">
                  <a:extLst>
                    <a:ext uri="{FF2B5EF4-FFF2-40B4-BE49-F238E27FC236}">
                      <a16:creationId xmlns:a16="http://schemas.microsoft.com/office/drawing/2014/main" id="{07BDDE63-D7F9-6D35-0D5D-61057445FBAE}"/>
                    </a:ext>
                  </a:extLst>
                </p:cNvPr>
                <p:cNvPicPr/>
                <p:nvPr/>
              </p:nvPicPr>
              <p:blipFill>
                <a:blip r:embed="rId38"/>
                <a:stretch>
                  <a:fillRect/>
                </a:stretch>
              </p:blipFill>
              <p:spPr>
                <a:xfrm>
                  <a:off x="3463079" y="3200782"/>
                  <a:ext cx="1517400" cy="16214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4" name="Ink 43">
                  <a:extLst>
                    <a:ext uri="{FF2B5EF4-FFF2-40B4-BE49-F238E27FC236}">
                      <a16:creationId xmlns:a16="http://schemas.microsoft.com/office/drawing/2014/main" id="{81D69D7A-37C7-2CED-53F8-0C0C08021AF2}"/>
                    </a:ext>
                  </a:extLst>
                </p14:cNvPr>
                <p14:cNvContentPartPr/>
                <p14:nvPr/>
              </p14:nvContentPartPr>
              <p14:xfrm>
                <a:off x="3436439" y="4795582"/>
                <a:ext cx="143640" cy="85320"/>
              </p14:xfrm>
            </p:contentPart>
          </mc:Choice>
          <mc:Fallback>
            <p:pic>
              <p:nvPicPr>
                <p:cNvPr id="44" name="Ink 43">
                  <a:extLst>
                    <a:ext uri="{FF2B5EF4-FFF2-40B4-BE49-F238E27FC236}">
                      <a16:creationId xmlns:a16="http://schemas.microsoft.com/office/drawing/2014/main" id="{81D69D7A-37C7-2CED-53F8-0C0C08021AF2}"/>
                    </a:ext>
                  </a:extLst>
                </p:cNvPr>
                <p:cNvPicPr/>
                <p:nvPr/>
              </p:nvPicPr>
              <p:blipFill>
                <a:blip r:embed="rId40"/>
                <a:stretch>
                  <a:fillRect/>
                </a:stretch>
              </p:blipFill>
              <p:spPr>
                <a:xfrm>
                  <a:off x="3427799" y="4786582"/>
                  <a:ext cx="16128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5" name="Ink 44">
                  <a:extLst>
                    <a:ext uri="{FF2B5EF4-FFF2-40B4-BE49-F238E27FC236}">
                      <a16:creationId xmlns:a16="http://schemas.microsoft.com/office/drawing/2014/main" id="{D23E73A7-3D40-213B-7C77-2EAE3604D7F6}"/>
                    </a:ext>
                  </a:extLst>
                </p14:cNvPr>
                <p14:cNvContentPartPr/>
                <p14:nvPr/>
              </p14:nvContentPartPr>
              <p14:xfrm>
                <a:off x="3724799" y="3262342"/>
                <a:ext cx="3512160" cy="1671120"/>
              </p14:xfrm>
            </p:contentPart>
          </mc:Choice>
          <mc:Fallback>
            <p:pic>
              <p:nvPicPr>
                <p:cNvPr id="45" name="Ink 44">
                  <a:extLst>
                    <a:ext uri="{FF2B5EF4-FFF2-40B4-BE49-F238E27FC236}">
                      <a16:creationId xmlns:a16="http://schemas.microsoft.com/office/drawing/2014/main" id="{D23E73A7-3D40-213B-7C77-2EAE3604D7F6}"/>
                    </a:ext>
                  </a:extLst>
                </p:cNvPr>
                <p:cNvPicPr/>
                <p:nvPr/>
              </p:nvPicPr>
              <p:blipFill>
                <a:blip r:embed="rId42"/>
                <a:stretch>
                  <a:fillRect/>
                </a:stretch>
              </p:blipFill>
              <p:spPr>
                <a:xfrm>
                  <a:off x="3715799" y="3253342"/>
                  <a:ext cx="3529800" cy="16887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6" name="Ink 45">
                  <a:extLst>
                    <a:ext uri="{FF2B5EF4-FFF2-40B4-BE49-F238E27FC236}">
                      <a16:creationId xmlns:a16="http://schemas.microsoft.com/office/drawing/2014/main" id="{025B4410-65DB-AD3E-6C69-77BF0778B130}"/>
                    </a:ext>
                  </a:extLst>
                </p14:cNvPr>
                <p14:cNvContentPartPr/>
                <p14:nvPr/>
              </p14:nvContentPartPr>
              <p14:xfrm>
                <a:off x="7051199" y="3206182"/>
                <a:ext cx="366840" cy="314640"/>
              </p14:xfrm>
            </p:contentPart>
          </mc:Choice>
          <mc:Fallback>
            <p:pic>
              <p:nvPicPr>
                <p:cNvPr id="46" name="Ink 45">
                  <a:extLst>
                    <a:ext uri="{FF2B5EF4-FFF2-40B4-BE49-F238E27FC236}">
                      <a16:creationId xmlns:a16="http://schemas.microsoft.com/office/drawing/2014/main" id="{025B4410-65DB-AD3E-6C69-77BF0778B130}"/>
                    </a:ext>
                  </a:extLst>
                </p:cNvPr>
                <p:cNvPicPr/>
                <p:nvPr/>
              </p:nvPicPr>
              <p:blipFill>
                <a:blip r:embed="rId44"/>
                <a:stretch>
                  <a:fillRect/>
                </a:stretch>
              </p:blipFill>
              <p:spPr>
                <a:xfrm>
                  <a:off x="7042199" y="3197542"/>
                  <a:ext cx="38448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9" name="Ink 48">
                  <a:extLst>
                    <a:ext uri="{FF2B5EF4-FFF2-40B4-BE49-F238E27FC236}">
                      <a16:creationId xmlns:a16="http://schemas.microsoft.com/office/drawing/2014/main" id="{097B06FC-2966-221C-1CB1-00E74FDB22A0}"/>
                    </a:ext>
                  </a:extLst>
                </p14:cNvPr>
                <p14:cNvContentPartPr/>
                <p14:nvPr/>
              </p14:nvContentPartPr>
              <p14:xfrm>
                <a:off x="5234639" y="3470422"/>
                <a:ext cx="1857960" cy="1316520"/>
              </p14:xfrm>
            </p:contentPart>
          </mc:Choice>
          <mc:Fallback>
            <p:pic>
              <p:nvPicPr>
                <p:cNvPr id="49" name="Ink 48">
                  <a:extLst>
                    <a:ext uri="{FF2B5EF4-FFF2-40B4-BE49-F238E27FC236}">
                      <a16:creationId xmlns:a16="http://schemas.microsoft.com/office/drawing/2014/main" id="{097B06FC-2966-221C-1CB1-00E74FDB22A0}"/>
                    </a:ext>
                  </a:extLst>
                </p:cNvPr>
                <p:cNvPicPr/>
                <p:nvPr/>
              </p:nvPicPr>
              <p:blipFill>
                <a:blip r:embed="rId46"/>
                <a:stretch>
                  <a:fillRect/>
                </a:stretch>
              </p:blipFill>
              <p:spPr>
                <a:xfrm>
                  <a:off x="5225999" y="3461782"/>
                  <a:ext cx="1875600" cy="13341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50" name="Ink 49">
                  <a:extLst>
                    <a:ext uri="{FF2B5EF4-FFF2-40B4-BE49-F238E27FC236}">
                      <a16:creationId xmlns:a16="http://schemas.microsoft.com/office/drawing/2014/main" id="{BDF3F0D1-951B-3E5B-875A-A59A40E0BF47}"/>
                    </a:ext>
                  </a:extLst>
                </p14:cNvPr>
                <p14:cNvContentPartPr/>
                <p14:nvPr/>
              </p14:nvContentPartPr>
              <p14:xfrm>
                <a:off x="7020599" y="3374662"/>
                <a:ext cx="131760" cy="208080"/>
              </p14:xfrm>
            </p:contentPart>
          </mc:Choice>
          <mc:Fallback>
            <p:pic>
              <p:nvPicPr>
                <p:cNvPr id="50" name="Ink 49">
                  <a:extLst>
                    <a:ext uri="{FF2B5EF4-FFF2-40B4-BE49-F238E27FC236}">
                      <a16:creationId xmlns:a16="http://schemas.microsoft.com/office/drawing/2014/main" id="{BDF3F0D1-951B-3E5B-875A-A59A40E0BF47}"/>
                    </a:ext>
                  </a:extLst>
                </p:cNvPr>
                <p:cNvPicPr/>
                <p:nvPr/>
              </p:nvPicPr>
              <p:blipFill>
                <a:blip r:embed="rId48"/>
                <a:stretch>
                  <a:fillRect/>
                </a:stretch>
              </p:blipFill>
              <p:spPr>
                <a:xfrm>
                  <a:off x="7011599" y="3366022"/>
                  <a:ext cx="14940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55" name="Ink 54">
                  <a:extLst>
                    <a:ext uri="{FF2B5EF4-FFF2-40B4-BE49-F238E27FC236}">
                      <a16:creationId xmlns:a16="http://schemas.microsoft.com/office/drawing/2014/main" id="{42BEC7FA-7060-A3C5-A525-21AA8830F529}"/>
                    </a:ext>
                  </a:extLst>
                </p14:cNvPr>
                <p14:cNvContentPartPr/>
                <p14:nvPr/>
              </p14:nvContentPartPr>
              <p14:xfrm>
                <a:off x="6743399" y="3310582"/>
                <a:ext cx="874080" cy="1532160"/>
              </p14:xfrm>
            </p:contentPart>
          </mc:Choice>
          <mc:Fallback>
            <p:pic>
              <p:nvPicPr>
                <p:cNvPr id="55" name="Ink 54">
                  <a:extLst>
                    <a:ext uri="{FF2B5EF4-FFF2-40B4-BE49-F238E27FC236}">
                      <a16:creationId xmlns:a16="http://schemas.microsoft.com/office/drawing/2014/main" id="{42BEC7FA-7060-A3C5-A525-21AA8830F529}"/>
                    </a:ext>
                  </a:extLst>
                </p:cNvPr>
                <p:cNvPicPr/>
                <p:nvPr/>
              </p:nvPicPr>
              <p:blipFill>
                <a:blip r:embed="rId50"/>
                <a:stretch>
                  <a:fillRect/>
                </a:stretch>
              </p:blipFill>
              <p:spPr>
                <a:xfrm>
                  <a:off x="6734759" y="3301942"/>
                  <a:ext cx="891720" cy="15498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56" name="Ink 55">
                  <a:extLst>
                    <a:ext uri="{FF2B5EF4-FFF2-40B4-BE49-F238E27FC236}">
                      <a16:creationId xmlns:a16="http://schemas.microsoft.com/office/drawing/2014/main" id="{99D42085-397B-15A4-8D43-10518C0FD659}"/>
                    </a:ext>
                  </a:extLst>
                </p14:cNvPr>
                <p14:cNvContentPartPr/>
                <p14:nvPr/>
              </p14:nvContentPartPr>
              <p14:xfrm>
                <a:off x="7394999" y="3222022"/>
                <a:ext cx="284040" cy="221040"/>
              </p14:xfrm>
            </p:contentPart>
          </mc:Choice>
          <mc:Fallback>
            <p:pic>
              <p:nvPicPr>
                <p:cNvPr id="56" name="Ink 55">
                  <a:extLst>
                    <a:ext uri="{FF2B5EF4-FFF2-40B4-BE49-F238E27FC236}">
                      <a16:creationId xmlns:a16="http://schemas.microsoft.com/office/drawing/2014/main" id="{99D42085-397B-15A4-8D43-10518C0FD659}"/>
                    </a:ext>
                  </a:extLst>
                </p:cNvPr>
                <p:cNvPicPr/>
                <p:nvPr/>
              </p:nvPicPr>
              <p:blipFill>
                <a:blip r:embed="rId52"/>
                <a:stretch>
                  <a:fillRect/>
                </a:stretch>
              </p:blipFill>
              <p:spPr>
                <a:xfrm>
                  <a:off x="7385999" y="3213382"/>
                  <a:ext cx="30168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58" name="Ink 57">
                  <a:extLst>
                    <a:ext uri="{FF2B5EF4-FFF2-40B4-BE49-F238E27FC236}">
                      <a16:creationId xmlns:a16="http://schemas.microsoft.com/office/drawing/2014/main" id="{0977F4B1-4D36-9D86-C453-C2C0C8F879BF}"/>
                    </a:ext>
                  </a:extLst>
                </p14:cNvPr>
                <p14:cNvContentPartPr/>
                <p14:nvPr/>
              </p14:nvContentPartPr>
              <p14:xfrm>
                <a:off x="1712039" y="3055702"/>
                <a:ext cx="5264640" cy="1737360"/>
              </p14:xfrm>
            </p:contentPart>
          </mc:Choice>
          <mc:Fallback>
            <p:pic>
              <p:nvPicPr>
                <p:cNvPr id="58" name="Ink 57">
                  <a:extLst>
                    <a:ext uri="{FF2B5EF4-FFF2-40B4-BE49-F238E27FC236}">
                      <a16:creationId xmlns:a16="http://schemas.microsoft.com/office/drawing/2014/main" id="{0977F4B1-4D36-9D86-C453-C2C0C8F879BF}"/>
                    </a:ext>
                  </a:extLst>
                </p:cNvPr>
                <p:cNvPicPr/>
                <p:nvPr/>
              </p:nvPicPr>
              <p:blipFill>
                <a:blip r:embed="rId54"/>
                <a:stretch>
                  <a:fillRect/>
                </a:stretch>
              </p:blipFill>
              <p:spPr>
                <a:xfrm>
                  <a:off x="1703039" y="3047062"/>
                  <a:ext cx="5282280" cy="17550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59" name="Ink 58">
                  <a:extLst>
                    <a:ext uri="{FF2B5EF4-FFF2-40B4-BE49-F238E27FC236}">
                      <a16:creationId xmlns:a16="http://schemas.microsoft.com/office/drawing/2014/main" id="{75A94C0C-2FF9-6FBD-3E21-D284514D455F}"/>
                    </a:ext>
                  </a:extLst>
                </p14:cNvPr>
                <p14:cNvContentPartPr/>
                <p14:nvPr/>
              </p14:nvContentPartPr>
              <p14:xfrm>
                <a:off x="6824039" y="2958142"/>
                <a:ext cx="216000" cy="305280"/>
              </p14:xfrm>
            </p:contentPart>
          </mc:Choice>
          <mc:Fallback>
            <p:pic>
              <p:nvPicPr>
                <p:cNvPr id="59" name="Ink 58">
                  <a:extLst>
                    <a:ext uri="{FF2B5EF4-FFF2-40B4-BE49-F238E27FC236}">
                      <a16:creationId xmlns:a16="http://schemas.microsoft.com/office/drawing/2014/main" id="{75A94C0C-2FF9-6FBD-3E21-D284514D455F}"/>
                    </a:ext>
                  </a:extLst>
                </p:cNvPr>
                <p:cNvPicPr/>
                <p:nvPr/>
              </p:nvPicPr>
              <p:blipFill>
                <a:blip r:embed="rId56"/>
                <a:stretch>
                  <a:fillRect/>
                </a:stretch>
              </p:blipFill>
              <p:spPr>
                <a:xfrm>
                  <a:off x="6815039" y="2949142"/>
                  <a:ext cx="23364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64" name="Ink 63">
                  <a:extLst>
                    <a:ext uri="{FF2B5EF4-FFF2-40B4-BE49-F238E27FC236}">
                      <a16:creationId xmlns:a16="http://schemas.microsoft.com/office/drawing/2014/main" id="{CD06CF34-A70F-C0CF-16F4-A5F16F4B65A3}"/>
                    </a:ext>
                  </a:extLst>
                </p14:cNvPr>
                <p14:cNvContentPartPr/>
                <p14:nvPr/>
              </p14:nvContentPartPr>
              <p14:xfrm>
                <a:off x="3313679" y="3308782"/>
                <a:ext cx="385200" cy="36360"/>
              </p14:xfrm>
            </p:contentPart>
          </mc:Choice>
          <mc:Fallback>
            <p:pic>
              <p:nvPicPr>
                <p:cNvPr id="64" name="Ink 63">
                  <a:extLst>
                    <a:ext uri="{FF2B5EF4-FFF2-40B4-BE49-F238E27FC236}">
                      <a16:creationId xmlns:a16="http://schemas.microsoft.com/office/drawing/2014/main" id="{CD06CF34-A70F-C0CF-16F4-A5F16F4B65A3}"/>
                    </a:ext>
                  </a:extLst>
                </p:cNvPr>
                <p:cNvPicPr/>
                <p:nvPr/>
              </p:nvPicPr>
              <p:blipFill>
                <a:blip r:embed="rId58"/>
                <a:stretch>
                  <a:fillRect/>
                </a:stretch>
              </p:blipFill>
              <p:spPr>
                <a:xfrm>
                  <a:off x="3305039" y="3299782"/>
                  <a:ext cx="40284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65" name="Ink 64">
                  <a:extLst>
                    <a:ext uri="{FF2B5EF4-FFF2-40B4-BE49-F238E27FC236}">
                      <a16:creationId xmlns:a16="http://schemas.microsoft.com/office/drawing/2014/main" id="{7926A68F-6705-0C61-F5F7-23029F58ACE9}"/>
                    </a:ext>
                  </a:extLst>
                </p14:cNvPr>
                <p14:cNvContentPartPr/>
                <p14:nvPr/>
              </p14:nvContentPartPr>
              <p14:xfrm>
                <a:off x="3227999" y="3328582"/>
                <a:ext cx="607320" cy="10080"/>
              </p14:xfrm>
            </p:contentPart>
          </mc:Choice>
          <mc:Fallback>
            <p:pic>
              <p:nvPicPr>
                <p:cNvPr id="65" name="Ink 64">
                  <a:extLst>
                    <a:ext uri="{FF2B5EF4-FFF2-40B4-BE49-F238E27FC236}">
                      <a16:creationId xmlns:a16="http://schemas.microsoft.com/office/drawing/2014/main" id="{7926A68F-6705-0C61-F5F7-23029F58ACE9}"/>
                    </a:ext>
                  </a:extLst>
                </p:cNvPr>
                <p:cNvPicPr/>
                <p:nvPr/>
              </p:nvPicPr>
              <p:blipFill>
                <a:blip r:embed="rId60"/>
                <a:stretch>
                  <a:fillRect/>
                </a:stretch>
              </p:blipFill>
              <p:spPr>
                <a:xfrm>
                  <a:off x="3218999" y="3319942"/>
                  <a:ext cx="624960" cy="27720"/>
                </a:xfrm>
                <a:prstGeom prst="rect">
                  <a:avLst/>
                </a:prstGeom>
              </p:spPr>
            </p:pic>
          </mc:Fallback>
        </mc:AlternateContent>
      </p:grpSp>
    </p:spTree>
    <p:extLst>
      <p:ext uri="{BB962C8B-B14F-4D97-AF65-F5344CB8AC3E}">
        <p14:creationId xmlns:p14="http://schemas.microsoft.com/office/powerpoint/2010/main" val="2297941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MVC Architecture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477328"/>
          </a:xfrm>
          <a:prstGeom prst="rect">
            <a:avLst/>
          </a:prstGeom>
          <a:noFill/>
        </p:spPr>
        <p:txBody>
          <a:bodyPr wrap="square" rtlCol="0">
            <a:spAutoFit/>
          </a:bodyPr>
          <a:lstStyle/>
          <a:p>
            <a:pPr marL="285750" indent="-285750" algn="just">
              <a:buFont typeface="Arial" panose="020B0604020202020204" pitchFamily="34" charset="0"/>
              <a:buChar char="•"/>
            </a:pPr>
            <a:r>
              <a:rPr lang="en-US" dirty="0"/>
              <a:t>MVC Stands for Model , View and Controller.</a:t>
            </a:r>
          </a:p>
          <a:p>
            <a:pPr marL="285750" indent="-285750" algn="just">
              <a:buFont typeface="Arial" panose="020B0604020202020204" pitchFamily="34" charset="0"/>
              <a:buChar char="•"/>
            </a:pPr>
            <a:r>
              <a:rPr lang="en-US" dirty="0"/>
              <a:t>MVC is a design pattern used in software industries to build applications.</a:t>
            </a:r>
            <a:endParaRPr lang="en-US" b="0" i="0" dirty="0">
              <a:effectLst/>
            </a:endParaRPr>
          </a:p>
          <a:p>
            <a:pPr algn="just"/>
            <a:r>
              <a:rPr lang="en-US" dirty="0"/>
              <a:t>      </a:t>
            </a:r>
            <a:r>
              <a:rPr lang="en-US" b="1" dirty="0"/>
              <a:t>1. Model:  </a:t>
            </a:r>
            <a:r>
              <a:rPr lang="en-US" dirty="0"/>
              <a:t>It holds the data of the application inside itself.</a:t>
            </a:r>
            <a:endParaRPr lang="en-US" b="1" dirty="0"/>
          </a:p>
          <a:p>
            <a:pPr algn="just"/>
            <a:r>
              <a:rPr lang="en-US" b="1" i="0" dirty="0">
                <a:effectLst/>
              </a:rPr>
              <a:t>      2. View: </a:t>
            </a:r>
            <a:r>
              <a:rPr lang="en-US" i="0" dirty="0">
                <a:effectLst/>
              </a:rPr>
              <a:t>It is the output and input interface of the application or can say it is the user interface .</a:t>
            </a:r>
            <a:endParaRPr lang="en-US" b="1" i="0" dirty="0">
              <a:effectLst/>
            </a:endParaRPr>
          </a:p>
          <a:p>
            <a:pPr algn="just"/>
            <a:r>
              <a:rPr lang="en-US" b="1" dirty="0"/>
              <a:t>      3. Controller : </a:t>
            </a:r>
            <a:r>
              <a:rPr lang="en-US" dirty="0"/>
              <a:t>It has all the processing logic inside itself (all written in JavaScript).</a:t>
            </a:r>
            <a:endParaRPr lang="en-US" b="1"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4" name="Rectangle: Rounded Corners 3">
            <a:extLst>
              <a:ext uri="{FF2B5EF4-FFF2-40B4-BE49-F238E27FC236}">
                <a16:creationId xmlns:a16="http://schemas.microsoft.com/office/drawing/2014/main" id="{8FA96D7A-5062-4816-9676-2944CAEDABF5}"/>
              </a:ext>
            </a:extLst>
          </p:cNvPr>
          <p:cNvSpPr/>
          <p:nvPr/>
        </p:nvSpPr>
        <p:spPr>
          <a:xfrm>
            <a:off x="4171948" y="3068254"/>
            <a:ext cx="3248025" cy="1462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Controller</a:t>
            </a:r>
          </a:p>
          <a:p>
            <a:pPr algn="ctr"/>
            <a:r>
              <a:rPr lang="en-US" dirty="0"/>
              <a:t>[Processing]</a:t>
            </a:r>
          </a:p>
          <a:p>
            <a:pPr algn="ctr"/>
            <a:r>
              <a:rPr lang="en-US" sz="1400" dirty="0">
                <a:solidFill>
                  <a:schemeClr val="accent3"/>
                </a:solidFill>
              </a:rPr>
              <a:t>All processing logic is written in JavaScript because browser only understand JavaScript.</a:t>
            </a:r>
          </a:p>
        </p:txBody>
      </p:sp>
      <p:sp>
        <p:nvSpPr>
          <p:cNvPr id="5" name="Rectangle: Rounded Corners 4">
            <a:extLst>
              <a:ext uri="{FF2B5EF4-FFF2-40B4-BE49-F238E27FC236}">
                <a16:creationId xmlns:a16="http://schemas.microsoft.com/office/drawing/2014/main" id="{4322BA8E-996F-4A04-AF9D-49746A464A85}"/>
              </a:ext>
            </a:extLst>
          </p:cNvPr>
          <p:cNvSpPr/>
          <p:nvPr/>
        </p:nvSpPr>
        <p:spPr>
          <a:xfrm>
            <a:off x="2014535" y="5273197"/>
            <a:ext cx="2224089" cy="11040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View</a:t>
            </a:r>
          </a:p>
          <a:p>
            <a:pPr algn="ctr"/>
            <a:r>
              <a:rPr lang="en-US" dirty="0"/>
              <a:t>I/O</a:t>
            </a:r>
          </a:p>
        </p:txBody>
      </p:sp>
      <p:sp>
        <p:nvSpPr>
          <p:cNvPr id="6" name="Rectangle: Rounded Corners 5">
            <a:extLst>
              <a:ext uri="{FF2B5EF4-FFF2-40B4-BE49-F238E27FC236}">
                <a16:creationId xmlns:a16="http://schemas.microsoft.com/office/drawing/2014/main" id="{35C3EB0D-62CB-432C-87F4-7EC50622B910}"/>
              </a:ext>
            </a:extLst>
          </p:cNvPr>
          <p:cNvSpPr/>
          <p:nvPr/>
        </p:nvSpPr>
        <p:spPr>
          <a:xfrm>
            <a:off x="7858125" y="4985653"/>
            <a:ext cx="2795588" cy="14773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a:t>
            </a:r>
          </a:p>
          <a:p>
            <a:pPr algn="ctr"/>
            <a:r>
              <a:rPr lang="en-US" dirty="0"/>
              <a:t>[Data]</a:t>
            </a:r>
          </a:p>
        </p:txBody>
      </p:sp>
      <p:cxnSp>
        <p:nvCxnSpPr>
          <p:cNvPr id="10" name="Straight Arrow Connector 9">
            <a:extLst>
              <a:ext uri="{FF2B5EF4-FFF2-40B4-BE49-F238E27FC236}">
                <a16:creationId xmlns:a16="http://schemas.microsoft.com/office/drawing/2014/main" id="{89705289-B176-44A4-A6C7-F61050E2BA18}"/>
              </a:ext>
            </a:extLst>
          </p:cNvPr>
          <p:cNvCxnSpPr>
            <a:cxnSpLocks/>
            <a:stCxn id="72" idx="6"/>
          </p:cNvCxnSpPr>
          <p:nvPr/>
        </p:nvCxnSpPr>
        <p:spPr>
          <a:xfrm>
            <a:off x="814065" y="5900081"/>
            <a:ext cx="120047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Connector: Elbow 12">
            <a:extLst>
              <a:ext uri="{FF2B5EF4-FFF2-40B4-BE49-F238E27FC236}">
                <a16:creationId xmlns:a16="http://schemas.microsoft.com/office/drawing/2014/main" id="{3D8C5EC7-F996-41D6-90B0-BD21A4C496F7}"/>
              </a:ext>
            </a:extLst>
          </p:cNvPr>
          <p:cNvCxnSpPr>
            <a:cxnSpLocks/>
          </p:cNvCxnSpPr>
          <p:nvPr/>
        </p:nvCxnSpPr>
        <p:spPr>
          <a:xfrm flipV="1">
            <a:off x="2315363" y="3906208"/>
            <a:ext cx="1856585" cy="1366989"/>
          </a:xfrm>
          <a:prstGeom prst="bentConnector3">
            <a:avLst>
              <a:gd name="adj1" fmla="val 2800"/>
            </a:avLst>
          </a:prstGeom>
          <a:ln>
            <a:tailEnd type="triangle"/>
          </a:ln>
        </p:spPr>
        <p:style>
          <a:lnRef idx="3">
            <a:schemeClr val="dk1"/>
          </a:lnRef>
          <a:fillRef idx="0">
            <a:schemeClr val="dk1"/>
          </a:fillRef>
          <a:effectRef idx="2">
            <a:schemeClr val="dk1"/>
          </a:effectRef>
          <a:fontRef idx="minor">
            <a:schemeClr val="tx1"/>
          </a:fontRef>
        </p:style>
      </p:cxnSp>
      <p:cxnSp>
        <p:nvCxnSpPr>
          <p:cNvPr id="17" name="Connector: Elbow 16">
            <a:extLst>
              <a:ext uri="{FF2B5EF4-FFF2-40B4-BE49-F238E27FC236}">
                <a16:creationId xmlns:a16="http://schemas.microsoft.com/office/drawing/2014/main" id="{829C64CA-B3D3-4A47-AF19-50D9A2F4E47F}"/>
              </a:ext>
            </a:extLst>
          </p:cNvPr>
          <p:cNvCxnSpPr>
            <a:cxnSpLocks/>
          </p:cNvCxnSpPr>
          <p:nvPr/>
        </p:nvCxnSpPr>
        <p:spPr>
          <a:xfrm rot="10800000">
            <a:off x="7443789" y="3587267"/>
            <a:ext cx="2838455" cy="1398387"/>
          </a:xfrm>
          <a:prstGeom prst="bentConnector3">
            <a:avLst>
              <a:gd name="adj1" fmla="val 13087"/>
            </a:avLst>
          </a:prstGeom>
          <a:ln>
            <a:tailEnd type="triangle"/>
          </a:ln>
        </p:spPr>
        <p:style>
          <a:lnRef idx="3">
            <a:schemeClr val="dk1"/>
          </a:lnRef>
          <a:fillRef idx="0">
            <a:schemeClr val="dk1"/>
          </a:fillRef>
          <a:effectRef idx="2">
            <a:schemeClr val="dk1"/>
          </a:effectRef>
          <a:fontRef idx="minor">
            <a:schemeClr val="tx1"/>
          </a:fontRef>
        </p:style>
      </p:cxnSp>
      <p:cxnSp>
        <p:nvCxnSpPr>
          <p:cNvPr id="23" name="Connector: Elbow 22">
            <a:extLst>
              <a:ext uri="{FF2B5EF4-FFF2-40B4-BE49-F238E27FC236}">
                <a16:creationId xmlns:a16="http://schemas.microsoft.com/office/drawing/2014/main" id="{A6905E4A-15BB-4620-AA24-22D526D269E6}"/>
              </a:ext>
            </a:extLst>
          </p:cNvPr>
          <p:cNvCxnSpPr>
            <a:cxnSpLocks/>
            <a:stCxn id="4" idx="3"/>
          </p:cNvCxnSpPr>
          <p:nvPr/>
        </p:nvCxnSpPr>
        <p:spPr>
          <a:xfrm>
            <a:off x="7419973" y="3799495"/>
            <a:ext cx="1028698" cy="117033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ED85D24D-0639-4797-B08C-90338039EF64}"/>
              </a:ext>
            </a:extLst>
          </p:cNvPr>
          <p:cNvSpPr txBox="1"/>
          <p:nvPr/>
        </p:nvSpPr>
        <p:spPr>
          <a:xfrm>
            <a:off x="851840" y="4441437"/>
            <a:ext cx="1533525" cy="1015663"/>
          </a:xfrm>
          <a:prstGeom prst="rect">
            <a:avLst/>
          </a:prstGeom>
          <a:noFill/>
        </p:spPr>
        <p:txBody>
          <a:bodyPr wrap="square" rtlCol="0">
            <a:spAutoFit/>
          </a:bodyPr>
          <a:lstStyle/>
          <a:p>
            <a:r>
              <a:rPr lang="en-US" sz="1200" b="1" dirty="0"/>
              <a:t>The View Triggers a event to the controller.</a:t>
            </a:r>
          </a:p>
          <a:p>
            <a:pPr algn="ctr"/>
            <a:r>
              <a:rPr lang="en-US" sz="1200" b="1" u="sng" dirty="0">
                <a:solidFill>
                  <a:schemeClr val="accent4">
                    <a:lumMod val="75000"/>
                  </a:schemeClr>
                </a:solidFill>
              </a:rPr>
              <a:t>&lt;&lt;Event&gt;&gt;</a:t>
            </a:r>
          </a:p>
          <a:p>
            <a:endParaRPr lang="en-US" sz="1200" b="1" dirty="0"/>
          </a:p>
        </p:txBody>
      </p:sp>
      <p:sp>
        <p:nvSpPr>
          <p:cNvPr id="29" name="TextBox 28">
            <a:extLst>
              <a:ext uri="{FF2B5EF4-FFF2-40B4-BE49-F238E27FC236}">
                <a16:creationId xmlns:a16="http://schemas.microsoft.com/office/drawing/2014/main" id="{FDF18D92-C5C9-49BB-8447-22F15C26F4A7}"/>
              </a:ext>
            </a:extLst>
          </p:cNvPr>
          <p:cNvSpPr txBox="1"/>
          <p:nvPr/>
        </p:nvSpPr>
        <p:spPr>
          <a:xfrm>
            <a:off x="2444894" y="2801062"/>
            <a:ext cx="2952750" cy="646331"/>
          </a:xfrm>
          <a:prstGeom prst="rect">
            <a:avLst/>
          </a:prstGeom>
          <a:noFill/>
        </p:spPr>
        <p:txBody>
          <a:bodyPr wrap="square" rtlCol="0">
            <a:spAutoFit/>
          </a:bodyPr>
          <a:lstStyle/>
          <a:p>
            <a:r>
              <a:rPr lang="en-US" sz="1200" b="1" dirty="0"/>
              <a:t>The Controller has a </a:t>
            </a:r>
            <a:r>
              <a:rPr lang="en-US" sz="1200" b="1" u="sng" dirty="0"/>
              <a:t>event handler </a:t>
            </a:r>
            <a:r>
              <a:rPr lang="en-US" sz="1200" b="1" dirty="0"/>
              <a:t>to handle the triggered event </a:t>
            </a:r>
          </a:p>
          <a:p>
            <a:r>
              <a:rPr lang="en-US" sz="1200" b="1" dirty="0">
                <a:solidFill>
                  <a:schemeClr val="accent4">
                    <a:lumMod val="75000"/>
                  </a:schemeClr>
                </a:solidFill>
              </a:rPr>
              <a:t>eventHandler</a:t>
            </a:r>
            <a:r>
              <a:rPr lang="en-US" sz="1200" b="1" dirty="0"/>
              <a:t>()</a:t>
            </a:r>
          </a:p>
        </p:txBody>
      </p:sp>
      <p:sp>
        <p:nvSpPr>
          <p:cNvPr id="35" name="TextBox 34">
            <a:extLst>
              <a:ext uri="{FF2B5EF4-FFF2-40B4-BE49-F238E27FC236}">
                <a16:creationId xmlns:a16="http://schemas.microsoft.com/office/drawing/2014/main" id="{7F1DC975-1339-4FD5-B51B-E501E2C5A489}"/>
              </a:ext>
            </a:extLst>
          </p:cNvPr>
          <p:cNvSpPr txBox="1"/>
          <p:nvPr/>
        </p:nvSpPr>
        <p:spPr>
          <a:xfrm>
            <a:off x="7434261" y="3862035"/>
            <a:ext cx="1171575" cy="1015663"/>
          </a:xfrm>
          <a:prstGeom prst="rect">
            <a:avLst/>
          </a:prstGeom>
          <a:noFill/>
        </p:spPr>
        <p:txBody>
          <a:bodyPr wrap="square" rtlCol="0">
            <a:spAutoFit/>
          </a:bodyPr>
          <a:lstStyle/>
          <a:p>
            <a:r>
              <a:rPr lang="en-US" sz="1200" b="1" dirty="0"/>
              <a:t>If the event need the data it </a:t>
            </a:r>
            <a:r>
              <a:rPr lang="en-US" sz="1200" b="1" u="sng" dirty="0">
                <a:solidFill>
                  <a:schemeClr val="accent4">
                    <a:lumMod val="75000"/>
                  </a:schemeClr>
                </a:solidFill>
              </a:rPr>
              <a:t>request</a:t>
            </a:r>
            <a:r>
              <a:rPr lang="en-US" sz="1200" b="1" dirty="0"/>
              <a:t> the model for the data</a:t>
            </a:r>
          </a:p>
        </p:txBody>
      </p:sp>
      <p:cxnSp>
        <p:nvCxnSpPr>
          <p:cNvPr id="36" name="Connector: Elbow 35">
            <a:extLst>
              <a:ext uri="{FF2B5EF4-FFF2-40B4-BE49-F238E27FC236}">
                <a16:creationId xmlns:a16="http://schemas.microsoft.com/office/drawing/2014/main" id="{9EF1EBF1-B88D-4685-991C-E831E8FC767A}"/>
              </a:ext>
            </a:extLst>
          </p:cNvPr>
          <p:cNvCxnSpPr>
            <a:cxnSpLocks/>
            <a:endCxn id="5" idx="0"/>
          </p:cNvCxnSpPr>
          <p:nvPr/>
        </p:nvCxnSpPr>
        <p:spPr>
          <a:xfrm rot="10800000" flipV="1">
            <a:off x="3126581" y="4530735"/>
            <a:ext cx="1216825" cy="742461"/>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44" name="TextBox 43">
            <a:extLst>
              <a:ext uri="{FF2B5EF4-FFF2-40B4-BE49-F238E27FC236}">
                <a16:creationId xmlns:a16="http://schemas.microsoft.com/office/drawing/2014/main" id="{88B9AC42-5F1A-4BCF-A624-C16BCBEBD052}"/>
              </a:ext>
            </a:extLst>
          </p:cNvPr>
          <p:cNvSpPr txBox="1"/>
          <p:nvPr/>
        </p:nvSpPr>
        <p:spPr>
          <a:xfrm>
            <a:off x="9984685" y="3493454"/>
            <a:ext cx="1200150" cy="1015663"/>
          </a:xfrm>
          <a:prstGeom prst="rect">
            <a:avLst/>
          </a:prstGeom>
          <a:noFill/>
        </p:spPr>
        <p:txBody>
          <a:bodyPr wrap="square" rtlCol="0">
            <a:spAutoFit/>
          </a:bodyPr>
          <a:lstStyle/>
          <a:p>
            <a:r>
              <a:rPr lang="en-US" sz="1200" b="1" dirty="0"/>
              <a:t>Model will </a:t>
            </a:r>
            <a:r>
              <a:rPr lang="en-US" sz="1200" b="1" dirty="0">
                <a:solidFill>
                  <a:schemeClr val="accent4">
                    <a:lumMod val="75000"/>
                  </a:schemeClr>
                </a:solidFill>
              </a:rPr>
              <a:t>notify</a:t>
            </a:r>
            <a:r>
              <a:rPr lang="en-US" sz="1200" b="1" dirty="0"/>
              <a:t> the controller back again with the data.</a:t>
            </a:r>
          </a:p>
        </p:txBody>
      </p:sp>
      <p:sp>
        <p:nvSpPr>
          <p:cNvPr id="45" name="TextBox 44">
            <a:extLst>
              <a:ext uri="{FF2B5EF4-FFF2-40B4-BE49-F238E27FC236}">
                <a16:creationId xmlns:a16="http://schemas.microsoft.com/office/drawing/2014/main" id="{99B8C2B0-E138-4C14-B354-CC6DA3BCD4A9}"/>
              </a:ext>
            </a:extLst>
          </p:cNvPr>
          <p:cNvSpPr txBox="1"/>
          <p:nvPr/>
        </p:nvSpPr>
        <p:spPr>
          <a:xfrm>
            <a:off x="3143250" y="4509386"/>
            <a:ext cx="1443035" cy="830997"/>
          </a:xfrm>
          <a:prstGeom prst="rect">
            <a:avLst/>
          </a:prstGeom>
          <a:noFill/>
        </p:spPr>
        <p:txBody>
          <a:bodyPr wrap="square" rtlCol="0">
            <a:spAutoFit/>
          </a:bodyPr>
          <a:lstStyle/>
          <a:p>
            <a:r>
              <a:rPr lang="en-US" sz="1200" b="1" dirty="0"/>
              <a:t>The controller get the data and </a:t>
            </a:r>
            <a:r>
              <a:rPr lang="en-US" sz="1200" b="1" dirty="0">
                <a:solidFill>
                  <a:schemeClr val="accent4">
                    <a:lumMod val="75000"/>
                  </a:schemeClr>
                </a:solidFill>
              </a:rPr>
              <a:t>notifies</a:t>
            </a:r>
            <a:r>
              <a:rPr lang="en-US" sz="1200" b="1" dirty="0"/>
              <a:t> the view back</a:t>
            </a:r>
          </a:p>
        </p:txBody>
      </p:sp>
      <p:sp>
        <p:nvSpPr>
          <p:cNvPr id="46" name="TextBox 45">
            <a:extLst>
              <a:ext uri="{FF2B5EF4-FFF2-40B4-BE49-F238E27FC236}">
                <a16:creationId xmlns:a16="http://schemas.microsoft.com/office/drawing/2014/main" id="{455979DC-C12C-43E5-BA8F-253A4F85EB22}"/>
              </a:ext>
            </a:extLst>
          </p:cNvPr>
          <p:cNvSpPr txBox="1"/>
          <p:nvPr/>
        </p:nvSpPr>
        <p:spPr>
          <a:xfrm>
            <a:off x="161925" y="6143525"/>
            <a:ext cx="742950" cy="369332"/>
          </a:xfrm>
          <a:prstGeom prst="rect">
            <a:avLst/>
          </a:prstGeom>
          <a:noFill/>
        </p:spPr>
        <p:txBody>
          <a:bodyPr wrap="square" rtlCol="0">
            <a:spAutoFit/>
          </a:bodyPr>
          <a:lstStyle/>
          <a:p>
            <a:r>
              <a:rPr lang="en-US" b="1" dirty="0"/>
              <a:t>User</a:t>
            </a:r>
          </a:p>
        </p:txBody>
      </p:sp>
      <p:sp>
        <p:nvSpPr>
          <p:cNvPr id="47" name="Arrow: Left-Right 46">
            <a:extLst>
              <a:ext uri="{FF2B5EF4-FFF2-40B4-BE49-F238E27FC236}">
                <a16:creationId xmlns:a16="http://schemas.microsoft.com/office/drawing/2014/main" id="{EB724B74-3B28-47B4-BEC4-1B9A16960F94}"/>
              </a:ext>
            </a:extLst>
          </p:cNvPr>
          <p:cNvSpPr/>
          <p:nvPr/>
        </p:nvSpPr>
        <p:spPr>
          <a:xfrm>
            <a:off x="4238624" y="5482807"/>
            <a:ext cx="3552825" cy="76648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Binding</a:t>
            </a:r>
          </a:p>
        </p:txBody>
      </p:sp>
      <p:sp>
        <p:nvSpPr>
          <p:cNvPr id="70" name="TextBox 69">
            <a:extLst>
              <a:ext uri="{FF2B5EF4-FFF2-40B4-BE49-F238E27FC236}">
                <a16:creationId xmlns:a16="http://schemas.microsoft.com/office/drawing/2014/main" id="{C7241F1B-0B66-4554-8D4A-450645327227}"/>
              </a:ext>
            </a:extLst>
          </p:cNvPr>
          <p:cNvSpPr txBox="1"/>
          <p:nvPr/>
        </p:nvSpPr>
        <p:spPr>
          <a:xfrm>
            <a:off x="4714876" y="5101471"/>
            <a:ext cx="2795588" cy="461665"/>
          </a:xfrm>
          <a:prstGeom prst="rect">
            <a:avLst/>
          </a:prstGeom>
          <a:noFill/>
        </p:spPr>
        <p:txBody>
          <a:bodyPr wrap="square" rtlCol="0">
            <a:spAutoFit/>
          </a:bodyPr>
          <a:lstStyle/>
          <a:p>
            <a:r>
              <a:rPr lang="en-US" sz="1200" b="1" dirty="0"/>
              <a:t>If we want direct interaction between view and model we use data binding</a:t>
            </a:r>
          </a:p>
        </p:txBody>
      </p:sp>
      <p:sp>
        <p:nvSpPr>
          <p:cNvPr id="72" name="Smiley Face 71">
            <a:extLst>
              <a:ext uri="{FF2B5EF4-FFF2-40B4-BE49-F238E27FC236}">
                <a16:creationId xmlns:a16="http://schemas.microsoft.com/office/drawing/2014/main" id="{1E44ED2B-5B00-4FAE-9BF5-A12E445D1D9A}"/>
              </a:ext>
            </a:extLst>
          </p:cNvPr>
          <p:cNvSpPr/>
          <p:nvPr/>
        </p:nvSpPr>
        <p:spPr>
          <a:xfrm>
            <a:off x="161925" y="5563135"/>
            <a:ext cx="652140" cy="673891"/>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5392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What is a Controller?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pPr algn="just"/>
            <a:r>
              <a:rPr lang="en-US" sz="1800" dirty="0"/>
              <a:t>In SAPUI5 except the view, all the JS files will follow a special syntax to create a class (module). As we all know that in software development, the entire solution is designed by creating multiple classes, these classes work together to run our solution. We have dependencies between our class. The syntax which we use is responsible for loading our dependent classes. </a:t>
            </a:r>
          </a:p>
          <a:p>
            <a:pPr algn="just"/>
            <a:endParaRPr lang="en-US" sz="1800" dirty="0"/>
          </a:p>
          <a:p>
            <a:pPr marL="342900" indent="-342900" algn="just">
              <a:buAutoNum type="arabicPeriod"/>
            </a:pPr>
            <a:r>
              <a:rPr lang="en-US" sz="1800" dirty="0"/>
              <a:t>A controller is also a class, but since its special (controller) class, we also need to inherit a special SAPUI5 class to mark it as controller. The name of special class is </a:t>
            </a:r>
            <a:r>
              <a:rPr lang="en-US" sz="1800" b="1" dirty="0"/>
              <a:t>sap/ui/core/mvc/Controller.</a:t>
            </a:r>
            <a:endParaRPr lang="en-US" sz="1800" dirty="0"/>
          </a:p>
          <a:p>
            <a:pPr marL="342900" indent="-342900" algn="just">
              <a:buAutoNum type="arabicPeriod"/>
            </a:pPr>
            <a:r>
              <a:rPr lang="en-US" sz="1800" dirty="0"/>
              <a:t>In JS we use </a:t>
            </a:r>
            <a:r>
              <a:rPr lang="en-US" sz="1800" b="1" dirty="0"/>
              <a:t>extend </a:t>
            </a:r>
            <a:r>
              <a:rPr lang="en-US" sz="1800" dirty="0"/>
              <a:t>keyword to perform inheritance.</a:t>
            </a:r>
          </a:p>
          <a:p>
            <a:pPr marL="342900" indent="-342900" algn="just">
              <a:buAutoNum type="arabicPeriod"/>
            </a:pPr>
            <a:r>
              <a:rPr lang="en-US" sz="1800" dirty="0"/>
              <a:t>A module name is derived from a class name in SDK by </a:t>
            </a:r>
            <a:r>
              <a:rPr lang="en-US" sz="1800" b="1" u="sng" dirty="0"/>
              <a:t>replacing every dot (.) with slash (/)</a:t>
            </a:r>
          </a:p>
          <a:p>
            <a:pPr marL="342900" indent="-342900" algn="just">
              <a:buAutoNum type="arabicPeriod"/>
            </a:pPr>
            <a:r>
              <a:rPr lang="en-US" sz="1800" dirty="0"/>
              <a:t>This syntax will load all the dependent classes asynchronously, this is why the syntax is called AMD like syntax (Asynchronous module loading). Also called </a:t>
            </a:r>
            <a:r>
              <a:rPr lang="en-US" sz="1800" b="1" dirty="0"/>
              <a:t>scaffolding template.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C5259260-BFA9-4762-A819-FEFAD9E7DA65}"/>
              </a:ext>
            </a:extLst>
          </p:cNvPr>
          <p:cNvSpPr txBox="1"/>
          <p:nvPr/>
        </p:nvSpPr>
        <p:spPr>
          <a:xfrm>
            <a:off x="261764" y="4155297"/>
            <a:ext cx="11118914" cy="2031325"/>
          </a:xfrm>
          <a:prstGeom prst="rect">
            <a:avLst/>
          </a:prstGeom>
          <a:noFill/>
        </p:spPr>
        <p:txBody>
          <a:bodyPr wrap="square" rtlCol="0">
            <a:spAutoFit/>
          </a:bodyPr>
          <a:lstStyle/>
          <a:p>
            <a:pPr marL="285750" indent="-285750">
              <a:buFontTx/>
              <a:buChar char="-"/>
            </a:pPr>
            <a:r>
              <a:rPr lang="en-US" dirty="0"/>
              <a:t>Skeleton of any JS file in SAP UI5 – Considered as a class</a:t>
            </a:r>
          </a:p>
          <a:p>
            <a:endParaRPr lang="en-US" dirty="0"/>
          </a:p>
          <a:p>
            <a:r>
              <a:rPr lang="en-US" dirty="0"/>
              <a:t>	sap.ui.define([“</a:t>
            </a:r>
            <a:r>
              <a:rPr lang="en-US" dirty="0">
                <a:highlight>
                  <a:srgbClr val="00FFFF"/>
                </a:highlight>
              </a:rPr>
              <a:t>dependencies”, “dep2”, “dep3</a:t>
            </a:r>
            <a:r>
              <a:rPr lang="en-US" dirty="0"/>
              <a:t>”],</a:t>
            </a:r>
          </a:p>
          <a:p>
            <a:r>
              <a:rPr lang="en-US" dirty="0"/>
              <a:t>		function(oD1, oD2, oD3) {</a:t>
            </a:r>
          </a:p>
          <a:p>
            <a:r>
              <a:rPr lang="en-US" dirty="0"/>
              <a:t>			--logic—</a:t>
            </a:r>
          </a:p>
          <a:p>
            <a:r>
              <a:rPr lang="en-US" dirty="0"/>
              <a:t>		}</a:t>
            </a:r>
          </a:p>
          <a:p>
            <a:r>
              <a:rPr lang="en-US" dirty="0"/>
              <a:t>	);</a:t>
            </a:r>
          </a:p>
        </p:txBody>
      </p:sp>
      <p:cxnSp>
        <p:nvCxnSpPr>
          <p:cNvPr id="7" name="Straight Arrow Connector 6">
            <a:extLst>
              <a:ext uri="{FF2B5EF4-FFF2-40B4-BE49-F238E27FC236}">
                <a16:creationId xmlns:a16="http://schemas.microsoft.com/office/drawing/2014/main" id="{3A6FDD26-4858-4143-9E7A-3532384BCFAB}"/>
              </a:ext>
            </a:extLst>
          </p:cNvPr>
          <p:cNvCxnSpPr>
            <a:cxnSpLocks/>
            <a:endCxn id="9" idx="1"/>
          </p:cNvCxnSpPr>
          <p:nvPr/>
        </p:nvCxnSpPr>
        <p:spPr>
          <a:xfrm>
            <a:off x="3898760" y="4954790"/>
            <a:ext cx="3224809" cy="50436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9197B130-F156-44DA-AED9-DEFAE38712C0}"/>
              </a:ext>
            </a:extLst>
          </p:cNvPr>
          <p:cNvSpPr txBox="1"/>
          <p:nvPr/>
        </p:nvSpPr>
        <p:spPr>
          <a:xfrm>
            <a:off x="7123569" y="5274492"/>
            <a:ext cx="1181100" cy="369332"/>
          </a:xfrm>
          <a:prstGeom prst="rect">
            <a:avLst/>
          </a:prstGeom>
          <a:noFill/>
        </p:spPr>
        <p:txBody>
          <a:bodyPr wrap="square" rtlCol="0">
            <a:spAutoFit/>
          </a:bodyPr>
          <a:lstStyle/>
          <a:p>
            <a:r>
              <a:rPr lang="en-US" dirty="0"/>
              <a:t>Modules</a:t>
            </a:r>
          </a:p>
        </p:txBody>
      </p:sp>
      <p:sp>
        <p:nvSpPr>
          <p:cNvPr id="10" name="Right Brace 9">
            <a:extLst>
              <a:ext uri="{FF2B5EF4-FFF2-40B4-BE49-F238E27FC236}">
                <a16:creationId xmlns:a16="http://schemas.microsoft.com/office/drawing/2014/main" id="{D2006FCB-9D99-4038-B539-C1ADBDC85828}"/>
              </a:ext>
            </a:extLst>
          </p:cNvPr>
          <p:cNvSpPr/>
          <p:nvPr/>
        </p:nvSpPr>
        <p:spPr>
          <a:xfrm>
            <a:off x="7770695" y="4365898"/>
            <a:ext cx="733425" cy="2114550"/>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7263B821-3D40-4EA9-ACE4-F28E167F5C94}"/>
              </a:ext>
            </a:extLst>
          </p:cNvPr>
          <p:cNvSpPr txBox="1"/>
          <p:nvPr/>
        </p:nvSpPr>
        <p:spPr>
          <a:xfrm>
            <a:off x="8532208" y="4874404"/>
            <a:ext cx="2948195" cy="1384995"/>
          </a:xfrm>
          <a:prstGeom prst="rect">
            <a:avLst/>
          </a:prstGeom>
          <a:noFill/>
        </p:spPr>
        <p:txBody>
          <a:bodyPr wrap="square" rtlCol="0">
            <a:spAutoFit/>
          </a:bodyPr>
          <a:lstStyle/>
          <a:p>
            <a:r>
              <a:rPr lang="en-US" sz="1400" b="1" dirty="0">
                <a:highlight>
                  <a:srgbClr val="FFFF00"/>
                </a:highlight>
              </a:rPr>
              <a:t>The Syntax of the controller has the AMD(Asynchronous Module Loading) like structure .</a:t>
            </a:r>
            <a:br>
              <a:rPr lang="en-US" sz="1400" b="1" dirty="0">
                <a:highlight>
                  <a:srgbClr val="FFFF00"/>
                </a:highlight>
              </a:rPr>
            </a:br>
            <a:br>
              <a:rPr lang="en-US" sz="1400" b="1" dirty="0">
                <a:highlight>
                  <a:srgbClr val="FFFF00"/>
                </a:highlight>
              </a:rPr>
            </a:br>
            <a:r>
              <a:rPr lang="en-US" sz="1400" b="1" dirty="0">
                <a:highlight>
                  <a:srgbClr val="FFFF00"/>
                </a:highlight>
              </a:rPr>
              <a:t>This is also Know as </a:t>
            </a:r>
            <a:r>
              <a:rPr lang="en-US" sz="1400" b="1" dirty="0">
                <a:solidFill>
                  <a:schemeClr val="accent4">
                    <a:lumMod val="50000"/>
                  </a:schemeClr>
                </a:solidFill>
                <a:highlight>
                  <a:srgbClr val="FFFF00"/>
                </a:highlight>
              </a:rPr>
              <a:t>Scaffolding Template</a:t>
            </a:r>
          </a:p>
        </p:txBody>
      </p: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80788E1D-1A69-A823-A7B2-A27E862AC98A}"/>
                  </a:ext>
                </a:extLst>
              </p14:cNvPr>
              <p14:cNvContentPartPr/>
              <p14:nvPr/>
            </p14:nvContentPartPr>
            <p14:xfrm>
              <a:off x="2702039" y="5312902"/>
              <a:ext cx="1440720" cy="489600"/>
            </p14:xfrm>
          </p:contentPart>
        </mc:Choice>
        <mc:Fallback xmlns="">
          <p:pic>
            <p:nvPicPr>
              <p:cNvPr id="18" name="Ink 17">
                <a:extLst>
                  <a:ext uri="{FF2B5EF4-FFF2-40B4-BE49-F238E27FC236}">
                    <a16:creationId xmlns:a16="http://schemas.microsoft.com/office/drawing/2014/main" id="{80788E1D-1A69-A823-A7B2-A27E862AC98A}"/>
                  </a:ext>
                </a:extLst>
              </p:cNvPr>
              <p:cNvPicPr/>
              <p:nvPr/>
            </p:nvPicPr>
            <p:blipFill>
              <a:blip r:embed="rId4"/>
              <a:stretch>
                <a:fillRect/>
              </a:stretch>
            </p:blipFill>
            <p:spPr>
              <a:xfrm>
                <a:off x="2693399" y="5303902"/>
                <a:ext cx="1458360" cy="507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77A2F04E-DACB-26B0-977E-711DB7879C85}"/>
                  </a:ext>
                </a:extLst>
              </p14:cNvPr>
              <p14:cNvContentPartPr/>
              <p14:nvPr/>
            </p14:nvContentPartPr>
            <p14:xfrm>
              <a:off x="744719" y="4608382"/>
              <a:ext cx="531360" cy="2121120"/>
            </p14:xfrm>
          </p:contentPart>
        </mc:Choice>
        <mc:Fallback xmlns="">
          <p:pic>
            <p:nvPicPr>
              <p:cNvPr id="19" name="Ink 18">
                <a:extLst>
                  <a:ext uri="{FF2B5EF4-FFF2-40B4-BE49-F238E27FC236}">
                    <a16:creationId xmlns:a16="http://schemas.microsoft.com/office/drawing/2014/main" id="{77A2F04E-DACB-26B0-977E-711DB7879C85}"/>
                  </a:ext>
                </a:extLst>
              </p:cNvPr>
              <p:cNvPicPr/>
              <p:nvPr/>
            </p:nvPicPr>
            <p:blipFill>
              <a:blip r:embed="rId6"/>
              <a:stretch>
                <a:fillRect/>
              </a:stretch>
            </p:blipFill>
            <p:spPr>
              <a:xfrm>
                <a:off x="736079" y="4599742"/>
                <a:ext cx="549000" cy="2138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B67F8F8D-54C8-BE79-5008-CE5D5D3FE426}"/>
                  </a:ext>
                </a:extLst>
              </p14:cNvPr>
              <p14:cNvContentPartPr/>
              <p14:nvPr/>
            </p14:nvContentPartPr>
            <p14:xfrm>
              <a:off x="9861719" y="5400382"/>
              <a:ext cx="281880" cy="12960"/>
            </p14:xfrm>
          </p:contentPart>
        </mc:Choice>
        <mc:Fallback xmlns="">
          <p:pic>
            <p:nvPicPr>
              <p:cNvPr id="21" name="Ink 20">
                <a:extLst>
                  <a:ext uri="{FF2B5EF4-FFF2-40B4-BE49-F238E27FC236}">
                    <a16:creationId xmlns:a16="http://schemas.microsoft.com/office/drawing/2014/main" id="{B67F8F8D-54C8-BE79-5008-CE5D5D3FE426}"/>
                  </a:ext>
                </a:extLst>
              </p:cNvPr>
              <p:cNvPicPr/>
              <p:nvPr/>
            </p:nvPicPr>
            <p:blipFill>
              <a:blip r:embed="rId8"/>
              <a:stretch>
                <a:fillRect/>
              </a:stretch>
            </p:blipFill>
            <p:spPr>
              <a:xfrm>
                <a:off x="9852719" y="5391382"/>
                <a:ext cx="2995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62931DFE-E12B-5279-C1EC-79503B06E5CD}"/>
                  </a:ext>
                </a:extLst>
              </p14:cNvPr>
              <p14:cNvContentPartPr/>
              <p14:nvPr/>
            </p14:nvContentPartPr>
            <p14:xfrm>
              <a:off x="10573439" y="5406142"/>
              <a:ext cx="370440" cy="36000"/>
            </p14:xfrm>
          </p:contentPart>
        </mc:Choice>
        <mc:Fallback xmlns="">
          <p:pic>
            <p:nvPicPr>
              <p:cNvPr id="23" name="Ink 22">
                <a:extLst>
                  <a:ext uri="{FF2B5EF4-FFF2-40B4-BE49-F238E27FC236}">
                    <a16:creationId xmlns:a16="http://schemas.microsoft.com/office/drawing/2014/main" id="{62931DFE-E12B-5279-C1EC-79503B06E5CD}"/>
                  </a:ext>
                </a:extLst>
              </p:cNvPr>
              <p:cNvPicPr/>
              <p:nvPr/>
            </p:nvPicPr>
            <p:blipFill>
              <a:blip r:embed="rId10"/>
              <a:stretch>
                <a:fillRect/>
              </a:stretch>
            </p:blipFill>
            <p:spPr>
              <a:xfrm>
                <a:off x="10564799" y="5397502"/>
                <a:ext cx="388080" cy="53640"/>
              </a:xfrm>
              <a:prstGeom prst="rect">
                <a:avLst/>
              </a:prstGeom>
            </p:spPr>
          </p:pic>
        </mc:Fallback>
      </mc:AlternateContent>
      <p:grpSp>
        <p:nvGrpSpPr>
          <p:cNvPr id="32" name="Group 31">
            <a:extLst>
              <a:ext uri="{FF2B5EF4-FFF2-40B4-BE49-F238E27FC236}">
                <a16:creationId xmlns:a16="http://schemas.microsoft.com/office/drawing/2014/main" id="{C55BE617-EF94-5347-B09F-567E32F5419A}"/>
              </a:ext>
            </a:extLst>
          </p:cNvPr>
          <p:cNvGrpSpPr/>
          <p:nvPr/>
        </p:nvGrpSpPr>
        <p:grpSpPr>
          <a:xfrm>
            <a:off x="2792039" y="4447102"/>
            <a:ext cx="2612160" cy="630720"/>
            <a:chOff x="2792039" y="4447102"/>
            <a:chExt cx="2612160" cy="630720"/>
          </a:xfrm>
        </p:grpSpPr>
        <mc:AlternateContent xmlns:mc="http://schemas.openxmlformats.org/markup-compatibility/2006" xmlns:p14="http://schemas.microsoft.com/office/powerpoint/2010/main">
          <mc:Choice Requires="p14">
            <p:contentPart p14:bwMode="auto" r:id="rId11">
              <p14:nvContentPartPr>
                <p14:cNvPr id="3" name="Ink 2">
                  <a:extLst>
                    <a:ext uri="{FF2B5EF4-FFF2-40B4-BE49-F238E27FC236}">
                      <a16:creationId xmlns:a16="http://schemas.microsoft.com/office/drawing/2014/main" id="{FAC91427-DF67-FDD2-4E4B-C0553817D296}"/>
                    </a:ext>
                  </a:extLst>
                </p14:cNvPr>
                <p14:cNvContentPartPr/>
                <p14:nvPr/>
              </p14:nvContentPartPr>
              <p14:xfrm>
                <a:off x="3448679" y="4737622"/>
                <a:ext cx="33480" cy="233280"/>
              </p14:xfrm>
            </p:contentPart>
          </mc:Choice>
          <mc:Fallback xmlns="">
            <p:pic>
              <p:nvPicPr>
                <p:cNvPr id="3" name="Ink 2">
                  <a:extLst>
                    <a:ext uri="{FF2B5EF4-FFF2-40B4-BE49-F238E27FC236}">
                      <a16:creationId xmlns:a16="http://schemas.microsoft.com/office/drawing/2014/main" id="{FAC91427-DF67-FDD2-4E4B-C0553817D296}"/>
                    </a:ext>
                  </a:extLst>
                </p:cNvPr>
                <p:cNvPicPr/>
                <p:nvPr/>
              </p:nvPicPr>
              <p:blipFill>
                <a:blip r:embed="rId12"/>
                <a:stretch>
                  <a:fillRect/>
                </a:stretch>
              </p:blipFill>
              <p:spPr>
                <a:xfrm>
                  <a:off x="3440039" y="4728982"/>
                  <a:ext cx="5112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 name="Ink 3">
                  <a:extLst>
                    <a:ext uri="{FF2B5EF4-FFF2-40B4-BE49-F238E27FC236}">
                      <a16:creationId xmlns:a16="http://schemas.microsoft.com/office/drawing/2014/main" id="{6B6C5F78-0208-E47F-E328-425B0A097850}"/>
                    </a:ext>
                  </a:extLst>
                </p14:cNvPr>
                <p14:cNvContentPartPr/>
                <p14:nvPr/>
              </p14:nvContentPartPr>
              <p14:xfrm>
                <a:off x="3233399" y="4587862"/>
                <a:ext cx="271080" cy="442080"/>
              </p14:xfrm>
            </p:contentPart>
          </mc:Choice>
          <mc:Fallback xmlns="">
            <p:pic>
              <p:nvPicPr>
                <p:cNvPr id="4" name="Ink 3">
                  <a:extLst>
                    <a:ext uri="{FF2B5EF4-FFF2-40B4-BE49-F238E27FC236}">
                      <a16:creationId xmlns:a16="http://schemas.microsoft.com/office/drawing/2014/main" id="{6B6C5F78-0208-E47F-E328-425B0A097850}"/>
                    </a:ext>
                  </a:extLst>
                </p:cNvPr>
                <p:cNvPicPr/>
                <p:nvPr/>
              </p:nvPicPr>
              <p:blipFill>
                <a:blip r:embed="rId14"/>
                <a:stretch>
                  <a:fillRect/>
                </a:stretch>
              </p:blipFill>
              <p:spPr>
                <a:xfrm>
                  <a:off x="3224399" y="4579222"/>
                  <a:ext cx="28872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 name="Ink 4">
                  <a:extLst>
                    <a:ext uri="{FF2B5EF4-FFF2-40B4-BE49-F238E27FC236}">
                      <a16:creationId xmlns:a16="http://schemas.microsoft.com/office/drawing/2014/main" id="{13C36078-9B3A-1139-E2B8-1AFD011B9E3C}"/>
                    </a:ext>
                  </a:extLst>
                </p14:cNvPr>
                <p14:cNvContentPartPr/>
                <p14:nvPr/>
              </p14:nvContentPartPr>
              <p14:xfrm>
                <a:off x="3188039" y="4989982"/>
                <a:ext cx="115560" cy="81000"/>
              </p14:xfrm>
            </p:contentPart>
          </mc:Choice>
          <mc:Fallback xmlns="">
            <p:pic>
              <p:nvPicPr>
                <p:cNvPr id="5" name="Ink 4">
                  <a:extLst>
                    <a:ext uri="{FF2B5EF4-FFF2-40B4-BE49-F238E27FC236}">
                      <a16:creationId xmlns:a16="http://schemas.microsoft.com/office/drawing/2014/main" id="{13C36078-9B3A-1139-E2B8-1AFD011B9E3C}"/>
                    </a:ext>
                  </a:extLst>
                </p:cNvPr>
                <p:cNvPicPr/>
                <p:nvPr/>
              </p:nvPicPr>
              <p:blipFill>
                <a:blip r:embed="rId16"/>
                <a:stretch>
                  <a:fillRect/>
                </a:stretch>
              </p:blipFill>
              <p:spPr>
                <a:xfrm>
                  <a:off x="3179039" y="4981342"/>
                  <a:ext cx="13320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B67ED5C8-DCE3-8E3F-FE59-55E51F15789E}"/>
                    </a:ext>
                  </a:extLst>
                </p14:cNvPr>
                <p14:cNvContentPartPr/>
                <p14:nvPr/>
              </p14:nvContentPartPr>
              <p14:xfrm>
                <a:off x="3848639" y="4447102"/>
                <a:ext cx="601560" cy="592200"/>
              </p14:xfrm>
            </p:contentPart>
          </mc:Choice>
          <mc:Fallback xmlns="">
            <p:pic>
              <p:nvPicPr>
                <p:cNvPr id="13" name="Ink 12">
                  <a:extLst>
                    <a:ext uri="{FF2B5EF4-FFF2-40B4-BE49-F238E27FC236}">
                      <a16:creationId xmlns:a16="http://schemas.microsoft.com/office/drawing/2014/main" id="{B67ED5C8-DCE3-8E3F-FE59-55E51F15789E}"/>
                    </a:ext>
                  </a:extLst>
                </p:cNvPr>
                <p:cNvPicPr/>
                <p:nvPr/>
              </p:nvPicPr>
              <p:blipFill>
                <a:blip r:embed="rId18"/>
                <a:stretch>
                  <a:fillRect/>
                </a:stretch>
              </p:blipFill>
              <p:spPr>
                <a:xfrm>
                  <a:off x="3839999" y="4438102"/>
                  <a:ext cx="619200" cy="609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32E66739-9596-FA0E-4AD1-59E3089D8BDA}"/>
                    </a:ext>
                  </a:extLst>
                </p14:cNvPr>
                <p14:cNvContentPartPr/>
                <p14:nvPr/>
              </p14:nvContentPartPr>
              <p14:xfrm>
                <a:off x="3798599" y="5007622"/>
                <a:ext cx="106560" cy="54720"/>
              </p14:xfrm>
            </p:contentPart>
          </mc:Choice>
          <mc:Fallback xmlns="">
            <p:pic>
              <p:nvPicPr>
                <p:cNvPr id="14" name="Ink 13">
                  <a:extLst>
                    <a:ext uri="{FF2B5EF4-FFF2-40B4-BE49-F238E27FC236}">
                      <a16:creationId xmlns:a16="http://schemas.microsoft.com/office/drawing/2014/main" id="{32E66739-9596-FA0E-4AD1-59E3089D8BDA}"/>
                    </a:ext>
                  </a:extLst>
                </p:cNvPr>
                <p:cNvPicPr/>
                <p:nvPr/>
              </p:nvPicPr>
              <p:blipFill>
                <a:blip r:embed="rId20"/>
                <a:stretch>
                  <a:fillRect/>
                </a:stretch>
              </p:blipFill>
              <p:spPr>
                <a:xfrm>
                  <a:off x="3789599" y="4998622"/>
                  <a:ext cx="1242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4846888E-AD30-CE9E-BFDE-CA8C90EB55D8}"/>
                    </a:ext>
                  </a:extLst>
                </p14:cNvPr>
                <p14:cNvContentPartPr/>
                <p14:nvPr/>
              </p14:nvContentPartPr>
              <p14:xfrm>
                <a:off x="4328159" y="4447102"/>
                <a:ext cx="887040" cy="602280"/>
              </p14:xfrm>
            </p:contentPart>
          </mc:Choice>
          <mc:Fallback xmlns="">
            <p:pic>
              <p:nvPicPr>
                <p:cNvPr id="15" name="Ink 14">
                  <a:extLst>
                    <a:ext uri="{FF2B5EF4-FFF2-40B4-BE49-F238E27FC236}">
                      <a16:creationId xmlns:a16="http://schemas.microsoft.com/office/drawing/2014/main" id="{4846888E-AD30-CE9E-BFDE-CA8C90EB55D8}"/>
                    </a:ext>
                  </a:extLst>
                </p:cNvPr>
                <p:cNvPicPr/>
                <p:nvPr/>
              </p:nvPicPr>
              <p:blipFill>
                <a:blip r:embed="rId22"/>
                <a:stretch>
                  <a:fillRect/>
                </a:stretch>
              </p:blipFill>
              <p:spPr>
                <a:xfrm>
                  <a:off x="4319159" y="4438102"/>
                  <a:ext cx="904680" cy="619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9E27A2C4-02EC-BF56-3FD4-16DF103D096C}"/>
                    </a:ext>
                  </a:extLst>
                </p14:cNvPr>
                <p14:cNvContentPartPr/>
                <p14:nvPr/>
              </p14:nvContentPartPr>
              <p14:xfrm>
                <a:off x="4289279" y="4952182"/>
                <a:ext cx="140760" cy="125640"/>
              </p14:xfrm>
            </p:contentPart>
          </mc:Choice>
          <mc:Fallback xmlns="">
            <p:pic>
              <p:nvPicPr>
                <p:cNvPr id="16" name="Ink 15">
                  <a:extLst>
                    <a:ext uri="{FF2B5EF4-FFF2-40B4-BE49-F238E27FC236}">
                      <a16:creationId xmlns:a16="http://schemas.microsoft.com/office/drawing/2014/main" id="{9E27A2C4-02EC-BF56-3FD4-16DF103D096C}"/>
                    </a:ext>
                  </a:extLst>
                </p:cNvPr>
                <p:cNvPicPr/>
                <p:nvPr/>
              </p:nvPicPr>
              <p:blipFill>
                <a:blip r:embed="rId24"/>
                <a:stretch>
                  <a:fillRect/>
                </a:stretch>
              </p:blipFill>
              <p:spPr>
                <a:xfrm>
                  <a:off x="4280639" y="4943542"/>
                  <a:ext cx="15840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4" name="Ink 23">
                  <a:extLst>
                    <a:ext uri="{FF2B5EF4-FFF2-40B4-BE49-F238E27FC236}">
                      <a16:creationId xmlns:a16="http://schemas.microsoft.com/office/drawing/2014/main" id="{DD0B53A1-1AA0-BD62-5319-B18F9D97894B}"/>
                    </a:ext>
                  </a:extLst>
                </p14:cNvPr>
                <p14:cNvContentPartPr/>
                <p14:nvPr/>
              </p14:nvContentPartPr>
              <p14:xfrm>
                <a:off x="2857199" y="4528822"/>
                <a:ext cx="115560" cy="170640"/>
              </p14:xfrm>
            </p:contentPart>
          </mc:Choice>
          <mc:Fallback xmlns="">
            <p:pic>
              <p:nvPicPr>
                <p:cNvPr id="24" name="Ink 23">
                  <a:extLst>
                    <a:ext uri="{FF2B5EF4-FFF2-40B4-BE49-F238E27FC236}">
                      <a16:creationId xmlns:a16="http://schemas.microsoft.com/office/drawing/2014/main" id="{DD0B53A1-1AA0-BD62-5319-B18F9D97894B}"/>
                    </a:ext>
                  </a:extLst>
                </p:cNvPr>
                <p:cNvPicPr/>
                <p:nvPr/>
              </p:nvPicPr>
              <p:blipFill>
                <a:blip r:embed="rId26"/>
                <a:stretch>
                  <a:fillRect/>
                </a:stretch>
              </p:blipFill>
              <p:spPr>
                <a:xfrm>
                  <a:off x="2848199" y="4519822"/>
                  <a:ext cx="13320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Ink 24">
                  <a:extLst>
                    <a:ext uri="{FF2B5EF4-FFF2-40B4-BE49-F238E27FC236}">
                      <a16:creationId xmlns:a16="http://schemas.microsoft.com/office/drawing/2014/main" id="{9683BCD3-20B2-2475-B4AB-00F57E3081C2}"/>
                    </a:ext>
                  </a:extLst>
                </p14:cNvPr>
                <p14:cNvContentPartPr/>
                <p14:nvPr/>
              </p14:nvContentPartPr>
              <p14:xfrm>
                <a:off x="4462079" y="4589302"/>
                <a:ext cx="130320" cy="173160"/>
              </p14:xfrm>
            </p:contentPart>
          </mc:Choice>
          <mc:Fallback xmlns="">
            <p:pic>
              <p:nvPicPr>
                <p:cNvPr id="25" name="Ink 24">
                  <a:extLst>
                    <a:ext uri="{FF2B5EF4-FFF2-40B4-BE49-F238E27FC236}">
                      <a16:creationId xmlns:a16="http://schemas.microsoft.com/office/drawing/2014/main" id="{9683BCD3-20B2-2475-B4AB-00F57E3081C2}"/>
                    </a:ext>
                  </a:extLst>
                </p:cNvPr>
                <p:cNvPicPr/>
                <p:nvPr/>
              </p:nvPicPr>
              <p:blipFill>
                <a:blip r:embed="rId28"/>
                <a:stretch>
                  <a:fillRect/>
                </a:stretch>
              </p:blipFill>
              <p:spPr>
                <a:xfrm>
                  <a:off x="4453439" y="4580302"/>
                  <a:ext cx="1479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7" name="Ink 26">
                  <a:extLst>
                    <a:ext uri="{FF2B5EF4-FFF2-40B4-BE49-F238E27FC236}">
                      <a16:creationId xmlns:a16="http://schemas.microsoft.com/office/drawing/2014/main" id="{26EDBF68-29AA-BFB4-E15B-6BEBEDBA331C}"/>
                    </a:ext>
                  </a:extLst>
                </p14:cNvPr>
                <p14:cNvContentPartPr/>
                <p14:nvPr/>
              </p14:nvContentPartPr>
              <p14:xfrm>
                <a:off x="5328959" y="4608022"/>
                <a:ext cx="75240" cy="131040"/>
              </p14:xfrm>
            </p:contentPart>
          </mc:Choice>
          <mc:Fallback xmlns="">
            <p:pic>
              <p:nvPicPr>
                <p:cNvPr id="27" name="Ink 26">
                  <a:extLst>
                    <a:ext uri="{FF2B5EF4-FFF2-40B4-BE49-F238E27FC236}">
                      <a16:creationId xmlns:a16="http://schemas.microsoft.com/office/drawing/2014/main" id="{26EDBF68-29AA-BFB4-E15B-6BEBEDBA331C}"/>
                    </a:ext>
                  </a:extLst>
                </p:cNvPr>
                <p:cNvPicPr/>
                <p:nvPr/>
              </p:nvPicPr>
              <p:blipFill>
                <a:blip r:embed="rId30"/>
                <a:stretch>
                  <a:fillRect/>
                </a:stretch>
              </p:blipFill>
              <p:spPr>
                <a:xfrm>
                  <a:off x="5320319" y="4599382"/>
                  <a:ext cx="928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1" name="Ink 30">
                  <a:extLst>
                    <a:ext uri="{FF2B5EF4-FFF2-40B4-BE49-F238E27FC236}">
                      <a16:creationId xmlns:a16="http://schemas.microsoft.com/office/drawing/2014/main" id="{6D9FAFFD-242B-D54E-737B-59777BC9C23C}"/>
                    </a:ext>
                  </a:extLst>
                </p14:cNvPr>
                <p14:cNvContentPartPr/>
                <p14:nvPr/>
              </p14:nvContentPartPr>
              <p14:xfrm>
                <a:off x="2792039" y="4478782"/>
                <a:ext cx="294840" cy="279720"/>
              </p14:xfrm>
            </p:contentPart>
          </mc:Choice>
          <mc:Fallback xmlns="">
            <p:pic>
              <p:nvPicPr>
                <p:cNvPr id="31" name="Ink 30">
                  <a:extLst>
                    <a:ext uri="{FF2B5EF4-FFF2-40B4-BE49-F238E27FC236}">
                      <a16:creationId xmlns:a16="http://schemas.microsoft.com/office/drawing/2014/main" id="{6D9FAFFD-242B-D54E-737B-59777BC9C23C}"/>
                    </a:ext>
                  </a:extLst>
                </p:cNvPr>
                <p:cNvPicPr/>
                <p:nvPr/>
              </p:nvPicPr>
              <p:blipFill>
                <a:blip r:embed="rId32"/>
                <a:stretch>
                  <a:fillRect/>
                </a:stretch>
              </p:blipFill>
              <p:spPr>
                <a:xfrm>
                  <a:off x="2783039" y="4470142"/>
                  <a:ext cx="312480" cy="297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
            <p14:nvContentPartPr>
              <p14:cNvPr id="39" name="Ink 38">
                <a:extLst>
                  <a:ext uri="{FF2B5EF4-FFF2-40B4-BE49-F238E27FC236}">
                    <a16:creationId xmlns:a16="http://schemas.microsoft.com/office/drawing/2014/main" id="{2BF9B5EE-6D49-02D9-D659-7938D4D3AA1A}"/>
                  </a:ext>
                </a:extLst>
              </p14:cNvPr>
              <p14:cNvContentPartPr/>
              <p14:nvPr/>
            </p14:nvContentPartPr>
            <p14:xfrm>
              <a:off x="5197919" y="3830782"/>
              <a:ext cx="381600" cy="35640"/>
            </p14:xfrm>
          </p:contentPart>
        </mc:Choice>
        <mc:Fallback xmlns="">
          <p:pic>
            <p:nvPicPr>
              <p:cNvPr id="39" name="Ink 38">
                <a:extLst>
                  <a:ext uri="{FF2B5EF4-FFF2-40B4-BE49-F238E27FC236}">
                    <a16:creationId xmlns:a16="http://schemas.microsoft.com/office/drawing/2014/main" id="{2BF9B5EE-6D49-02D9-D659-7938D4D3AA1A}"/>
                  </a:ext>
                </a:extLst>
              </p:cNvPr>
              <p:cNvPicPr/>
              <p:nvPr/>
            </p:nvPicPr>
            <p:blipFill>
              <a:blip r:embed="rId34"/>
              <a:stretch>
                <a:fillRect/>
              </a:stretch>
            </p:blipFill>
            <p:spPr>
              <a:xfrm>
                <a:off x="5188919" y="3821782"/>
                <a:ext cx="3992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85A81A76-5EF3-990B-35B9-5E5EEE093B89}"/>
                  </a:ext>
                </a:extLst>
              </p14:cNvPr>
              <p14:cNvContentPartPr/>
              <p14:nvPr/>
            </p14:nvContentPartPr>
            <p14:xfrm>
              <a:off x="6241199" y="3859942"/>
              <a:ext cx="437040" cy="25920"/>
            </p14:xfrm>
          </p:contentPart>
        </mc:Choice>
        <mc:Fallback xmlns="">
          <p:pic>
            <p:nvPicPr>
              <p:cNvPr id="40" name="Ink 39">
                <a:extLst>
                  <a:ext uri="{FF2B5EF4-FFF2-40B4-BE49-F238E27FC236}">
                    <a16:creationId xmlns:a16="http://schemas.microsoft.com/office/drawing/2014/main" id="{85A81A76-5EF3-990B-35B9-5E5EEE093B89}"/>
                  </a:ext>
                </a:extLst>
              </p:cNvPr>
              <p:cNvPicPr/>
              <p:nvPr/>
            </p:nvPicPr>
            <p:blipFill>
              <a:blip r:embed="rId36"/>
              <a:stretch>
                <a:fillRect/>
              </a:stretch>
            </p:blipFill>
            <p:spPr>
              <a:xfrm>
                <a:off x="6232559" y="3850942"/>
                <a:ext cx="454680" cy="43560"/>
              </a:xfrm>
              <a:prstGeom prst="rect">
                <a:avLst/>
              </a:prstGeom>
            </p:spPr>
          </p:pic>
        </mc:Fallback>
      </mc:AlternateContent>
    </p:spTree>
    <p:extLst>
      <p:ext uri="{BB962C8B-B14F-4D97-AF65-F5344CB8AC3E}">
        <p14:creationId xmlns:p14="http://schemas.microsoft.com/office/powerpoint/2010/main" val="3410964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Structure of Controller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059844B8-77FE-4726-A66F-947ED8205296}"/>
              </a:ext>
            </a:extLst>
          </p:cNvPr>
          <p:cNvSpPr txBox="1"/>
          <p:nvPr/>
        </p:nvSpPr>
        <p:spPr>
          <a:xfrm>
            <a:off x="261765" y="867755"/>
            <a:ext cx="11118913" cy="3508653"/>
          </a:xfrm>
          <a:prstGeom prst="rect">
            <a:avLst/>
          </a:prstGeom>
          <a:noFill/>
        </p:spPr>
        <p:txBody>
          <a:bodyPr wrap="square" rtlCol="0">
            <a:spAutoFit/>
          </a:bodyPr>
          <a:lstStyle/>
          <a:p>
            <a:pPr marL="285750" indent="-285750">
              <a:buFontTx/>
              <a:buChar char="-"/>
            </a:pPr>
            <a:r>
              <a:rPr lang="en-US" b="0" i="0" dirty="0">
                <a:solidFill>
                  <a:srgbClr val="32363A"/>
                </a:solidFill>
                <a:effectLst/>
              </a:rPr>
              <a:t>We define a simple controller as follows:</a:t>
            </a:r>
            <a:endParaRPr lang="en-US" b="0" i="0" dirty="0">
              <a:solidFill>
                <a:srgbClr val="32363A"/>
              </a:solidFill>
              <a:effectLst/>
              <a:latin typeface="72"/>
            </a:endParaRPr>
          </a:p>
          <a:p>
            <a:endParaRPr lang="en-US" dirty="0">
              <a:solidFill>
                <a:srgbClr val="32363A"/>
              </a:solidFill>
              <a:latin typeface="72"/>
            </a:endParaRPr>
          </a:p>
          <a:p>
            <a:r>
              <a:rPr lang="en-US" dirty="0">
                <a:solidFill>
                  <a:srgbClr val="32363A"/>
                </a:solidFill>
                <a:latin typeface="72"/>
              </a:rPr>
              <a:t>	</a:t>
            </a:r>
            <a:r>
              <a:rPr lang="en-US" sz="2400" b="0" i="0" dirty="0">
                <a:solidFill>
                  <a:srgbClr val="000000"/>
                </a:solidFill>
                <a:effectLst/>
                <a:latin typeface="Menlo"/>
              </a:rPr>
              <a:t>sap</a:t>
            </a:r>
            <a:r>
              <a:rPr lang="en-US" sz="2400" b="0" i="0" dirty="0">
                <a:solidFill>
                  <a:srgbClr val="666600"/>
                </a:solidFill>
                <a:effectLst/>
                <a:latin typeface="Menlo"/>
              </a:rPr>
              <a:t>.</a:t>
            </a:r>
            <a:r>
              <a:rPr lang="en-US" sz="2400" b="0" i="0" dirty="0">
                <a:solidFill>
                  <a:srgbClr val="000000"/>
                </a:solidFill>
                <a:effectLst/>
                <a:latin typeface="Menlo"/>
              </a:rPr>
              <a:t>ui</a:t>
            </a:r>
            <a:r>
              <a:rPr lang="en-US" sz="2400" b="0" i="0" dirty="0">
                <a:solidFill>
                  <a:srgbClr val="666600"/>
                </a:solidFill>
                <a:effectLst/>
                <a:latin typeface="Menlo"/>
              </a:rPr>
              <a:t>.</a:t>
            </a:r>
            <a:r>
              <a:rPr lang="en-US" sz="2400" b="0" i="0" dirty="0">
                <a:solidFill>
                  <a:srgbClr val="000000"/>
                </a:solidFill>
                <a:effectLst/>
                <a:latin typeface="Menlo"/>
              </a:rPr>
              <a:t>define</a:t>
            </a:r>
            <a:r>
              <a:rPr lang="en-US" sz="2400" b="0" i="0" dirty="0">
                <a:solidFill>
                  <a:srgbClr val="666600"/>
                </a:solidFill>
                <a:effectLst/>
                <a:latin typeface="Menlo"/>
              </a:rPr>
              <a:t>([</a:t>
            </a:r>
            <a:r>
              <a:rPr lang="en-US" sz="2400" b="0" i="0" dirty="0">
                <a:solidFill>
                  <a:srgbClr val="000000"/>
                </a:solidFill>
                <a:effectLst/>
                <a:latin typeface="Menlo"/>
              </a:rPr>
              <a:t> </a:t>
            </a:r>
            <a:r>
              <a:rPr lang="en-US" sz="2400" b="0" i="0" dirty="0">
                <a:solidFill>
                  <a:srgbClr val="008800"/>
                </a:solidFill>
                <a:effectLst/>
                <a:latin typeface="Menlo"/>
              </a:rPr>
              <a:t>"sap/ui/core/mvc/Controller"</a:t>
            </a:r>
            <a:r>
              <a:rPr lang="en-US" sz="2400" b="0" i="0" dirty="0">
                <a:solidFill>
                  <a:srgbClr val="000000"/>
                </a:solidFill>
                <a:effectLst/>
                <a:latin typeface="Menlo"/>
              </a:rPr>
              <a:t> </a:t>
            </a:r>
            <a:r>
              <a:rPr lang="en-US" sz="2400" b="0" i="0" dirty="0">
                <a:solidFill>
                  <a:srgbClr val="666600"/>
                </a:solidFill>
                <a:effectLst/>
                <a:latin typeface="Menlo"/>
              </a:rPr>
              <a:t>],</a:t>
            </a:r>
            <a:endParaRPr lang="en-US" sz="2400" dirty="0">
              <a:solidFill>
                <a:srgbClr val="000000"/>
              </a:solidFill>
              <a:latin typeface="Menlo"/>
            </a:endParaRPr>
          </a:p>
          <a:p>
            <a:r>
              <a:rPr lang="en-US" sz="2400" b="0" i="0" dirty="0">
                <a:solidFill>
                  <a:srgbClr val="000000"/>
                </a:solidFill>
                <a:effectLst/>
                <a:latin typeface="Menlo"/>
              </a:rPr>
              <a:t>	     </a:t>
            </a:r>
            <a:r>
              <a:rPr lang="en-US" sz="2400" b="0" i="0" dirty="0">
                <a:solidFill>
                  <a:srgbClr val="000088"/>
                </a:solidFill>
                <a:effectLst/>
                <a:latin typeface="Menlo"/>
              </a:rPr>
              <a:t>function</a:t>
            </a:r>
            <a:r>
              <a:rPr lang="en-US" sz="2400" b="0" i="0" dirty="0">
                <a:solidFill>
                  <a:srgbClr val="666600"/>
                </a:solidFill>
                <a:effectLst/>
                <a:latin typeface="Menlo"/>
              </a:rPr>
              <a:t>(</a:t>
            </a:r>
            <a:r>
              <a:rPr lang="en-US" sz="2400" b="0" i="0" dirty="0">
                <a:solidFill>
                  <a:srgbClr val="660066"/>
                </a:solidFill>
                <a:effectLst/>
                <a:latin typeface="Menlo"/>
              </a:rPr>
              <a:t>Controller</a:t>
            </a:r>
            <a:r>
              <a:rPr lang="en-US" sz="2400" b="0" i="0" dirty="0">
                <a:solidFill>
                  <a:srgbClr val="666600"/>
                </a:solidFill>
                <a:effectLst/>
                <a:latin typeface="Menlo"/>
              </a:rPr>
              <a:t>)</a:t>
            </a:r>
            <a:r>
              <a:rPr lang="en-US" sz="2400" b="0" i="0" dirty="0">
                <a:solidFill>
                  <a:srgbClr val="000000"/>
                </a:solidFill>
                <a:effectLst/>
                <a:latin typeface="Menlo"/>
              </a:rPr>
              <a:t> </a:t>
            </a:r>
            <a:r>
              <a:rPr lang="en-US" sz="2400" b="0" i="0" dirty="0">
                <a:solidFill>
                  <a:srgbClr val="666600"/>
                </a:solidFill>
                <a:effectLst/>
                <a:latin typeface="Menlo"/>
              </a:rPr>
              <a:t>{</a:t>
            </a:r>
          </a:p>
          <a:p>
            <a:r>
              <a:rPr lang="en-US" sz="2400" b="0" i="0" dirty="0">
                <a:solidFill>
                  <a:srgbClr val="666600"/>
                </a:solidFill>
                <a:effectLst/>
                <a:latin typeface="Menlo"/>
              </a:rPr>
              <a:t>		</a:t>
            </a:r>
            <a:r>
              <a:rPr lang="en-US" sz="2400" b="0" i="0" dirty="0">
                <a:solidFill>
                  <a:srgbClr val="008800"/>
                </a:solidFill>
                <a:effectLst/>
                <a:latin typeface="Menlo"/>
              </a:rPr>
              <a:t>"use strict"</a:t>
            </a:r>
            <a:r>
              <a:rPr lang="en-US" sz="2400" b="0" i="0" dirty="0">
                <a:solidFill>
                  <a:srgbClr val="666600"/>
                </a:solidFill>
                <a:effectLst/>
                <a:latin typeface="Menlo"/>
              </a:rPr>
              <a:t>;</a:t>
            </a:r>
            <a:r>
              <a:rPr lang="en-US" sz="2400" b="0" i="0" dirty="0">
                <a:solidFill>
                  <a:srgbClr val="000000"/>
                </a:solidFill>
                <a:effectLst/>
                <a:latin typeface="Menlo"/>
              </a:rPr>
              <a:t> </a:t>
            </a:r>
          </a:p>
          <a:p>
            <a:r>
              <a:rPr lang="en-US" sz="2400" dirty="0">
                <a:solidFill>
                  <a:srgbClr val="000000"/>
                </a:solidFill>
                <a:latin typeface="Menlo"/>
              </a:rPr>
              <a:t>		</a:t>
            </a:r>
            <a:r>
              <a:rPr lang="en-US" sz="2400" b="0" i="0" dirty="0">
                <a:solidFill>
                  <a:srgbClr val="000088"/>
                </a:solidFill>
                <a:effectLst/>
                <a:latin typeface="Menlo"/>
              </a:rPr>
              <a:t>return</a:t>
            </a:r>
            <a:r>
              <a:rPr lang="en-US" sz="2400" b="0" i="0" dirty="0">
                <a:solidFill>
                  <a:srgbClr val="000000"/>
                </a:solidFill>
                <a:effectLst/>
                <a:latin typeface="Menlo"/>
              </a:rPr>
              <a:t> </a:t>
            </a:r>
            <a:r>
              <a:rPr lang="en-US" sz="2400" b="0" i="0" dirty="0">
                <a:solidFill>
                  <a:srgbClr val="660066"/>
                </a:solidFill>
                <a:effectLst/>
                <a:latin typeface="Menlo"/>
              </a:rPr>
              <a:t>Controller</a:t>
            </a:r>
            <a:r>
              <a:rPr lang="en-US" sz="2400" b="0" i="0" dirty="0">
                <a:solidFill>
                  <a:srgbClr val="666600"/>
                </a:solidFill>
                <a:effectLst/>
                <a:latin typeface="Menlo"/>
              </a:rPr>
              <a:t>.</a:t>
            </a:r>
            <a:r>
              <a:rPr lang="en-US" sz="2400" b="0" i="0" dirty="0">
                <a:solidFill>
                  <a:srgbClr val="000000"/>
                </a:solidFill>
                <a:effectLst/>
                <a:latin typeface="Menlo"/>
              </a:rPr>
              <a:t>extend</a:t>
            </a:r>
            <a:r>
              <a:rPr lang="en-US" sz="2400" b="0" i="0" dirty="0">
                <a:solidFill>
                  <a:srgbClr val="666600"/>
                </a:solidFill>
                <a:effectLst/>
                <a:latin typeface="Menlo"/>
              </a:rPr>
              <a:t>(</a:t>
            </a:r>
            <a:r>
              <a:rPr lang="en-US" sz="2400" b="0" i="0" dirty="0">
                <a:solidFill>
                  <a:srgbClr val="008800"/>
                </a:solidFill>
                <a:effectLst/>
                <a:latin typeface="Menlo"/>
              </a:rPr>
              <a:t>“Address of Controller"</a:t>
            </a:r>
            <a:r>
              <a:rPr lang="en-US" sz="2400" b="0" i="0" dirty="0">
                <a:solidFill>
                  <a:srgbClr val="666600"/>
                </a:solidFill>
                <a:effectLst/>
                <a:latin typeface="Menlo"/>
              </a:rPr>
              <a:t>,</a:t>
            </a:r>
            <a:r>
              <a:rPr lang="en-US" sz="2400" b="0" i="0" dirty="0">
                <a:solidFill>
                  <a:srgbClr val="000000"/>
                </a:solidFill>
                <a:effectLst/>
                <a:latin typeface="Menlo"/>
              </a:rPr>
              <a:t> </a:t>
            </a:r>
            <a:r>
              <a:rPr lang="en-US" sz="2400" b="0" i="0" dirty="0">
                <a:solidFill>
                  <a:srgbClr val="666600"/>
                </a:solidFill>
                <a:effectLst/>
                <a:latin typeface="Menlo"/>
              </a:rPr>
              <a:t>{</a:t>
            </a:r>
          </a:p>
          <a:p>
            <a:r>
              <a:rPr lang="en-US" sz="2400" dirty="0">
                <a:solidFill>
                  <a:srgbClr val="666600"/>
                </a:solidFill>
                <a:latin typeface="Menlo"/>
              </a:rPr>
              <a:t>			</a:t>
            </a:r>
            <a:r>
              <a:rPr lang="en-US" sz="2400" b="0" i="0" dirty="0">
                <a:solidFill>
                  <a:srgbClr val="880000"/>
                </a:solidFill>
                <a:effectLst/>
                <a:latin typeface="Menlo"/>
              </a:rPr>
              <a:t>// controller logic goes here</a:t>
            </a:r>
            <a:r>
              <a:rPr lang="en-US" sz="2400" b="0" i="0" dirty="0">
                <a:solidFill>
                  <a:srgbClr val="000000"/>
                </a:solidFill>
                <a:effectLst/>
                <a:latin typeface="Menlo"/>
              </a:rPr>
              <a:t> </a:t>
            </a:r>
          </a:p>
          <a:p>
            <a:r>
              <a:rPr lang="en-US" sz="2400" dirty="0">
                <a:solidFill>
                  <a:srgbClr val="000000"/>
                </a:solidFill>
                <a:latin typeface="Menlo"/>
              </a:rPr>
              <a:t>		</a:t>
            </a:r>
            <a:r>
              <a:rPr lang="en-US" sz="2400" b="0" i="0" dirty="0">
                <a:solidFill>
                  <a:srgbClr val="666600"/>
                </a:solidFill>
                <a:effectLst/>
                <a:latin typeface="Menlo"/>
              </a:rPr>
              <a:t>});</a:t>
            </a:r>
            <a:endParaRPr lang="en-US" sz="2400" dirty="0">
              <a:solidFill>
                <a:srgbClr val="000000"/>
              </a:solidFill>
              <a:latin typeface="Menlo"/>
            </a:endParaRPr>
          </a:p>
          <a:p>
            <a:r>
              <a:rPr lang="en-US" sz="2400" b="0" i="0" dirty="0">
                <a:solidFill>
                  <a:srgbClr val="000000"/>
                </a:solidFill>
                <a:effectLst/>
                <a:latin typeface="Menlo"/>
              </a:rPr>
              <a:t>	</a:t>
            </a:r>
            <a:r>
              <a:rPr lang="en-US" sz="2400" b="0" i="0" dirty="0">
                <a:solidFill>
                  <a:srgbClr val="666600"/>
                </a:solidFill>
                <a:effectLst/>
                <a:latin typeface="Menlo"/>
              </a:rPr>
              <a:t>});</a:t>
            </a:r>
            <a:endParaRPr lang="en-US" sz="2400" dirty="0"/>
          </a:p>
          <a:p>
            <a:endParaRPr lang="en-US" dirty="0"/>
          </a:p>
        </p:txBody>
      </p:sp>
    </p:spTree>
    <p:extLst>
      <p:ext uri="{BB962C8B-B14F-4D97-AF65-F5344CB8AC3E}">
        <p14:creationId xmlns:p14="http://schemas.microsoft.com/office/powerpoint/2010/main" val="4138837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Rules of the Game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4801314"/>
          </a:xfrm>
          <a:prstGeom prst="rect">
            <a:avLst/>
          </a:prstGeom>
          <a:noFill/>
        </p:spPr>
        <p:txBody>
          <a:bodyPr wrap="square" rtlCol="0">
            <a:spAutoFit/>
          </a:bodyPr>
          <a:lstStyle/>
          <a:p>
            <a:pPr marL="342900" indent="-342900" algn="just">
              <a:buFont typeface="+mj-lt"/>
              <a:buAutoNum type="arabicPeriod"/>
            </a:pPr>
            <a:r>
              <a:rPr lang="en-US" dirty="0"/>
              <a:t>A library name always starts with small letter and a Class name always starts with capital letter. Both will follow the camel case.</a:t>
            </a:r>
          </a:p>
          <a:p>
            <a:pPr marL="342900" indent="-342900" algn="just">
              <a:buFont typeface="+mj-lt"/>
              <a:buAutoNum type="arabicPeriod"/>
            </a:pPr>
            <a:r>
              <a:rPr lang="en-IN" dirty="0"/>
              <a:t>Enumerators are constant values, example for type of button we use </a:t>
            </a:r>
            <a:r>
              <a:rPr lang="en-IN" dirty="0" err="1"/>
              <a:t>enum</a:t>
            </a:r>
            <a:r>
              <a:rPr lang="en-IN" dirty="0"/>
              <a:t> </a:t>
            </a:r>
            <a:r>
              <a:rPr lang="en-IN" dirty="0" err="1"/>
              <a:t>ButtonType</a:t>
            </a:r>
            <a:endParaRPr lang="en-US" dirty="0"/>
          </a:p>
          <a:p>
            <a:pPr marL="342900" indent="-342900" algn="just">
              <a:buFont typeface="+mj-lt"/>
              <a:buAutoNum type="arabicPeriod"/>
            </a:pPr>
            <a:r>
              <a:rPr lang="en-IN" dirty="0"/>
              <a:t>For a control we have properties, aggregation, events, function name, they always follow camel case</a:t>
            </a:r>
            <a:endParaRPr lang="en-US" dirty="0"/>
          </a:p>
          <a:p>
            <a:pPr marL="342900" indent="-342900" algn="just">
              <a:buFont typeface="+mj-lt"/>
              <a:buAutoNum type="arabicPeriod"/>
            </a:pPr>
            <a:r>
              <a:rPr lang="en-US" dirty="0"/>
              <a:t>A controller contains methods that defines how models and views interact.</a:t>
            </a:r>
          </a:p>
          <a:p>
            <a:pPr marL="342900" indent="-342900" algn="just">
              <a:buAutoNum type="arabicPeriod"/>
            </a:pPr>
            <a:r>
              <a:rPr lang="en-US" sz="1800" dirty="0"/>
              <a:t>Whenever we see a property for a control, we will always have setter and getter methods to manipulate and read the property value. E.g. an Input control has value property, we will have </a:t>
            </a:r>
            <a:r>
              <a:rPr lang="en-US" sz="1800" b="1" dirty="0"/>
              <a:t>setValue </a:t>
            </a:r>
            <a:r>
              <a:rPr lang="en-US" sz="1800" dirty="0"/>
              <a:t>and </a:t>
            </a:r>
            <a:r>
              <a:rPr lang="en-US" sz="1800" b="1" dirty="0"/>
              <a:t>getValue </a:t>
            </a:r>
            <a:r>
              <a:rPr lang="en-US" sz="1800" dirty="0"/>
              <a:t>method for the same.</a:t>
            </a:r>
          </a:p>
          <a:p>
            <a:pPr marL="342900" indent="-342900" algn="just">
              <a:buAutoNum type="arabicPeriod"/>
            </a:pPr>
            <a:r>
              <a:rPr lang="en-US" sz="1800" dirty="0"/>
              <a:t>In order to work with a control inside the controller, we need to obtain object of that control. To obtain the control object we must not use the </a:t>
            </a:r>
            <a:r>
              <a:rPr lang="en-US" sz="1800" b="1" strike="sngStrike" dirty="0">
                <a:solidFill>
                  <a:srgbClr val="C00000"/>
                </a:solidFill>
              </a:rPr>
              <a:t>document.getElementById </a:t>
            </a:r>
            <a:r>
              <a:rPr lang="en-US" sz="1800" dirty="0"/>
              <a:t>because it will give the object of HTML control not the object of UI5 control.</a:t>
            </a:r>
          </a:p>
          <a:p>
            <a:pPr marL="342900" indent="-342900" algn="just">
              <a:buFont typeface="+mj-lt"/>
              <a:buAutoNum type="arabicPeriod"/>
            </a:pPr>
            <a:r>
              <a:rPr lang="en-US" sz="1800" dirty="0"/>
              <a:t>To obtain UI5 element object, we need to first get View Object,</a:t>
            </a:r>
          </a:p>
          <a:p>
            <a:pPr marL="952393" lvl="1" indent="-342900" algn="just">
              <a:buAutoNum type="arabicPeriod"/>
            </a:pPr>
            <a:r>
              <a:rPr lang="en-US" sz="1800" dirty="0"/>
              <a:t>We will obtain the view object inside the controller using </a:t>
            </a:r>
            <a:r>
              <a:rPr lang="en-US" sz="1800" b="1" i="1" dirty="0"/>
              <a:t>this.getView()</a:t>
            </a:r>
          </a:p>
          <a:p>
            <a:pPr marL="952393" lvl="1" indent="-342900" algn="just">
              <a:buAutoNum type="arabicPeriod"/>
            </a:pPr>
            <a:r>
              <a:rPr lang="en-US" sz="1800" dirty="0"/>
              <a:t>‘</a:t>
            </a:r>
            <a:r>
              <a:rPr lang="en-US" sz="1800" b="1" dirty="0"/>
              <a:t>this</a:t>
            </a:r>
            <a:r>
              <a:rPr lang="en-US" sz="1800" dirty="0"/>
              <a:t>’ is the object of my current class, so inside controller it will point to current class</a:t>
            </a:r>
          </a:p>
          <a:p>
            <a:pPr marL="952393" lvl="1" indent="-342900" algn="just">
              <a:buAutoNum type="arabicPeriod"/>
            </a:pPr>
            <a:r>
              <a:rPr lang="en-US" sz="1800" dirty="0"/>
              <a:t>We can now obtain the object of the control using </a:t>
            </a:r>
            <a:r>
              <a:rPr lang="en-US" sz="1800" b="1" dirty="0"/>
              <a:t>this.getView().byId(</a:t>
            </a:r>
            <a:r>
              <a:rPr lang="en-US" sz="1800" dirty="0"/>
              <a:t>controlId</a:t>
            </a:r>
            <a:r>
              <a:rPr lang="en-US" sz="1800" b="1" dirty="0"/>
              <a:t>)</a:t>
            </a:r>
            <a:endParaRPr lang="en-US" dirty="0"/>
          </a:p>
          <a:p>
            <a:pPr marL="342900" indent="-342900" algn="just">
              <a:buFont typeface="+mj-lt"/>
              <a:buAutoNum type="arabicPeriod"/>
            </a:pPr>
            <a:r>
              <a:rPr lang="en-US" sz="1800" dirty="0"/>
              <a:t>For every event in UI5, we have </a:t>
            </a:r>
            <a:r>
              <a:rPr lang="en-US" sz="1800" b="1" dirty="0"/>
              <a:t>attachEvent, detachEvent, fireEvent</a:t>
            </a:r>
            <a:r>
              <a:rPr lang="en-US" sz="1800" dirty="0"/>
              <a:t> methods as well, which can be used to link, delink and trigger event programmatically.</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54909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Create First Controller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585323"/>
          </a:xfrm>
          <a:prstGeom prst="rect">
            <a:avLst/>
          </a:prstGeom>
          <a:noFill/>
        </p:spPr>
        <p:txBody>
          <a:bodyPr wrap="square" rtlCol="0">
            <a:spAutoFit/>
          </a:bodyPr>
          <a:lstStyle/>
          <a:p>
            <a:pPr marL="285750" indent="-285750">
              <a:buFont typeface="Wingdings" panose="05000000000000000000" pitchFamily="2" charset="2"/>
              <a:buChar char="§"/>
            </a:pPr>
            <a:r>
              <a:rPr lang="en-US" dirty="0"/>
              <a:t>Now to make our button work, we have to add some control logic to it, that logic will be written in the controller.</a:t>
            </a:r>
          </a:p>
          <a:p>
            <a:pPr marL="285750" indent="-285750">
              <a:buFont typeface="Wingdings" panose="05000000000000000000" pitchFamily="2" charset="2"/>
              <a:buChar char="§"/>
            </a:pPr>
            <a:r>
              <a:rPr lang="en-US" dirty="0"/>
              <a:t>To add a controller to the project make a controller folder in the webapp directory and in that add a file named Main.controller.js.</a:t>
            </a:r>
          </a:p>
          <a:p>
            <a:pPr marL="285750" indent="-285750">
              <a:buFont typeface="Wingdings" panose="05000000000000000000" pitchFamily="2" charset="2"/>
              <a:buChar char="§"/>
            </a:pPr>
            <a:r>
              <a:rPr lang="en-US" dirty="0"/>
              <a:t>In that file add the basic controller code in it and a function to show a alert message on click of the button.</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r>
              <a:rPr lang="en-US" dirty="0"/>
              <a:t>Code Link:- </a:t>
            </a:r>
          </a:p>
          <a:p>
            <a:pPr marL="285750" indent="-285750">
              <a:buFontTx/>
              <a:buChar char="-"/>
            </a:pPr>
            <a:r>
              <a:rPr lang="en-US" dirty="0">
                <a:hlinkClick r:id="rId3"/>
              </a:rPr>
              <a:t>Main.view.js</a:t>
            </a:r>
            <a:endParaRPr lang="en-US" dirty="0"/>
          </a:p>
          <a:p>
            <a:pPr marL="285750" indent="-285750">
              <a:buFontTx/>
              <a:buChar char="-"/>
            </a:pPr>
            <a:r>
              <a:rPr lang="en-US" dirty="0">
                <a:hlinkClick r:id="rId4"/>
              </a:rPr>
              <a:t>Main.controller.js</a:t>
            </a: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5" name="Picture 4">
            <a:extLst>
              <a:ext uri="{FF2B5EF4-FFF2-40B4-BE49-F238E27FC236}">
                <a16:creationId xmlns:a16="http://schemas.microsoft.com/office/drawing/2014/main" id="{2876BF2C-5533-55E1-9262-DFA5AE90CA0C}"/>
              </a:ext>
            </a:extLst>
          </p:cNvPr>
          <p:cNvPicPr>
            <a:picLocks noChangeAspect="1"/>
          </p:cNvPicPr>
          <p:nvPr/>
        </p:nvPicPr>
        <p:blipFill>
          <a:blip r:embed="rId5"/>
          <a:stretch>
            <a:fillRect/>
          </a:stretch>
        </p:blipFill>
        <p:spPr>
          <a:xfrm>
            <a:off x="4035288" y="2854869"/>
            <a:ext cx="7570304" cy="21908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73927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US" sz="3600" b="1"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How UI5 Framework works</a:t>
            </a:r>
            <a:endParaRPr lang="en-US" sz="3600" b="1"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3" name="Rectangle 2">
            <a:extLst>
              <a:ext uri="{FF2B5EF4-FFF2-40B4-BE49-F238E27FC236}">
                <a16:creationId xmlns:a16="http://schemas.microsoft.com/office/drawing/2014/main" id="{598A6847-6AEA-48F4-ABE4-BADB17115D87}"/>
              </a:ext>
            </a:extLst>
          </p:cNvPr>
          <p:cNvSpPr/>
          <p:nvPr/>
        </p:nvSpPr>
        <p:spPr>
          <a:xfrm>
            <a:off x="261765" y="779091"/>
            <a:ext cx="3052634" cy="5860248"/>
          </a:xfrm>
          <a:prstGeom prst="rect">
            <a:avLst/>
          </a:prstGeom>
        </p:spPr>
        <p:style>
          <a:lnRef idx="0">
            <a:schemeClr val="accent1"/>
          </a:lnRef>
          <a:fillRef idx="3">
            <a:schemeClr val="accent1"/>
          </a:fillRef>
          <a:effectRef idx="3">
            <a:schemeClr val="accent1"/>
          </a:effectRef>
          <a:fontRef idx="minor">
            <a:schemeClr val="lt1"/>
          </a:fontRef>
        </p:style>
        <p:txBody>
          <a:bodyPr rtlCol="0" anchor="t"/>
          <a:lstStyle/>
          <a:p>
            <a:pPr algn="ctr"/>
            <a:r>
              <a:rPr lang="en-US" sz="2800" b="1" dirty="0"/>
              <a:t>Browser</a:t>
            </a:r>
          </a:p>
        </p:txBody>
      </p:sp>
      <p:sp>
        <p:nvSpPr>
          <p:cNvPr id="5" name="Rectangle: Rounded Corners 4">
            <a:extLst>
              <a:ext uri="{FF2B5EF4-FFF2-40B4-BE49-F238E27FC236}">
                <a16:creationId xmlns:a16="http://schemas.microsoft.com/office/drawing/2014/main" id="{B0780307-B240-4021-BB4A-64B26F59B5FE}"/>
              </a:ext>
            </a:extLst>
          </p:cNvPr>
          <p:cNvSpPr/>
          <p:nvPr/>
        </p:nvSpPr>
        <p:spPr>
          <a:xfrm>
            <a:off x="486477" y="1379017"/>
            <a:ext cx="2541138" cy="2012457"/>
          </a:xfrm>
          <a:prstGeom prst="roundRect">
            <a:avLst/>
          </a:prstGeom>
          <a:solidFill>
            <a:schemeClr val="bg2">
              <a:lumMod val="25000"/>
            </a:schemeClr>
          </a:solidFill>
        </p:spPr>
        <p:style>
          <a:lnRef idx="0">
            <a:schemeClr val="accent4"/>
          </a:lnRef>
          <a:fillRef idx="3">
            <a:schemeClr val="accent4"/>
          </a:fillRef>
          <a:effectRef idx="3">
            <a:schemeClr val="accent4"/>
          </a:effectRef>
          <a:fontRef idx="minor">
            <a:schemeClr val="lt1"/>
          </a:fontRef>
        </p:style>
        <p:txBody>
          <a:bodyPr rtlCol="0" anchor="t"/>
          <a:lstStyle/>
          <a:p>
            <a:pPr algn="ctr"/>
            <a:r>
              <a:rPr lang="en-US" sz="2400"/>
              <a:t>Index.html</a:t>
            </a:r>
            <a:endParaRPr lang="en-US" sz="800" dirty="0"/>
          </a:p>
        </p:txBody>
      </p:sp>
      <p:sp>
        <p:nvSpPr>
          <p:cNvPr id="37" name="TextBox 36">
            <a:extLst>
              <a:ext uri="{FF2B5EF4-FFF2-40B4-BE49-F238E27FC236}">
                <a16:creationId xmlns:a16="http://schemas.microsoft.com/office/drawing/2014/main" id="{F1CA3B23-1EAB-42ED-8E34-871378E65C8A}"/>
              </a:ext>
            </a:extLst>
          </p:cNvPr>
          <p:cNvSpPr txBox="1"/>
          <p:nvPr/>
        </p:nvSpPr>
        <p:spPr>
          <a:xfrm>
            <a:off x="723694" y="2260838"/>
            <a:ext cx="2289581" cy="938719"/>
          </a:xfrm>
          <a:prstGeom prst="rect">
            <a:avLst/>
          </a:prstGeom>
          <a:noFill/>
        </p:spPr>
        <p:txBody>
          <a:bodyPr wrap="square" rtlCol="0">
            <a:spAutoFit/>
          </a:bodyPr>
          <a:lstStyle/>
          <a:p>
            <a:r>
              <a:rPr lang="en-US" sz="1100" dirty="0">
                <a:solidFill>
                  <a:schemeClr val="bg1">
                    <a:lumMod val="95000"/>
                  </a:schemeClr>
                </a:solidFill>
              </a:rPr>
              <a:t>var oView = new sap.ui.view({</a:t>
            </a:r>
          </a:p>
          <a:p>
            <a:r>
              <a:rPr lang="en-US" sz="1100" dirty="0">
                <a:solidFill>
                  <a:schemeClr val="bg1">
                    <a:lumMod val="95000"/>
                  </a:schemeClr>
                </a:solidFill>
              </a:rPr>
              <a:t>       viewName: “</a:t>
            </a:r>
            <a:r>
              <a:rPr lang="en-US" sz="1100" dirty="0" err="1">
                <a:solidFill>
                  <a:schemeClr val="bg1">
                    <a:lumMod val="95000"/>
                  </a:schemeClr>
                </a:solidFill>
              </a:rPr>
              <a:t>donald.view.Main</a:t>
            </a:r>
            <a:r>
              <a:rPr lang="en-US" sz="1100" dirty="0">
                <a:solidFill>
                  <a:schemeClr val="bg1">
                    <a:lumMod val="95000"/>
                  </a:schemeClr>
                </a:solidFill>
              </a:rPr>
              <a:t>",</a:t>
            </a:r>
          </a:p>
          <a:p>
            <a:r>
              <a:rPr lang="en-US" sz="1100" dirty="0">
                <a:solidFill>
                  <a:schemeClr val="bg1">
                    <a:lumMod val="95000"/>
                  </a:schemeClr>
                </a:solidFill>
              </a:rPr>
              <a:t>        type: “JS“</a:t>
            </a:r>
          </a:p>
          <a:p>
            <a:r>
              <a:rPr lang="en-US" sz="1100" dirty="0">
                <a:solidFill>
                  <a:schemeClr val="bg1">
                    <a:lumMod val="95000"/>
                  </a:schemeClr>
                </a:solidFill>
              </a:rPr>
              <a:t>});</a:t>
            </a:r>
          </a:p>
          <a:p>
            <a:endParaRPr lang="en-US" sz="1100" dirty="0"/>
          </a:p>
        </p:txBody>
      </p:sp>
      <p:sp>
        <p:nvSpPr>
          <p:cNvPr id="38" name="Rectangle: Rounded Corners 37">
            <a:extLst>
              <a:ext uri="{FF2B5EF4-FFF2-40B4-BE49-F238E27FC236}">
                <a16:creationId xmlns:a16="http://schemas.microsoft.com/office/drawing/2014/main" id="{DE391331-3499-4F6A-B412-EB022E8BAD0B}"/>
              </a:ext>
            </a:extLst>
          </p:cNvPr>
          <p:cNvSpPr/>
          <p:nvPr/>
        </p:nvSpPr>
        <p:spPr>
          <a:xfrm>
            <a:off x="442731" y="4867388"/>
            <a:ext cx="2603668" cy="1530627"/>
          </a:xfrm>
          <a:prstGeom prst="roundRect">
            <a:avLst/>
          </a:prstGeom>
          <a:solidFill>
            <a:schemeClr val="accent2">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dirty="0"/>
              <a:t>HTML + CSS</a:t>
            </a:r>
          </a:p>
        </p:txBody>
      </p:sp>
      <p:sp>
        <p:nvSpPr>
          <p:cNvPr id="39" name="Rectangle 38">
            <a:extLst>
              <a:ext uri="{FF2B5EF4-FFF2-40B4-BE49-F238E27FC236}">
                <a16:creationId xmlns:a16="http://schemas.microsoft.com/office/drawing/2014/main" id="{0B440F79-09F4-4648-9DA6-E67E5899C98B}"/>
              </a:ext>
            </a:extLst>
          </p:cNvPr>
          <p:cNvSpPr/>
          <p:nvPr/>
        </p:nvSpPr>
        <p:spPr>
          <a:xfrm>
            <a:off x="5017792" y="779091"/>
            <a:ext cx="2286933" cy="5723924"/>
          </a:xfrm>
          <a:prstGeom prst="rect">
            <a:avLst/>
          </a:prstGeom>
        </p:spPr>
        <p:style>
          <a:lnRef idx="0">
            <a:schemeClr val="accent1"/>
          </a:lnRef>
          <a:fillRef idx="3">
            <a:schemeClr val="accent1"/>
          </a:fillRef>
          <a:effectRef idx="3">
            <a:schemeClr val="accent1"/>
          </a:effectRef>
          <a:fontRef idx="minor">
            <a:schemeClr val="lt1"/>
          </a:fontRef>
        </p:style>
        <p:txBody>
          <a:bodyPr rtlCol="0" anchor="t"/>
          <a:lstStyle/>
          <a:p>
            <a:pPr algn="ctr"/>
            <a:r>
              <a:rPr lang="en-US" sz="2000" dirty="0"/>
              <a:t>SAP UI5 Framework</a:t>
            </a:r>
          </a:p>
        </p:txBody>
      </p:sp>
      <p:sp>
        <p:nvSpPr>
          <p:cNvPr id="41" name="Rectangle: Rounded Corners 40">
            <a:extLst>
              <a:ext uri="{FF2B5EF4-FFF2-40B4-BE49-F238E27FC236}">
                <a16:creationId xmlns:a16="http://schemas.microsoft.com/office/drawing/2014/main" id="{5BD67248-E4C5-42DF-B8C7-BA229BC6B2B2}"/>
              </a:ext>
            </a:extLst>
          </p:cNvPr>
          <p:cNvSpPr/>
          <p:nvPr/>
        </p:nvSpPr>
        <p:spPr>
          <a:xfrm>
            <a:off x="9403499" y="4280575"/>
            <a:ext cx="2415371" cy="2201733"/>
          </a:xfrm>
          <a:prstGeom prst="roundRect">
            <a:avLst/>
          </a:prstGeom>
          <a:solidFill>
            <a:schemeClr val="accent2">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dirty="0">
                <a:solidFill>
                  <a:schemeClr val="bg1"/>
                </a:solidFill>
              </a:rPr>
              <a:t>Controller</a:t>
            </a:r>
          </a:p>
          <a:p>
            <a:pPr algn="ctr"/>
            <a:r>
              <a:rPr lang="en-US" sz="2000" dirty="0">
                <a:solidFill>
                  <a:schemeClr val="bg1"/>
                </a:solidFill>
              </a:rPr>
              <a:t>(Main.controller.js)</a:t>
            </a:r>
          </a:p>
          <a:p>
            <a:pPr algn="ctr"/>
            <a:endParaRPr lang="en-US" sz="2000" dirty="0">
              <a:solidFill>
                <a:schemeClr val="bg1"/>
              </a:solidFill>
            </a:endParaRPr>
          </a:p>
          <a:p>
            <a:pPr algn="ctr"/>
            <a:r>
              <a:rPr lang="en-US" sz="1600" b="1" dirty="0" err="1">
                <a:solidFill>
                  <a:schemeClr val="bg1"/>
                </a:solidFill>
              </a:rPr>
              <a:t>onInit</a:t>
            </a:r>
            <a:r>
              <a:rPr lang="en-US" sz="1600" b="1" dirty="0">
                <a:solidFill>
                  <a:schemeClr val="bg1"/>
                </a:solidFill>
              </a:rPr>
              <a:t>() function</a:t>
            </a:r>
            <a:endParaRPr lang="en-US" sz="1400" b="1" dirty="0">
              <a:solidFill>
                <a:schemeClr val="bg1"/>
              </a:solidFill>
            </a:endParaRPr>
          </a:p>
        </p:txBody>
      </p:sp>
      <p:cxnSp>
        <p:nvCxnSpPr>
          <p:cNvPr id="46" name="Straight Arrow Connector 45">
            <a:extLst>
              <a:ext uri="{FF2B5EF4-FFF2-40B4-BE49-F238E27FC236}">
                <a16:creationId xmlns:a16="http://schemas.microsoft.com/office/drawing/2014/main" id="{1D5DEDF7-2018-4253-912A-B7FD1DEE0BFF}"/>
              </a:ext>
            </a:extLst>
          </p:cNvPr>
          <p:cNvCxnSpPr>
            <a:cxnSpLocks/>
          </p:cNvCxnSpPr>
          <p:nvPr/>
        </p:nvCxnSpPr>
        <p:spPr>
          <a:xfrm flipV="1">
            <a:off x="3041375" y="1146297"/>
            <a:ext cx="811661" cy="57842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887E2752-4619-4D19-AB5B-59F230702FDA}"/>
              </a:ext>
            </a:extLst>
          </p:cNvPr>
          <p:cNvCxnSpPr>
            <a:cxnSpLocks/>
          </p:cNvCxnSpPr>
          <p:nvPr/>
        </p:nvCxnSpPr>
        <p:spPr>
          <a:xfrm flipH="1">
            <a:off x="3246589" y="1291214"/>
            <a:ext cx="846568" cy="60193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0" name="Oval 49">
            <a:extLst>
              <a:ext uri="{FF2B5EF4-FFF2-40B4-BE49-F238E27FC236}">
                <a16:creationId xmlns:a16="http://schemas.microsoft.com/office/drawing/2014/main" id="{1D7BEFA4-AA5B-4C29-BA7E-63F6D5C66CB6}"/>
              </a:ext>
            </a:extLst>
          </p:cNvPr>
          <p:cNvSpPr/>
          <p:nvPr/>
        </p:nvSpPr>
        <p:spPr>
          <a:xfrm>
            <a:off x="3320270" y="1235538"/>
            <a:ext cx="477080" cy="47170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1</a:t>
            </a:r>
          </a:p>
        </p:txBody>
      </p:sp>
      <p:sp>
        <p:nvSpPr>
          <p:cNvPr id="62" name="Rectangle: Rounded Corners 61">
            <a:extLst>
              <a:ext uri="{FF2B5EF4-FFF2-40B4-BE49-F238E27FC236}">
                <a16:creationId xmlns:a16="http://schemas.microsoft.com/office/drawing/2014/main" id="{3F9A2858-A15D-4F52-B56F-0565731B911E}"/>
              </a:ext>
            </a:extLst>
          </p:cNvPr>
          <p:cNvSpPr/>
          <p:nvPr/>
        </p:nvSpPr>
        <p:spPr>
          <a:xfrm>
            <a:off x="4046660" y="3400753"/>
            <a:ext cx="1617594" cy="1036947"/>
          </a:xfrm>
          <a:prstGeom prst="roundRect">
            <a:avLst/>
          </a:prstGeom>
          <a:solidFill>
            <a:schemeClr val="accent2">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Renderer</a:t>
            </a:r>
          </a:p>
        </p:txBody>
      </p:sp>
      <p:cxnSp>
        <p:nvCxnSpPr>
          <p:cNvPr id="69" name="Connector: Elbow 68">
            <a:extLst>
              <a:ext uri="{FF2B5EF4-FFF2-40B4-BE49-F238E27FC236}">
                <a16:creationId xmlns:a16="http://schemas.microsoft.com/office/drawing/2014/main" id="{28F2F02A-6C38-4919-B91C-BC21A0C09076}"/>
              </a:ext>
            </a:extLst>
          </p:cNvPr>
          <p:cNvCxnSpPr>
            <a:cxnSpLocks/>
          </p:cNvCxnSpPr>
          <p:nvPr/>
        </p:nvCxnSpPr>
        <p:spPr>
          <a:xfrm rot="10800000" flipV="1">
            <a:off x="3073164" y="3906151"/>
            <a:ext cx="1000261" cy="1713475"/>
          </a:xfrm>
          <a:prstGeom prst="bentConnector3">
            <a:avLst/>
          </a:prstGeom>
          <a:ln w="38100">
            <a:tailEnd type="triangle"/>
          </a:ln>
        </p:spPr>
        <p:style>
          <a:lnRef idx="3">
            <a:schemeClr val="dk1"/>
          </a:lnRef>
          <a:fillRef idx="0">
            <a:schemeClr val="dk1"/>
          </a:fillRef>
          <a:effectRef idx="2">
            <a:schemeClr val="dk1"/>
          </a:effectRef>
          <a:fontRef idx="minor">
            <a:schemeClr val="tx1"/>
          </a:fontRef>
        </p:style>
      </p:cxnSp>
      <p:sp>
        <p:nvSpPr>
          <p:cNvPr id="4" name="Hexagon 3">
            <a:extLst>
              <a:ext uri="{FF2B5EF4-FFF2-40B4-BE49-F238E27FC236}">
                <a16:creationId xmlns:a16="http://schemas.microsoft.com/office/drawing/2014/main" id="{03E903AD-43BE-4D4C-BE03-999D77829CD9}"/>
              </a:ext>
            </a:extLst>
          </p:cNvPr>
          <p:cNvSpPr/>
          <p:nvPr/>
        </p:nvSpPr>
        <p:spPr>
          <a:xfrm>
            <a:off x="3842396" y="647213"/>
            <a:ext cx="913157" cy="731804"/>
          </a:xfrm>
          <a:prstGeom prst="hexag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CDN</a:t>
            </a:r>
          </a:p>
        </p:txBody>
      </p:sp>
      <p:sp>
        <p:nvSpPr>
          <p:cNvPr id="36" name="Rectangle: Rounded Corners 35">
            <a:extLst>
              <a:ext uri="{FF2B5EF4-FFF2-40B4-BE49-F238E27FC236}">
                <a16:creationId xmlns:a16="http://schemas.microsoft.com/office/drawing/2014/main" id="{8B086E77-FDC3-42CB-8830-964616FF9885}"/>
              </a:ext>
            </a:extLst>
          </p:cNvPr>
          <p:cNvSpPr/>
          <p:nvPr/>
        </p:nvSpPr>
        <p:spPr>
          <a:xfrm>
            <a:off x="9049302" y="774350"/>
            <a:ext cx="2286933" cy="2201733"/>
          </a:xfrm>
          <a:prstGeom prst="roundRect">
            <a:avLst/>
          </a:prstGeom>
          <a:solidFill>
            <a:schemeClr val="accent2">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sz="2000" dirty="0">
                <a:solidFill>
                  <a:schemeClr val="bg1"/>
                </a:solidFill>
              </a:rPr>
              <a:t>View</a:t>
            </a:r>
          </a:p>
          <a:p>
            <a:pPr algn="ctr"/>
            <a:r>
              <a:rPr lang="en-US" sz="2000" dirty="0">
                <a:solidFill>
                  <a:schemeClr val="bg1"/>
                </a:solidFill>
              </a:rPr>
              <a:t>(Main.view.js)</a:t>
            </a:r>
          </a:p>
          <a:p>
            <a:pPr algn="ctr"/>
            <a:endParaRPr lang="en-US" sz="2000" dirty="0">
              <a:solidFill>
                <a:schemeClr val="bg1"/>
              </a:solidFill>
            </a:endParaRPr>
          </a:p>
          <a:p>
            <a:pPr algn="ctr"/>
            <a:r>
              <a:rPr lang="en-US" sz="1400" b="1" dirty="0" err="1">
                <a:solidFill>
                  <a:schemeClr val="bg1"/>
                </a:solidFill>
              </a:rPr>
              <a:t>controllerName</a:t>
            </a:r>
            <a:r>
              <a:rPr lang="en-US" sz="1400" b="1" dirty="0">
                <a:solidFill>
                  <a:schemeClr val="bg1"/>
                </a:solidFill>
              </a:rPr>
              <a:t>=“…”</a:t>
            </a:r>
          </a:p>
        </p:txBody>
      </p:sp>
      <p:sp>
        <p:nvSpPr>
          <p:cNvPr id="44" name="Oval 43">
            <a:extLst>
              <a:ext uri="{FF2B5EF4-FFF2-40B4-BE49-F238E27FC236}">
                <a16:creationId xmlns:a16="http://schemas.microsoft.com/office/drawing/2014/main" id="{92A7D927-8EFF-42E4-8E3C-995152719B98}"/>
              </a:ext>
            </a:extLst>
          </p:cNvPr>
          <p:cNvSpPr/>
          <p:nvPr/>
        </p:nvSpPr>
        <p:spPr>
          <a:xfrm>
            <a:off x="4537094" y="2373182"/>
            <a:ext cx="420565" cy="47170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2</a:t>
            </a:r>
          </a:p>
        </p:txBody>
      </p:sp>
      <p:sp>
        <p:nvSpPr>
          <p:cNvPr id="68" name="Oval 67">
            <a:extLst>
              <a:ext uri="{FF2B5EF4-FFF2-40B4-BE49-F238E27FC236}">
                <a16:creationId xmlns:a16="http://schemas.microsoft.com/office/drawing/2014/main" id="{2E6192F3-8C8D-4B83-B907-93B09D8CB6B9}"/>
              </a:ext>
            </a:extLst>
          </p:cNvPr>
          <p:cNvSpPr/>
          <p:nvPr/>
        </p:nvSpPr>
        <p:spPr>
          <a:xfrm>
            <a:off x="6913271" y="1470982"/>
            <a:ext cx="477080" cy="47170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3</a:t>
            </a:r>
          </a:p>
        </p:txBody>
      </p:sp>
      <p:sp>
        <p:nvSpPr>
          <p:cNvPr id="70" name="Oval 69">
            <a:extLst>
              <a:ext uri="{FF2B5EF4-FFF2-40B4-BE49-F238E27FC236}">
                <a16:creationId xmlns:a16="http://schemas.microsoft.com/office/drawing/2014/main" id="{E8939CDF-9035-4A2A-99AA-7AD196BF63B7}"/>
              </a:ext>
            </a:extLst>
          </p:cNvPr>
          <p:cNvSpPr/>
          <p:nvPr/>
        </p:nvSpPr>
        <p:spPr>
          <a:xfrm>
            <a:off x="9105002" y="6143820"/>
            <a:ext cx="245429" cy="25523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5</a:t>
            </a:r>
          </a:p>
        </p:txBody>
      </p:sp>
      <p:sp>
        <p:nvSpPr>
          <p:cNvPr id="72" name="Oval 71">
            <a:extLst>
              <a:ext uri="{FF2B5EF4-FFF2-40B4-BE49-F238E27FC236}">
                <a16:creationId xmlns:a16="http://schemas.microsoft.com/office/drawing/2014/main" id="{3F426DAC-9E9E-48B9-A482-AF194AA3BA99}"/>
              </a:ext>
            </a:extLst>
          </p:cNvPr>
          <p:cNvSpPr/>
          <p:nvPr/>
        </p:nvSpPr>
        <p:spPr>
          <a:xfrm>
            <a:off x="6887075" y="5071303"/>
            <a:ext cx="245429" cy="25523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4</a:t>
            </a:r>
          </a:p>
        </p:txBody>
      </p:sp>
      <p:cxnSp>
        <p:nvCxnSpPr>
          <p:cNvPr id="18" name="Connector: Elbow 17">
            <a:extLst>
              <a:ext uri="{FF2B5EF4-FFF2-40B4-BE49-F238E27FC236}">
                <a16:creationId xmlns:a16="http://schemas.microsoft.com/office/drawing/2014/main" id="{5D41F990-F90B-4CC3-B4BF-0551595E3EC4}"/>
              </a:ext>
            </a:extLst>
          </p:cNvPr>
          <p:cNvCxnSpPr>
            <a:cxnSpLocks/>
          </p:cNvCxnSpPr>
          <p:nvPr/>
        </p:nvCxnSpPr>
        <p:spPr>
          <a:xfrm flipV="1">
            <a:off x="7315200" y="2950259"/>
            <a:ext cx="2792197" cy="506039"/>
          </a:xfrm>
          <a:prstGeom prst="bentConnector3">
            <a:avLst>
              <a:gd name="adj1" fmla="val 100487"/>
            </a:avLst>
          </a:prstGeom>
          <a:ln w="38100">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99176D90-D842-4D95-88A2-C3D4D68A232F}"/>
              </a:ext>
            </a:extLst>
          </p:cNvPr>
          <p:cNvSpPr txBox="1"/>
          <p:nvPr/>
        </p:nvSpPr>
        <p:spPr>
          <a:xfrm>
            <a:off x="7238163" y="2937947"/>
            <a:ext cx="2774705" cy="52322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400" dirty="0"/>
              <a:t>The object of the controller get all the controls </a:t>
            </a:r>
            <a:r>
              <a:rPr lang="en-US" sz="1200" dirty="0"/>
              <a:t>.</a:t>
            </a:r>
          </a:p>
        </p:txBody>
      </p:sp>
      <p:cxnSp>
        <p:nvCxnSpPr>
          <p:cNvPr id="25" name="Connector: Elbow 24">
            <a:extLst>
              <a:ext uri="{FF2B5EF4-FFF2-40B4-BE49-F238E27FC236}">
                <a16:creationId xmlns:a16="http://schemas.microsoft.com/office/drawing/2014/main" id="{F5DC1403-BC37-4F56-9E00-FF542F0389EF}"/>
              </a:ext>
            </a:extLst>
          </p:cNvPr>
          <p:cNvCxnSpPr>
            <a:cxnSpLocks/>
          </p:cNvCxnSpPr>
          <p:nvPr/>
        </p:nvCxnSpPr>
        <p:spPr>
          <a:xfrm rot="10800000" flipV="1">
            <a:off x="5691019" y="2958777"/>
            <a:ext cx="5320522" cy="1128235"/>
          </a:xfrm>
          <a:prstGeom prst="bentConnector3">
            <a:avLst>
              <a:gd name="adj1" fmla="val -1022"/>
            </a:avLst>
          </a:prstGeom>
          <a:ln w="38100">
            <a:tailEnd type="triangle"/>
          </a:ln>
        </p:spPr>
        <p:style>
          <a:lnRef idx="3">
            <a:schemeClr val="dk1"/>
          </a:lnRef>
          <a:fillRef idx="0">
            <a:schemeClr val="dk1"/>
          </a:fillRef>
          <a:effectRef idx="2">
            <a:schemeClr val="dk1"/>
          </a:effectRef>
          <a:fontRef idx="minor">
            <a:schemeClr val="tx1"/>
          </a:fontRef>
        </p:style>
      </p:cxnSp>
      <p:sp>
        <p:nvSpPr>
          <p:cNvPr id="32" name="TextBox 31">
            <a:extLst>
              <a:ext uri="{FF2B5EF4-FFF2-40B4-BE49-F238E27FC236}">
                <a16:creationId xmlns:a16="http://schemas.microsoft.com/office/drawing/2014/main" id="{E7370C54-F8AF-4BE4-9F48-55988B3117CC}"/>
              </a:ext>
            </a:extLst>
          </p:cNvPr>
          <p:cNvSpPr txBox="1"/>
          <p:nvPr/>
        </p:nvSpPr>
        <p:spPr>
          <a:xfrm>
            <a:off x="7395538" y="3787815"/>
            <a:ext cx="4063981"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400" dirty="0"/>
              <a:t>The view returns all the controls to the renderer </a:t>
            </a:r>
          </a:p>
        </p:txBody>
      </p:sp>
      <p:sp>
        <p:nvSpPr>
          <p:cNvPr id="73" name="TextBox 72">
            <a:extLst>
              <a:ext uri="{FF2B5EF4-FFF2-40B4-BE49-F238E27FC236}">
                <a16:creationId xmlns:a16="http://schemas.microsoft.com/office/drawing/2014/main" id="{0934A027-03E8-4A56-BB21-29A5158602AB}"/>
              </a:ext>
            </a:extLst>
          </p:cNvPr>
          <p:cNvSpPr txBox="1"/>
          <p:nvPr/>
        </p:nvSpPr>
        <p:spPr>
          <a:xfrm>
            <a:off x="3821596" y="4486528"/>
            <a:ext cx="1237902" cy="116955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400" dirty="0"/>
              <a:t>The renderer converts it into browser friendly language</a:t>
            </a:r>
          </a:p>
        </p:txBody>
      </p:sp>
      <p:sp>
        <p:nvSpPr>
          <p:cNvPr id="74" name="Oval 73">
            <a:extLst>
              <a:ext uri="{FF2B5EF4-FFF2-40B4-BE49-F238E27FC236}">
                <a16:creationId xmlns:a16="http://schemas.microsoft.com/office/drawing/2014/main" id="{971ECB8A-7B7C-4821-9A83-4AB742484F95}"/>
              </a:ext>
            </a:extLst>
          </p:cNvPr>
          <p:cNvSpPr/>
          <p:nvPr/>
        </p:nvSpPr>
        <p:spPr>
          <a:xfrm>
            <a:off x="10177670" y="2968825"/>
            <a:ext cx="316183" cy="34131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6</a:t>
            </a:r>
          </a:p>
        </p:txBody>
      </p:sp>
      <p:sp>
        <p:nvSpPr>
          <p:cNvPr id="75" name="Oval 74">
            <a:extLst>
              <a:ext uri="{FF2B5EF4-FFF2-40B4-BE49-F238E27FC236}">
                <a16:creationId xmlns:a16="http://schemas.microsoft.com/office/drawing/2014/main" id="{5C1783CB-79C1-418D-B75A-C82812079172}"/>
              </a:ext>
            </a:extLst>
          </p:cNvPr>
          <p:cNvSpPr/>
          <p:nvPr/>
        </p:nvSpPr>
        <p:spPr>
          <a:xfrm>
            <a:off x="10961194" y="3473097"/>
            <a:ext cx="268781" cy="34131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7</a:t>
            </a:r>
          </a:p>
        </p:txBody>
      </p:sp>
      <p:sp>
        <p:nvSpPr>
          <p:cNvPr id="76" name="Oval 75">
            <a:extLst>
              <a:ext uri="{FF2B5EF4-FFF2-40B4-BE49-F238E27FC236}">
                <a16:creationId xmlns:a16="http://schemas.microsoft.com/office/drawing/2014/main" id="{2DA10F26-8FFB-4FF5-9038-5A85F7F0C6A5}"/>
              </a:ext>
            </a:extLst>
          </p:cNvPr>
          <p:cNvSpPr/>
          <p:nvPr/>
        </p:nvSpPr>
        <p:spPr>
          <a:xfrm>
            <a:off x="3648183" y="3494840"/>
            <a:ext cx="316183" cy="34131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8</a:t>
            </a:r>
          </a:p>
        </p:txBody>
      </p:sp>
      <p:cxnSp>
        <p:nvCxnSpPr>
          <p:cNvPr id="87" name="Straight Arrow Connector 86">
            <a:extLst>
              <a:ext uri="{FF2B5EF4-FFF2-40B4-BE49-F238E27FC236}">
                <a16:creationId xmlns:a16="http://schemas.microsoft.com/office/drawing/2014/main" id="{740525CA-DEFA-4532-B046-72B66890FEB2}"/>
              </a:ext>
            </a:extLst>
          </p:cNvPr>
          <p:cNvCxnSpPr>
            <a:cxnSpLocks/>
          </p:cNvCxnSpPr>
          <p:nvPr/>
        </p:nvCxnSpPr>
        <p:spPr>
          <a:xfrm>
            <a:off x="7304725" y="1555312"/>
            <a:ext cx="1800277"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88" name="TextBox 87">
            <a:extLst>
              <a:ext uri="{FF2B5EF4-FFF2-40B4-BE49-F238E27FC236}">
                <a16:creationId xmlns:a16="http://schemas.microsoft.com/office/drawing/2014/main" id="{8CDFBBD6-9B5B-4750-AD99-0E81B8DABCCE}"/>
              </a:ext>
            </a:extLst>
          </p:cNvPr>
          <p:cNvSpPr txBox="1"/>
          <p:nvPr/>
        </p:nvSpPr>
        <p:spPr>
          <a:xfrm>
            <a:off x="7278267" y="972627"/>
            <a:ext cx="1924196" cy="523220"/>
          </a:xfrm>
          <a:prstGeom prst="rect">
            <a:avLst/>
          </a:prstGeom>
          <a:noFill/>
        </p:spPr>
        <p:txBody>
          <a:bodyPr wrap="square" rtlCol="0">
            <a:spAutoFit/>
          </a:bodyPr>
          <a:lstStyle/>
          <a:p>
            <a:r>
              <a:rPr lang="en-US" sz="1400" dirty="0">
                <a:solidFill>
                  <a:schemeClr val="tx1"/>
                </a:solidFill>
              </a:rPr>
              <a:t>Call the controller Name</a:t>
            </a:r>
          </a:p>
        </p:txBody>
      </p:sp>
      <p:cxnSp>
        <p:nvCxnSpPr>
          <p:cNvPr id="90" name="Straight Arrow Connector 89">
            <a:extLst>
              <a:ext uri="{FF2B5EF4-FFF2-40B4-BE49-F238E27FC236}">
                <a16:creationId xmlns:a16="http://schemas.microsoft.com/office/drawing/2014/main" id="{AF28DA10-365C-40B9-B455-1A8AEDD4700E}"/>
              </a:ext>
            </a:extLst>
          </p:cNvPr>
          <p:cNvCxnSpPr>
            <a:cxnSpLocks/>
          </p:cNvCxnSpPr>
          <p:nvPr/>
        </p:nvCxnSpPr>
        <p:spPr>
          <a:xfrm flipH="1" flipV="1">
            <a:off x="6929331" y="2364785"/>
            <a:ext cx="2376063" cy="16794"/>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91" name="TextBox 90">
            <a:extLst>
              <a:ext uri="{FF2B5EF4-FFF2-40B4-BE49-F238E27FC236}">
                <a16:creationId xmlns:a16="http://schemas.microsoft.com/office/drawing/2014/main" id="{373F9830-7595-4109-A770-6347187152A2}"/>
              </a:ext>
            </a:extLst>
          </p:cNvPr>
          <p:cNvSpPr txBox="1"/>
          <p:nvPr/>
        </p:nvSpPr>
        <p:spPr>
          <a:xfrm>
            <a:off x="7238163" y="1858359"/>
            <a:ext cx="2153479" cy="523220"/>
          </a:xfrm>
          <a:prstGeom prst="rect">
            <a:avLst/>
          </a:prstGeom>
          <a:noFill/>
        </p:spPr>
        <p:txBody>
          <a:bodyPr wrap="square" rtlCol="0">
            <a:spAutoFit/>
          </a:bodyPr>
          <a:lstStyle/>
          <a:p>
            <a:r>
              <a:rPr lang="en-US" sz="1400" dirty="0">
                <a:solidFill>
                  <a:schemeClr val="tx1"/>
                </a:solidFill>
              </a:rPr>
              <a:t>It will return controller name to the framework</a:t>
            </a:r>
          </a:p>
        </p:txBody>
      </p:sp>
      <p:sp>
        <p:nvSpPr>
          <p:cNvPr id="92" name="TextBox 91">
            <a:extLst>
              <a:ext uri="{FF2B5EF4-FFF2-40B4-BE49-F238E27FC236}">
                <a16:creationId xmlns:a16="http://schemas.microsoft.com/office/drawing/2014/main" id="{7438E0B1-7C65-4934-BD0A-23E806D85FFF}"/>
              </a:ext>
            </a:extLst>
          </p:cNvPr>
          <p:cNvSpPr txBox="1"/>
          <p:nvPr/>
        </p:nvSpPr>
        <p:spPr>
          <a:xfrm>
            <a:off x="5259665" y="1552534"/>
            <a:ext cx="1672670" cy="1077218"/>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1600" dirty="0">
                <a:solidFill>
                  <a:schemeClr val="tx1"/>
                </a:solidFill>
              </a:rPr>
              <a:t>The framework starts to find the controller with the same name</a:t>
            </a:r>
          </a:p>
        </p:txBody>
      </p:sp>
      <p:cxnSp>
        <p:nvCxnSpPr>
          <p:cNvPr id="96" name="Straight Arrow Connector 95">
            <a:extLst>
              <a:ext uri="{FF2B5EF4-FFF2-40B4-BE49-F238E27FC236}">
                <a16:creationId xmlns:a16="http://schemas.microsoft.com/office/drawing/2014/main" id="{6BB4C21B-5E81-46FD-90DC-D5ACA7B24AA4}"/>
              </a:ext>
            </a:extLst>
          </p:cNvPr>
          <p:cNvCxnSpPr>
            <a:cxnSpLocks/>
          </p:cNvCxnSpPr>
          <p:nvPr/>
        </p:nvCxnSpPr>
        <p:spPr>
          <a:xfrm>
            <a:off x="3273215" y="2976083"/>
            <a:ext cx="178352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00" name="TextBox 99">
            <a:extLst>
              <a:ext uri="{FF2B5EF4-FFF2-40B4-BE49-F238E27FC236}">
                <a16:creationId xmlns:a16="http://schemas.microsoft.com/office/drawing/2014/main" id="{D6524E07-549E-4A25-BAAE-4EB9070B9635}"/>
              </a:ext>
            </a:extLst>
          </p:cNvPr>
          <p:cNvSpPr txBox="1"/>
          <p:nvPr/>
        </p:nvSpPr>
        <p:spPr>
          <a:xfrm>
            <a:off x="3379832" y="2678580"/>
            <a:ext cx="1879833" cy="307777"/>
          </a:xfrm>
          <a:prstGeom prst="rect">
            <a:avLst/>
          </a:prstGeom>
          <a:noFill/>
        </p:spPr>
        <p:txBody>
          <a:bodyPr wrap="square" rtlCol="0">
            <a:spAutoFit/>
          </a:bodyPr>
          <a:lstStyle/>
          <a:p>
            <a:r>
              <a:rPr lang="en-US" sz="1400" dirty="0"/>
              <a:t>Loads the view</a:t>
            </a:r>
          </a:p>
        </p:txBody>
      </p:sp>
      <p:cxnSp>
        <p:nvCxnSpPr>
          <p:cNvPr id="102" name="Straight Arrow Connector 101">
            <a:extLst>
              <a:ext uri="{FF2B5EF4-FFF2-40B4-BE49-F238E27FC236}">
                <a16:creationId xmlns:a16="http://schemas.microsoft.com/office/drawing/2014/main" id="{1788FF2C-1DAD-410B-82F9-EA34973314C5}"/>
              </a:ext>
            </a:extLst>
          </p:cNvPr>
          <p:cNvCxnSpPr>
            <a:cxnSpLocks/>
          </p:cNvCxnSpPr>
          <p:nvPr/>
        </p:nvCxnSpPr>
        <p:spPr>
          <a:xfrm>
            <a:off x="7304725" y="4954682"/>
            <a:ext cx="205127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03" name="TextBox 102">
            <a:extLst>
              <a:ext uri="{FF2B5EF4-FFF2-40B4-BE49-F238E27FC236}">
                <a16:creationId xmlns:a16="http://schemas.microsoft.com/office/drawing/2014/main" id="{B71F2116-8EC9-4987-8ABB-A45739531190}"/>
              </a:ext>
            </a:extLst>
          </p:cNvPr>
          <p:cNvSpPr txBox="1"/>
          <p:nvPr/>
        </p:nvSpPr>
        <p:spPr>
          <a:xfrm>
            <a:off x="7315200" y="4475708"/>
            <a:ext cx="2112329" cy="523220"/>
          </a:xfrm>
          <a:prstGeom prst="rect">
            <a:avLst/>
          </a:prstGeom>
          <a:noFill/>
        </p:spPr>
        <p:txBody>
          <a:bodyPr wrap="square" rtlCol="0">
            <a:spAutoFit/>
          </a:bodyPr>
          <a:lstStyle/>
          <a:p>
            <a:r>
              <a:rPr lang="en-US" sz="1400" dirty="0">
                <a:solidFill>
                  <a:schemeClr val="tx1"/>
                </a:solidFill>
              </a:rPr>
              <a:t>Create the controller object</a:t>
            </a:r>
          </a:p>
        </p:txBody>
      </p:sp>
      <p:cxnSp>
        <p:nvCxnSpPr>
          <p:cNvPr id="105" name="Straight Arrow Connector 104">
            <a:extLst>
              <a:ext uri="{FF2B5EF4-FFF2-40B4-BE49-F238E27FC236}">
                <a16:creationId xmlns:a16="http://schemas.microsoft.com/office/drawing/2014/main" id="{DEE00BF8-F3A2-45CB-8BE1-DFAE5D4745C4}"/>
              </a:ext>
            </a:extLst>
          </p:cNvPr>
          <p:cNvCxnSpPr>
            <a:cxnSpLocks/>
          </p:cNvCxnSpPr>
          <p:nvPr/>
        </p:nvCxnSpPr>
        <p:spPr>
          <a:xfrm>
            <a:off x="7304725" y="5502191"/>
            <a:ext cx="2104498"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06" name="TextBox 105">
            <a:extLst>
              <a:ext uri="{FF2B5EF4-FFF2-40B4-BE49-F238E27FC236}">
                <a16:creationId xmlns:a16="http://schemas.microsoft.com/office/drawing/2014/main" id="{1EC1B64F-2DFC-430E-90D4-ADB6855F2C78}"/>
              </a:ext>
            </a:extLst>
          </p:cNvPr>
          <p:cNvSpPr txBox="1"/>
          <p:nvPr/>
        </p:nvSpPr>
        <p:spPr>
          <a:xfrm>
            <a:off x="7226429" y="5244700"/>
            <a:ext cx="2510896" cy="523220"/>
          </a:xfrm>
          <a:prstGeom prst="rect">
            <a:avLst/>
          </a:prstGeom>
          <a:noFill/>
        </p:spPr>
        <p:txBody>
          <a:bodyPr wrap="square" rtlCol="0">
            <a:spAutoFit/>
          </a:bodyPr>
          <a:lstStyle/>
          <a:p>
            <a:r>
              <a:rPr lang="en-US" sz="1400" dirty="0">
                <a:solidFill>
                  <a:schemeClr val="tx1"/>
                </a:solidFill>
              </a:rPr>
              <a:t>Call the constructor of controller </a:t>
            </a:r>
          </a:p>
        </p:txBody>
      </p:sp>
      <p:cxnSp>
        <p:nvCxnSpPr>
          <p:cNvPr id="108" name="Straight Arrow Connector 107">
            <a:extLst>
              <a:ext uri="{FF2B5EF4-FFF2-40B4-BE49-F238E27FC236}">
                <a16:creationId xmlns:a16="http://schemas.microsoft.com/office/drawing/2014/main" id="{2C903872-92CF-4D04-A562-05EDBB550F59}"/>
              </a:ext>
            </a:extLst>
          </p:cNvPr>
          <p:cNvCxnSpPr>
            <a:cxnSpLocks/>
          </p:cNvCxnSpPr>
          <p:nvPr/>
        </p:nvCxnSpPr>
        <p:spPr>
          <a:xfrm flipH="1">
            <a:off x="7304725" y="6096000"/>
            <a:ext cx="205127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09" name="TextBox 108">
            <a:extLst>
              <a:ext uri="{FF2B5EF4-FFF2-40B4-BE49-F238E27FC236}">
                <a16:creationId xmlns:a16="http://schemas.microsoft.com/office/drawing/2014/main" id="{6ED0D406-A3E9-4887-9EC8-BC8DC1F4FE3D}"/>
              </a:ext>
            </a:extLst>
          </p:cNvPr>
          <p:cNvSpPr txBox="1"/>
          <p:nvPr/>
        </p:nvSpPr>
        <p:spPr>
          <a:xfrm>
            <a:off x="7304725" y="6061187"/>
            <a:ext cx="2227212" cy="523220"/>
          </a:xfrm>
          <a:prstGeom prst="rect">
            <a:avLst/>
          </a:prstGeom>
          <a:noFill/>
        </p:spPr>
        <p:txBody>
          <a:bodyPr wrap="square" rtlCol="0">
            <a:spAutoFit/>
          </a:bodyPr>
          <a:lstStyle/>
          <a:p>
            <a:r>
              <a:rPr lang="en-US" sz="1400" dirty="0">
                <a:solidFill>
                  <a:schemeClr val="tx1"/>
                </a:solidFill>
              </a:rPr>
              <a:t>Get the object of the controller</a:t>
            </a:r>
          </a:p>
        </p:txBody>
      </p:sp>
      <p:sp>
        <p:nvSpPr>
          <p:cNvPr id="135" name="Left Brace 134">
            <a:extLst>
              <a:ext uri="{FF2B5EF4-FFF2-40B4-BE49-F238E27FC236}">
                <a16:creationId xmlns:a16="http://schemas.microsoft.com/office/drawing/2014/main" id="{EDD5419E-08AB-466D-BBC1-54CC984AD173}"/>
              </a:ext>
            </a:extLst>
          </p:cNvPr>
          <p:cNvSpPr/>
          <p:nvPr/>
        </p:nvSpPr>
        <p:spPr>
          <a:xfrm>
            <a:off x="7132504" y="4931684"/>
            <a:ext cx="145763" cy="523220"/>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48D1417-4BD7-029D-059C-059662BCC1FB}"/>
                  </a:ext>
                </a:extLst>
              </p14:cNvPr>
              <p14:cNvContentPartPr/>
              <p14:nvPr/>
            </p14:nvContentPartPr>
            <p14:xfrm>
              <a:off x="5994239" y="5553022"/>
              <a:ext cx="699840" cy="530280"/>
            </p14:xfrm>
          </p:contentPart>
        </mc:Choice>
        <mc:Fallback xmlns="">
          <p:pic>
            <p:nvPicPr>
              <p:cNvPr id="2" name="Ink 1">
                <a:extLst>
                  <a:ext uri="{FF2B5EF4-FFF2-40B4-BE49-F238E27FC236}">
                    <a16:creationId xmlns:a16="http://schemas.microsoft.com/office/drawing/2014/main" id="{C48D1417-4BD7-029D-059C-059662BCC1FB}"/>
                  </a:ext>
                </a:extLst>
              </p:cNvPr>
              <p:cNvPicPr/>
              <p:nvPr/>
            </p:nvPicPr>
            <p:blipFill>
              <a:blip r:embed="rId4"/>
              <a:stretch>
                <a:fillRect/>
              </a:stretch>
            </p:blipFill>
            <p:spPr>
              <a:xfrm>
                <a:off x="5985599" y="5544022"/>
                <a:ext cx="717480" cy="547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2FDD0D14-953C-2F09-1D72-72B1E2A9B66F}"/>
                  </a:ext>
                </a:extLst>
              </p14:cNvPr>
              <p14:cNvContentPartPr/>
              <p14:nvPr/>
            </p14:nvContentPartPr>
            <p14:xfrm>
              <a:off x="6277559" y="5761822"/>
              <a:ext cx="238320" cy="205200"/>
            </p14:xfrm>
          </p:contentPart>
        </mc:Choice>
        <mc:Fallback xmlns="">
          <p:pic>
            <p:nvPicPr>
              <p:cNvPr id="6" name="Ink 5">
                <a:extLst>
                  <a:ext uri="{FF2B5EF4-FFF2-40B4-BE49-F238E27FC236}">
                    <a16:creationId xmlns:a16="http://schemas.microsoft.com/office/drawing/2014/main" id="{2FDD0D14-953C-2F09-1D72-72B1E2A9B66F}"/>
                  </a:ext>
                </a:extLst>
              </p:cNvPr>
              <p:cNvPicPr/>
              <p:nvPr/>
            </p:nvPicPr>
            <p:blipFill>
              <a:blip r:embed="rId6"/>
              <a:stretch>
                <a:fillRect/>
              </a:stretch>
            </p:blipFill>
            <p:spPr>
              <a:xfrm>
                <a:off x="6268559" y="5752822"/>
                <a:ext cx="2559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6271862D-7E5E-EB10-A83B-390B5986AA9C}"/>
                  </a:ext>
                </a:extLst>
              </p14:cNvPr>
              <p14:cNvContentPartPr/>
              <p14:nvPr/>
            </p14:nvContentPartPr>
            <p14:xfrm>
              <a:off x="8891879" y="2491222"/>
              <a:ext cx="208440" cy="176400"/>
            </p14:xfrm>
          </p:contentPart>
        </mc:Choice>
        <mc:Fallback xmlns="">
          <p:pic>
            <p:nvPicPr>
              <p:cNvPr id="10" name="Ink 9">
                <a:extLst>
                  <a:ext uri="{FF2B5EF4-FFF2-40B4-BE49-F238E27FC236}">
                    <a16:creationId xmlns:a16="http://schemas.microsoft.com/office/drawing/2014/main" id="{6271862D-7E5E-EB10-A83B-390B5986AA9C}"/>
                  </a:ext>
                </a:extLst>
              </p:cNvPr>
              <p:cNvPicPr/>
              <p:nvPr/>
            </p:nvPicPr>
            <p:blipFill>
              <a:blip r:embed="rId8"/>
              <a:stretch>
                <a:fillRect/>
              </a:stretch>
            </p:blipFill>
            <p:spPr>
              <a:xfrm>
                <a:off x="8883239" y="2482582"/>
                <a:ext cx="2260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386B22E2-DCEA-002E-35B2-B7BFD8CAF98A}"/>
                  </a:ext>
                </a:extLst>
              </p14:cNvPr>
              <p14:cNvContentPartPr/>
              <p14:nvPr/>
            </p14:nvContentPartPr>
            <p14:xfrm>
              <a:off x="6892799" y="2522182"/>
              <a:ext cx="263160" cy="192960"/>
            </p14:xfrm>
          </p:contentPart>
        </mc:Choice>
        <mc:Fallback xmlns="">
          <p:pic>
            <p:nvPicPr>
              <p:cNvPr id="16" name="Ink 15">
                <a:extLst>
                  <a:ext uri="{FF2B5EF4-FFF2-40B4-BE49-F238E27FC236}">
                    <a16:creationId xmlns:a16="http://schemas.microsoft.com/office/drawing/2014/main" id="{386B22E2-DCEA-002E-35B2-B7BFD8CAF98A}"/>
                  </a:ext>
                </a:extLst>
              </p:cNvPr>
              <p:cNvPicPr/>
              <p:nvPr/>
            </p:nvPicPr>
            <p:blipFill>
              <a:blip r:embed="rId10"/>
              <a:stretch>
                <a:fillRect/>
              </a:stretch>
            </p:blipFill>
            <p:spPr>
              <a:xfrm>
                <a:off x="6883799" y="2513182"/>
                <a:ext cx="28080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1" name="Ink 30">
                <a:extLst>
                  <a:ext uri="{FF2B5EF4-FFF2-40B4-BE49-F238E27FC236}">
                    <a16:creationId xmlns:a16="http://schemas.microsoft.com/office/drawing/2014/main" id="{5C370612-66FA-CCEE-9AD2-BDDAC7A756ED}"/>
                  </a:ext>
                </a:extLst>
              </p14:cNvPr>
              <p14:cNvContentPartPr/>
              <p14:nvPr/>
            </p14:nvContentPartPr>
            <p14:xfrm>
              <a:off x="1006439" y="5909782"/>
              <a:ext cx="1609920" cy="25560"/>
            </p14:xfrm>
          </p:contentPart>
        </mc:Choice>
        <mc:Fallback xmlns="">
          <p:pic>
            <p:nvPicPr>
              <p:cNvPr id="31" name="Ink 30">
                <a:extLst>
                  <a:ext uri="{FF2B5EF4-FFF2-40B4-BE49-F238E27FC236}">
                    <a16:creationId xmlns:a16="http://schemas.microsoft.com/office/drawing/2014/main" id="{5C370612-66FA-CCEE-9AD2-BDDAC7A756ED}"/>
                  </a:ext>
                </a:extLst>
              </p:cNvPr>
              <p:cNvPicPr/>
              <p:nvPr/>
            </p:nvPicPr>
            <p:blipFill>
              <a:blip r:embed="rId12"/>
              <a:stretch>
                <a:fillRect/>
              </a:stretch>
            </p:blipFill>
            <p:spPr>
              <a:xfrm>
                <a:off x="997439" y="5900782"/>
                <a:ext cx="162756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4" name="Ink 33">
                <a:extLst>
                  <a:ext uri="{FF2B5EF4-FFF2-40B4-BE49-F238E27FC236}">
                    <a16:creationId xmlns:a16="http://schemas.microsoft.com/office/drawing/2014/main" id="{7A267B7C-BB48-0620-A6B3-E4DC5A57E477}"/>
                  </a:ext>
                </a:extLst>
              </p14:cNvPr>
              <p14:cNvContentPartPr/>
              <p14:nvPr/>
            </p14:nvContentPartPr>
            <p14:xfrm>
              <a:off x="4795799" y="576742"/>
              <a:ext cx="2547360" cy="719640"/>
            </p14:xfrm>
          </p:contentPart>
        </mc:Choice>
        <mc:Fallback xmlns="">
          <p:pic>
            <p:nvPicPr>
              <p:cNvPr id="34" name="Ink 33">
                <a:extLst>
                  <a:ext uri="{FF2B5EF4-FFF2-40B4-BE49-F238E27FC236}">
                    <a16:creationId xmlns:a16="http://schemas.microsoft.com/office/drawing/2014/main" id="{7A267B7C-BB48-0620-A6B3-E4DC5A57E477}"/>
                  </a:ext>
                </a:extLst>
              </p:cNvPr>
              <p:cNvPicPr/>
              <p:nvPr/>
            </p:nvPicPr>
            <p:blipFill>
              <a:blip r:embed="rId14"/>
              <a:stretch>
                <a:fillRect/>
              </a:stretch>
            </p:blipFill>
            <p:spPr>
              <a:xfrm>
                <a:off x="4786799" y="568102"/>
                <a:ext cx="2565000" cy="737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8" name="Ink 77">
                <a:extLst>
                  <a:ext uri="{FF2B5EF4-FFF2-40B4-BE49-F238E27FC236}">
                    <a16:creationId xmlns:a16="http://schemas.microsoft.com/office/drawing/2014/main" id="{4AD8DAE6-A560-10B0-7ACB-4F013E44E0B6}"/>
                  </a:ext>
                </a:extLst>
              </p14:cNvPr>
              <p14:cNvContentPartPr/>
              <p14:nvPr/>
            </p14:nvContentPartPr>
            <p14:xfrm>
              <a:off x="3381359" y="1861942"/>
              <a:ext cx="586080" cy="22320"/>
            </p14:xfrm>
          </p:contentPart>
        </mc:Choice>
        <mc:Fallback xmlns="">
          <p:pic>
            <p:nvPicPr>
              <p:cNvPr id="78" name="Ink 77">
                <a:extLst>
                  <a:ext uri="{FF2B5EF4-FFF2-40B4-BE49-F238E27FC236}">
                    <a16:creationId xmlns:a16="http://schemas.microsoft.com/office/drawing/2014/main" id="{4AD8DAE6-A560-10B0-7ACB-4F013E44E0B6}"/>
                  </a:ext>
                </a:extLst>
              </p:cNvPr>
              <p:cNvPicPr/>
              <p:nvPr/>
            </p:nvPicPr>
            <p:blipFill>
              <a:blip r:embed="rId16"/>
              <a:stretch>
                <a:fillRect/>
              </a:stretch>
            </p:blipFill>
            <p:spPr>
              <a:xfrm>
                <a:off x="3372359" y="1852942"/>
                <a:ext cx="603720" cy="39960"/>
              </a:xfrm>
              <a:prstGeom prst="rect">
                <a:avLst/>
              </a:prstGeom>
            </p:spPr>
          </p:pic>
        </mc:Fallback>
      </mc:AlternateContent>
    </p:spTree>
    <p:extLst>
      <p:ext uri="{BB962C8B-B14F-4D97-AF65-F5344CB8AC3E}">
        <p14:creationId xmlns:p14="http://schemas.microsoft.com/office/powerpoint/2010/main" val="1549127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XML View</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754326"/>
          </a:xfrm>
          <a:prstGeom prst="rect">
            <a:avLst/>
          </a:prstGeom>
          <a:noFill/>
        </p:spPr>
        <p:txBody>
          <a:bodyPr wrap="square" rtlCol="0">
            <a:spAutoFit/>
          </a:bodyPr>
          <a:lstStyle/>
          <a:p>
            <a:pPr algn="just"/>
            <a:r>
              <a:rPr lang="en-US" b="1" dirty="0"/>
              <a:t>What is XML?</a:t>
            </a:r>
          </a:p>
          <a:p>
            <a:pPr marL="285750" indent="-285750" algn="just">
              <a:buFont typeface="Arial" panose="020B0604020202020204" pitchFamily="34" charset="0"/>
              <a:buChar char="•"/>
            </a:pPr>
            <a:r>
              <a:rPr lang="en-US" dirty="0"/>
              <a:t>XML stands for eXtensible Markup Language, it was originally developed to move data from one to another technology. It became popular to communicate between heterogeneous technologies.</a:t>
            </a:r>
          </a:p>
          <a:p>
            <a:pPr marL="285750" indent="-285750" algn="just">
              <a:buFont typeface="Arial" panose="020B0604020202020204" pitchFamily="34" charset="0"/>
              <a:buChar char="•"/>
            </a:pPr>
            <a:r>
              <a:rPr lang="en-US" dirty="0"/>
              <a:t>XML is a tree data structure. Unlike HTML, we can use custom tags. Every programming language must support XML.</a:t>
            </a:r>
          </a:p>
          <a:p>
            <a:pPr marL="285750" indent="-285750" algn="just">
              <a:buFont typeface="Arial" panose="020B0604020202020204" pitchFamily="34" charset="0"/>
              <a:buChar char="•"/>
            </a:pP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12" name="TextBox 11">
            <a:extLst>
              <a:ext uri="{FF2B5EF4-FFF2-40B4-BE49-F238E27FC236}">
                <a16:creationId xmlns:a16="http://schemas.microsoft.com/office/drawing/2014/main" id="{98B83472-C823-438D-A335-938B01D68937}"/>
              </a:ext>
            </a:extLst>
          </p:cNvPr>
          <p:cNvSpPr txBox="1"/>
          <p:nvPr/>
        </p:nvSpPr>
        <p:spPr>
          <a:xfrm>
            <a:off x="532813" y="4169616"/>
            <a:ext cx="6172200" cy="646331"/>
          </a:xfrm>
          <a:prstGeom prst="rect">
            <a:avLst/>
          </a:prstGeom>
          <a:noFill/>
        </p:spPr>
        <p:txBody>
          <a:bodyPr wrap="square">
            <a:spAutoFit/>
          </a:bodyPr>
          <a:lstStyle/>
          <a:p>
            <a:r>
              <a:rPr lang="en-US" dirty="0"/>
              <a:t>Data Objects </a:t>
            </a:r>
            <a:r>
              <a:rPr lang="en-US" dirty="0">
                <a:sym typeface="Wingdings" panose="05000000000000000000" pitchFamily="2" charset="2"/>
              </a:rPr>
              <a:t> XML – Rendering</a:t>
            </a:r>
          </a:p>
          <a:p>
            <a:r>
              <a:rPr lang="en-US" dirty="0">
                <a:sym typeface="Wingdings" panose="05000000000000000000" pitchFamily="2" charset="2"/>
              </a:rPr>
              <a:t>XML  Data Object – Parsing</a:t>
            </a:r>
          </a:p>
        </p:txBody>
      </p:sp>
      <p:grpSp>
        <p:nvGrpSpPr>
          <p:cNvPr id="13" name="Group 12">
            <a:extLst>
              <a:ext uri="{FF2B5EF4-FFF2-40B4-BE49-F238E27FC236}">
                <a16:creationId xmlns:a16="http://schemas.microsoft.com/office/drawing/2014/main" id="{B18077B9-0731-494B-8381-96B9D13AF57D}"/>
              </a:ext>
            </a:extLst>
          </p:cNvPr>
          <p:cNvGrpSpPr/>
          <p:nvPr/>
        </p:nvGrpSpPr>
        <p:grpSpPr>
          <a:xfrm>
            <a:off x="2437397" y="2257901"/>
            <a:ext cx="6810375" cy="1754326"/>
            <a:chOff x="1125860" y="3501008"/>
            <a:chExt cx="9721080" cy="1512168"/>
          </a:xfrm>
        </p:grpSpPr>
        <p:sp>
          <p:nvSpPr>
            <p:cNvPr id="14" name="Rectangle 13">
              <a:extLst>
                <a:ext uri="{FF2B5EF4-FFF2-40B4-BE49-F238E27FC236}">
                  <a16:creationId xmlns:a16="http://schemas.microsoft.com/office/drawing/2014/main" id="{E13FB919-F899-4872-ABDC-E600C8DAFA48}"/>
                </a:ext>
              </a:extLst>
            </p:cNvPr>
            <p:cNvSpPr/>
            <p:nvPr/>
          </p:nvSpPr>
          <p:spPr>
            <a:xfrm>
              <a:off x="1125860" y="3501008"/>
              <a:ext cx="2376264" cy="151216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Portal</a:t>
              </a:r>
            </a:p>
            <a:p>
              <a:pPr algn="ctr"/>
              <a:r>
                <a:rPr lang="en-US" dirty="0"/>
                <a:t>Java</a:t>
              </a:r>
            </a:p>
          </p:txBody>
        </p:sp>
        <p:sp>
          <p:nvSpPr>
            <p:cNvPr id="15" name="Rectangle 14">
              <a:extLst>
                <a:ext uri="{FF2B5EF4-FFF2-40B4-BE49-F238E27FC236}">
                  <a16:creationId xmlns:a16="http://schemas.microsoft.com/office/drawing/2014/main" id="{94EB4F47-968C-4A1F-BF60-A02C7C3A6FE6}"/>
                </a:ext>
              </a:extLst>
            </p:cNvPr>
            <p:cNvSpPr/>
            <p:nvPr/>
          </p:nvSpPr>
          <p:spPr>
            <a:xfrm>
              <a:off x="8470676" y="3501008"/>
              <a:ext cx="2376264" cy="1512168"/>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App </a:t>
              </a:r>
            </a:p>
            <a:p>
              <a:pPr algn="ctr"/>
              <a:r>
                <a:rPr lang="en-US" dirty="0"/>
                <a:t>ABAP</a:t>
              </a:r>
            </a:p>
            <a:p>
              <a:pPr algn="ctr"/>
              <a:r>
                <a:rPr lang="en-US" dirty="0"/>
                <a:t>If_ixml</a:t>
              </a:r>
            </a:p>
          </p:txBody>
        </p:sp>
        <p:sp>
          <p:nvSpPr>
            <p:cNvPr id="16" name="Arrow: Right 15">
              <a:extLst>
                <a:ext uri="{FF2B5EF4-FFF2-40B4-BE49-F238E27FC236}">
                  <a16:creationId xmlns:a16="http://schemas.microsoft.com/office/drawing/2014/main" id="{13DC4E90-D43D-48AB-9551-DFC63757EAE4}"/>
                </a:ext>
              </a:extLst>
            </p:cNvPr>
            <p:cNvSpPr/>
            <p:nvPr/>
          </p:nvSpPr>
          <p:spPr>
            <a:xfrm>
              <a:off x="3502124" y="3636672"/>
              <a:ext cx="4968552" cy="504056"/>
            </a:xfrm>
            <a:prstGeom prst="rightArrow">
              <a:avLst/>
            </a:prstGeom>
            <a:solidFill>
              <a:schemeClr val="accent1">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xml</a:t>
              </a:r>
            </a:p>
          </p:txBody>
        </p:sp>
        <p:sp>
          <p:nvSpPr>
            <p:cNvPr id="17" name="Arrow: Left 16">
              <a:extLst>
                <a:ext uri="{FF2B5EF4-FFF2-40B4-BE49-F238E27FC236}">
                  <a16:creationId xmlns:a16="http://schemas.microsoft.com/office/drawing/2014/main" id="{1956C7D1-48A1-4088-A498-C40EFBC6EE46}"/>
                </a:ext>
              </a:extLst>
            </p:cNvPr>
            <p:cNvSpPr/>
            <p:nvPr/>
          </p:nvSpPr>
          <p:spPr>
            <a:xfrm>
              <a:off x="3502124" y="4437111"/>
              <a:ext cx="4968552" cy="504056"/>
            </a:xfrm>
            <a:prstGeom prst="leftArrow">
              <a:avLst/>
            </a:prstGeom>
            <a:solidFill>
              <a:schemeClr val="accent1">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xml</a:t>
              </a:r>
            </a:p>
          </p:txBody>
        </p:sp>
      </p:grpSp>
      <p:sp>
        <p:nvSpPr>
          <p:cNvPr id="4" name="TextBox 3">
            <a:extLst>
              <a:ext uri="{FF2B5EF4-FFF2-40B4-BE49-F238E27FC236}">
                <a16:creationId xmlns:a16="http://schemas.microsoft.com/office/drawing/2014/main" id="{5FF6F524-6FDC-40B4-B2DC-B456F77842EC}"/>
              </a:ext>
            </a:extLst>
          </p:cNvPr>
          <p:cNvSpPr txBox="1"/>
          <p:nvPr/>
        </p:nvSpPr>
        <p:spPr>
          <a:xfrm>
            <a:off x="7562960" y="4272532"/>
            <a:ext cx="3915362"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solidFill>
                  <a:schemeClr val="tx1"/>
                </a:solidFill>
              </a:rPr>
              <a:t>Why XML View is better than other Views?</a:t>
            </a:r>
          </a:p>
          <a:p>
            <a:pPr marL="285750" indent="-285750">
              <a:buFont typeface="Arial" panose="020B0604020202020204" pitchFamily="34" charset="0"/>
              <a:buChar char="•"/>
            </a:pPr>
            <a:r>
              <a:rPr lang="en-US" dirty="0">
                <a:solidFill>
                  <a:schemeClr val="tx1"/>
                </a:solidFill>
              </a:rPr>
              <a:t>It is industry Standard.</a:t>
            </a:r>
          </a:p>
          <a:p>
            <a:pPr marL="285750" indent="-285750">
              <a:buFont typeface="Arial" panose="020B0604020202020204" pitchFamily="34" charset="0"/>
              <a:buChar char="•"/>
            </a:pPr>
            <a:r>
              <a:rPr lang="en-US" dirty="0">
                <a:solidFill>
                  <a:schemeClr val="tx1"/>
                </a:solidFill>
              </a:rPr>
              <a:t>XML handles the control id properly</a:t>
            </a:r>
          </a:p>
          <a:p>
            <a:pPr marL="285750" indent="-285750">
              <a:buFont typeface="Arial" panose="020B0604020202020204" pitchFamily="34" charset="0"/>
              <a:buChar char="•"/>
            </a:pPr>
            <a:r>
              <a:rPr lang="en-US" dirty="0">
                <a:solidFill>
                  <a:schemeClr val="tx1"/>
                </a:solidFill>
              </a:rPr>
              <a:t>XML rendering is faster </a:t>
            </a:r>
          </a:p>
          <a:p>
            <a:pPr marL="285750" indent="-285750">
              <a:buFont typeface="Arial" panose="020B0604020202020204" pitchFamily="34" charset="0"/>
              <a:buChar char="•"/>
            </a:pPr>
            <a:r>
              <a:rPr lang="en-US" dirty="0">
                <a:solidFill>
                  <a:schemeClr val="tx1"/>
                </a:solidFill>
              </a:rPr>
              <a:t>XML properly follows the MVC </a:t>
            </a:r>
          </a:p>
          <a:p>
            <a:r>
              <a:rPr lang="en-US" dirty="0">
                <a:solidFill>
                  <a:schemeClr val="tx1"/>
                </a:solidFill>
              </a:rPr>
              <a:t>      Architecture.</a:t>
            </a:r>
          </a:p>
          <a:p>
            <a:endParaRPr lang="en-US" dirty="0"/>
          </a:p>
        </p:txBody>
      </p:sp>
    </p:spTree>
    <p:extLst>
      <p:ext uri="{BB962C8B-B14F-4D97-AF65-F5344CB8AC3E}">
        <p14:creationId xmlns:p14="http://schemas.microsoft.com/office/powerpoint/2010/main" val="1373333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Structure of XML</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D80B709-EAB7-4DF1-B80C-A7B38EEA487D}"/>
              </a:ext>
            </a:extLst>
          </p:cNvPr>
          <p:cNvSpPr txBox="1"/>
          <p:nvPr/>
        </p:nvSpPr>
        <p:spPr>
          <a:xfrm>
            <a:off x="261764" y="899722"/>
            <a:ext cx="5024611" cy="3693319"/>
          </a:xfrm>
          <a:prstGeom prst="rect">
            <a:avLst/>
          </a:prstGeom>
          <a:noFill/>
        </p:spPr>
        <p:txBody>
          <a:bodyPr wrap="square" rtlCol="0">
            <a:spAutoFit/>
          </a:bodyPr>
          <a:lstStyle/>
          <a:p>
            <a:r>
              <a:rPr lang="en-US" dirty="0"/>
              <a:t>&lt;data&gt;</a:t>
            </a:r>
          </a:p>
          <a:p>
            <a:r>
              <a:rPr lang="en-US" dirty="0"/>
              <a:t>	&lt;empStr&gt;</a:t>
            </a:r>
          </a:p>
          <a:p>
            <a:r>
              <a:rPr lang="en-US" dirty="0"/>
              <a:t>		&lt;empId&gt;5000&lt;/empId&gt;</a:t>
            </a:r>
          </a:p>
          <a:p>
            <a:r>
              <a:rPr lang="en-US" dirty="0"/>
              <a:t>		&lt;empName&gt;Jack&lt;/empName&gt;</a:t>
            </a:r>
          </a:p>
          <a:p>
            <a:r>
              <a:rPr lang="en-US" dirty="0"/>
              <a:t>		&lt;salary&gt;9500&lt;/salary&gt;</a:t>
            </a:r>
          </a:p>
          <a:p>
            <a:r>
              <a:rPr lang="en-US" dirty="0"/>
              <a:t>		&lt;currency&gt;EUR&lt;/currency&gt;</a:t>
            </a:r>
          </a:p>
          <a:p>
            <a:r>
              <a:rPr lang="en-US" dirty="0"/>
              <a:t>	&lt;/empStr&gt;</a:t>
            </a:r>
          </a:p>
          <a:p>
            <a:r>
              <a:rPr lang="en-US" dirty="0"/>
              <a:t>	&lt;empTab&gt;</a:t>
            </a:r>
          </a:p>
          <a:p>
            <a:r>
              <a:rPr lang="en-US" dirty="0"/>
              <a:t>		&lt;row&gt;</a:t>
            </a:r>
          </a:p>
          <a:p>
            <a:r>
              <a:rPr lang="en-US" dirty="0"/>
              <a:t>			….</a:t>
            </a:r>
          </a:p>
          <a:p>
            <a:r>
              <a:rPr lang="en-US" dirty="0"/>
              <a:t>		&lt;/row&gt;</a:t>
            </a:r>
          </a:p>
          <a:p>
            <a:r>
              <a:rPr lang="en-US" dirty="0"/>
              <a:t>	&lt;/empTab&gt;</a:t>
            </a:r>
          </a:p>
          <a:p>
            <a:r>
              <a:rPr lang="en-US" dirty="0"/>
              <a:t>&lt;/data&gt;</a:t>
            </a:r>
          </a:p>
        </p:txBody>
      </p:sp>
      <p:pic>
        <p:nvPicPr>
          <p:cNvPr id="7" name="Picture 2">
            <a:extLst>
              <a:ext uri="{FF2B5EF4-FFF2-40B4-BE49-F238E27FC236}">
                <a16:creationId xmlns:a16="http://schemas.microsoft.com/office/drawing/2014/main" id="{A3CA04F6-E273-4D78-B710-4B2C21B5F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7648" y="1218810"/>
            <a:ext cx="2410215" cy="241021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7FEE048-5C6D-4AAB-B355-500CF764D461}"/>
              </a:ext>
            </a:extLst>
          </p:cNvPr>
          <p:cNvSpPr txBox="1"/>
          <p:nvPr/>
        </p:nvSpPr>
        <p:spPr>
          <a:xfrm>
            <a:off x="261764" y="4727172"/>
            <a:ext cx="3638550" cy="400110"/>
          </a:xfrm>
          <a:prstGeom prst="rect">
            <a:avLst/>
          </a:prstGeom>
          <a:noFill/>
        </p:spPr>
        <p:txBody>
          <a:bodyPr wrap="square" rtlCol="0">
            <a:spAutoFit/>
          </a:bodyPr>
          <a:lstStyle/>
          <a:p>
            <a:r>
              <a:rPr lang="en-US" sz="2000" b="1" u="sng" dirty="0"/>
              <a:t>Skeleton of XML View</a:t>
            </a:r>
          </a:p>
        </p:txBody>
      </p:sp>
      <p:sp>
        <p:nvSpPr>
          <p:cNvPr id="10" name="TextBox 9">
            <a:extLst>
              <a:ext uri="{FF2B5EF4-FFF2-40B4-BE49-F238E27FC236}">
                <a16:creationId xmlns:a16="http://schemas.microsoft.com/office/drawing/2014/main" id="{0C56D13F-C451-4B1B-BB04-7D983E4F16EA}"/>
              </a:ext>
            </a:extLst>
          </p:cNvPr>
          <p:cNvSpPr txBox="1"/>
          <p:nvPr/>
        </p:nvSpPr>
        <p:spPr>
          <a:xfrm>
            <a:off x="261764" y="5083611"/>
            <a:ext cx="9115426" cy="1477328"/>
          </a:xfrm>
          <a:prstGeom prst="rect">
            <a:avLst/>
          </a:prstGeom>
          <a:noFill/>
        </p:spPr>
        <p:txBody>
          <a:bodyPr wrap="square">
            <a:spAutoFit/>
          </a:bodyPr>
          <a:lstStyle/>
          <a:p>
            <a:pPr algn="just"/>
            <a:r>
              <a:rPr lang="en-US" dirty="0"/>
              <a:t>&lt;</a:t>
            </a:r>
            <a:r>
              <a:rPr lang="en-US" b="1" dirty="0" err="1"/>
              <a:t>mvc:</a:t>
            </a:r>
            <a:r>
              <a:rPr lang="en-US" dirty="0" err="1"/>
              <a:t>View</a:t>
            </a:r>
            <a:r>
              <a:rPr lang="en-US" dirty="0"/>
              <a:t> </a:t>
            </a:r>
            <a:r>
              <a:rPr lang="en-US" b="1" dirty="0" err="1"/>
              <a:t>xmlns:mvc</a:t>
            </a:r>
            <a:r>
              <a:rPr lang="en-US" b="1" dirty="0"/>
              <a:t>=“</a:t>
            </a:r>
            <a:r>
              <a:rPr lang="en-US" b="1" dirty="0" err="1"/>
              <a:t>sap.ui.core.mvc</a:t>
            </a:r>
            <a:r>
              <a:rPr lang="en-US" b="1" dirty="0"/>
              <a:t>” </a:t>
            </a:r>
            <a:r>
              <a:rPr lang="en-US" b="1" dirty="0" err="1">
                <a:solidFill>
                  <a:srgbClr val="C00000"/>
                </a:solidFill>
              </a:rPr>
              <a:t>xmlns</a:t>
            </a:r>
            <a:r>
              <a:rPr lang="en-US" b="1" dirty="0"/>
              <a:t>=“</a:t>
            </a:r>
            <a:r>
              <a:rPr lang="en-US" b="1" dirty="0" err="1"/>
              <a:t>sap.m</a:t>
            </a:r>
            <a:r>
              <a:rPr lang="en-US" b="1" dirty="0"/>
              <a:t>” </a:t>
            </a:r>
            <a:r>
              <a:rPr lang="en-US" dirty="0" err="1"/>
              <a:t>controllerName</a:t>
            </a:r>
            <a:r>
              <a:rPr lang="en-US" dirty="0"/>
              <a:t>=“</a:t>
            </a:r>
            <a:r>
              <a:rPr lang="en-US" dirty="0" err="1"/>
              <a:t>pathOfContro</a:t>
            </a:r>
            <a:r>
              <a:rPr lang="en-US" dirty="0"/>
              <a:t>.”&gt;</a:t>
            </a:r>
          </a:p>
          <a:p>
            <a:pPr algn="just"/>
            <a:endParaRPr lang="en-US" dirty="0"/>
          </a:p>
          <a:p>
            <a:r>
              <a:rPr lang="en-US" dirty="0"/>
              <a:t>	&lt;Button text=“Click Me”&gt;&lt;/Button&gt;</a:t>
            </a:r>
          </a:p>
          <a:p>
            <a:endParaRPr lang="en-US" dirty="0"/>
          </a:p>
          <a:p>
            <a:r>
              <a:rPr lang="en-US" dirty="0"/>
              <a:t>&lt;/</a:t>
            </a:r>
            <a:r>
              <a:rPr lang="en-US" b="1" dirty="0" err="1"/>
              <a:t>mvc:</a:t>
            </a:r>
            <a:r>
              <a:rPr lang="en-US" dirty="0" err="1"/>
              <a:t>View</a:t>
            </a:r>
            <a:r>
              <a:rPr lang="en-US" dirty="0"/>
              <a:t>&gt;</a:t>
            </a:r>
          </a:p>
        </p:txBody>
      </p:sp>
      <p:cxnSp>
        <p:nvCxnSpPr>
          <p:cNvPr id="11" name="Straight Arrow Connector 10">
            <a:extLst>
              <a:ext uri="{FF2B5EF4-FFF2-40B4-BE49-F238E27FC236}">
                <a16:creationId xmlns:a16="http://schemas.microsoft.com/office/drawing/2014/main" id="{4CE0A108-EB5A-4DAC-82D4-63C128553ED7}"/>
              </a:ext>
            </a:extLst>
          </p:cNvPr>
          <p:cNvCxnSpPr/>
          <p:nvPr/>
        </p:nvCxnSpPr>
        <p:spPr>
          <a:xfrm>
            <a:off x="1057275" y="1093358"/>
            <a:ext cx="482917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2" name="TextBox 11">
            <a:extLst>
              <a:ext uri="{FF2B5EF4-FFF2-40B4-BE49-F238E27FC236}">
                <a16:creationId xmlns:a16="http://schemas.microsoft.com/office/drawing/2014/main" id="{E5ED50A4-3C67-4A57-AEAD-49067309AAEA}"/>
              </a:ext>
            </a:extLst>
          </p:cNvPr>
          <p:cNvSpPr txBox="1"/>
          <p:nvPr/>
        </p:nvSpPr>
        <p:spPr>
          <a:xfrm>
            <a:off x="5886450" y="899721"/>
            <a:ext cx="18669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Root Element</a:t>
            </a:r>
          </a:p>
        </p:txBody>
      </p:sp>
      <p:sp>
        <p:nvSpPr>
          <p:cNvPr id="13" name="TextBox 12">
            <a:extLst>
              <a:ext uri="{FF2B5EF4-FFF2-40B4-BE49-F238E27FC236}">
                <a16:creationId xmlns:a16="http://schemas.microsoft.com/office/drawing/2014/main" id="{C84AB250-7738-475F-A0AE-1EC45EE44277}"/>
              </a:ext>
            </a:extLst>
          </p:cNvPr>
          <p:cNvSpPr txBox="1"/>
          <p:nvPr/>
        </p:nvSpPr>
        <p:spPr>
          <a:xfrm>
            <a:off x="5907768" y="1837503"/>
            <a:ext cx="18669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Child Element of &lt;data&gt; tag</a:t>
            </a:r>
          </a:p>
        </p:txBody>
      </p:sp>
      <p:cxnSp>
        <p:nvCxnSpPr>
          <p:cNvPr id="14" name="Connector: Elbow 13">
            <a:extLst>
              <a:ext uri="{FF2B5EF4-FFF2-40B4-BE49-F238E27FC236}">
                <a16:creationId xmlns:a16="http://schemas.microsoft.com/office/drawing/2014/main" id="{CFA9827D-303C-409B-8F90-DDC3D251A862}"/>
              </a:ext>
            </a:extLst>
          </p:cNvPr>
          <p:cNvCxnSpPr>
            <a:cxnSpLocks/>
            <a:endCxn id="13" idx="0"/>
          </p:cNvCxnSpPr>
          <p:nvPr/>
        </p:nvCxnSpPr>
        <p:spPr>
          <a:xfrm>
            <a:off x="2283732" y="1371222"/>
            <a:ext cx="4557486" cy="466281"/>
          </a:xfrm>
          <a:prstGeom prst="bentConnector2">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5" name="Connector: Elbow 14">
            <a:extLst>
              <a:ext uri="{FF2B5EF4-FFF2-40B4-BE49-F238E27FC236}">
                <a16:creationId xmlns:a16="http://schemas.microsoft.com/office/drawing/2014/main" id="{84FDBA70-0BA0-4BDB-80CD-62A6FE2AC578}"/>
              </a:ext>
            </a:extLst>
          </p:cNvPr>
          <p:cNvCxnSpPr>
            <a:cxnSpLocks/>
            <a:endCxn id="13" idx="2"/>
          </p:cNvCxnSpPr>
          <p:nvPr/>
        </p:nvCxnSpPr>
        <p:spPr>
          <a:xfrm flipV="1">
            <a:off x="2283732" y="2483834"/>
            <a:ext cx="4557486" cy="535214"/>
          </a:xfrm>
          <a:prstGeom prst="bentConnector2">
            <a:avLst/>
          </a:prstGeom>
          <a:ln>
            <a:tailEnd type="triangle"/>
          </a:ln>
        </p:spPr>
        <p:style>
          <a:lnRef idx="3">
            <a:schemeClr val="accent5"/>
          </a:lnRef>
          <a:fillRef idx="0">
            <a:schemeClr val="accent5"/>
          </a:fillRef>
          <a:effectRef idx="2">
            <a:schemeClr val="accent5"/>
          </a:effectRef>
          <a:fontRef idx="minor">
            <a:schemeClr val="tx1"/>
          </a:fontRef>
        </p:style>
      </p:cxnSp>
      <p:sp>
        <p:nvSpPr>
          <p:cNvPr id="16" name="TextBox 15">
            <a:extLst>
              <a:ext uri="{FF2B5EF4-FFF2-40B4-BE49-F238E27FC236}">
                <a16:creationId xmlns:a16="http://schemas.microsoft.com/office/drawing/2014/main" id="{4C92F997-D89B-4FEC-8757-D47B946A6FBD}"/>
              </a:ext>
            </a:extLst>
          </p:cNvPr>
          <p:cNvSpPr txBox="1"/>
          <p:nvPr/>
        </p:nvSpPr>
        <p:spPr>
          <a:xfrm>
            <a:off x="5907768" y="3375487"/>
            <a:ext cx="18669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Child Element of &lt;empStr&gt; tag</a:t>
            </a:r>
          </a:p>
        </p:txBody>
      </p:sp>
      <p:sp>
        <p:nvSpPr>
          <p:cNvPr id="17" name="Right Brace 16">
            <a:extLst>
              <a:ext uri="{FF2B5EF4-FFF2-40B4-BE49-F238E27FC236}">
                <a16:creationId xmlns:a16="http://schemas.microsoft.com/office/drawing/2014/main" id="{A766096A-8554-4269-8776-FFCFA05B81FC}"/>
              </a:ext>
            </a:extLst>
          </p:cNvPr>
          <p:cNvSpPr/>
          <p:nvPr/>
        </p:nvSpPr>
        <p:spPr>
          <a:xfrm>
            <a:off x="4972050" y="1485900"/>
            <a:ext cx="314325" cy="10961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Connector: Elbow 17">
            <a:extLst>
              <a:ext uri="{FF2B5EF4-FFF2-40B4-BE49-F238E27FC236}">
                <a16:creationId xmlns:a16="http://schemas.microsoft.com/office/drawing/2014/main" id="{8471D421-7AE5-4740-ADE6-9F27FB26326C}"/>
              </a:ext>
            </a:extLst>
          </p:cNvPr>
          <p:cNvCxnSpPr>
            <a:cxnSpLocks/>
            <a:stCxn id="17" idx="1"/>
            <a:endCxn id="16" idx="1"/>
          </p:cNvCxnSpPr>
          <p:nvPr/>
        </p:nvCxnSpPr>
        <p:spPr>
          <a:xfrm rot="10800000" flipH="1" flipV="1">
            <a:off x="5286374" y="2033963"/>
            <a:ext cx="621393" cy="1664690"/>
          </a:xfrm>
          <a:prstGeom prst="bentConnector3">
            <a:avLst>
              <a:gd name="adj1" fmla="val 48462"/>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6617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4" name="Footer Placeholder 45">
            <a:extLst>
              <a:ext uri="{FF2B5EF4-FFF2-40B4-BE49-F238E27FC236}">
                <a16:creationId xmlns:a16="http://schemas.microsoft.com/office/drawing/2014/main" id="{90E33047-DFF5-4690-8905-31E4C115EFDC}"/>
              </a:ext>
            </a:extLst>
          </p:cNvPr>
          <p:cNvSpPr>
            <a:spLocks noGrp="1"/>
          </p:cNvSpPr>
          <p:nvPr>
            <p:ph type="ftr" sz="quarter" idx="11"/>
          </p:nvPr>
        </p:nvSpPr>
        <p:spPr>
          <a:xfrm>
            <a:off x="10123055" y="6548582"/>
            <a:ext cx="2225295" cy="203620"/>
          </a:xfrm>
        </p:spPr>
        <p:txBody>
          <a:bodyPr/>
          <a:lstStyle/>
          <a:p>
            <a:r>
              <a:rPr lang="en-US" b="1" dirty="0">
                <a:solidFill>
                  <a:schemeClr val="tx1"/>
                </a:solidFill>
              </a:rPr>
              <a:t>Trainer: 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pic>
        <p:nvPicPr>
          <p:cNvPr id="8" name="Picture 7">
            <a:extLst>
              <a:ext uri="{FF2B5EF4-FFF2-40B4-BE49-F238E27FC236}">
                <a16:creationId xmlns:a16="http://schemas.microsoft.com/office/drawing/2014/main" id="{C22BC072-3193-7B45-9313-D2D8113896B4}"/>
              </a:ext>
            </a:extLst>
          </p:cNvPr>
          <p:cNvPicPr>
            <a:picLocks noChangeAspect="1"/>
          </p:cNvPicPr>
          <p:nvPr/>
        </p:nvPicPr>
        <p:blipFill rotWithShape="1">
          <a:blip r:embed="rId3"/>
          <a:srcRect t="7822" b="7822"/>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2FF912B5-CB91-984A-A326-06D0A1B895C3}"/>
              </a:ext>
            </a:extLst>
          </p:cNvPr>
          <p:cNvSpPr/>
          <p:nvPr/>
        </p:nvSpPr>
        <p:spPr>
          <a:xfrm>
            <a:off x="-2415" y="-2412"/>
            <a:ext cx="12192001" cy="6858000"/>
          </a:xfrm>
          <a:prstGeom prst="roundRect">
            <a:avLst>
              <a:gd name="adj" fmla="val 0"/>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FD415253-65BB-C843-B5D8-DB41A0DCD078}"/>
              </a:ext>
            </a:extLst>
          </p:cNvPr>
          <p:cNvSpPr/>
          <p:nvPr/>
        </p:nvSpPr>
        <p:spPr>
          <a:xfrm>
            <a:off x="4057611" y="3011089"/>
            <a:ext cx="4071949"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End of Day 8</a:t>
            </a:r>
          </a:p>
        </p:txBody>
      </p:sp>
    </p:spTree>
    <p:extLst>
      <p:ext uri="{BB962C8B-B14F-4D97-AF65-F5344CB8AC3E}">
        <p14:creationId xmlns:p14="http://schemas.microsoft.com/office/powerpoint/2010/main" val="3991243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Vector | Flat people with question marks background">
            <a:extLst>
              <a:ext uri="{FF2B5EF4-FFF2-40B4-BE49-F238E27FC236}">
                <a16:creationId xmlns:a16="http://schemas.microsoft.com/office/drawing/2014/main" id="{E158EC70-4769-4E41-A278-C90EC4E48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2246"/>
          <a:stretch/>
        </p:blipFill>
        <p:spPr bwMode="auto">
          <a:xfrm>
            <a:off x="1848418" y="648942"/>
            <a:ext cx="7599507" cy="59088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4C3DB2-D47E-4B94-804B-87AF1FDEF86E}"/>
              </a:ext>
            </a:extLst>
          </p:cNvPr>
          <p:cNvSpPr txBox="1"/>
          <p:nvPr/>
        </p:nvSpPr>
        <p:spPr>
          <a:xfrm>
            <a:off x="4535055" y="1052946"/>
            <a:ext cx="5588000" cy="769441"/>
          </a:xfrm>
          <a:prstGeom prst="rect">
            <a:avLst/>
          </a:prstGeom>
          <a:noFill/>
        </p:spPr>
        <p:txBody>
          <a:bodyPr wrap="square" rtlCol="0">
            <a:spAutoFit/>
          </a:bodyPr>
          <a:lstStyle/>
          <a:p>
            <a:r>
              <a:rPr lang="en-US" sz="4400" b="1" dirty="0"/>
              <a:t>Questions</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57951"/>
            <a:ext cx="716699" cy="707887"/>
          </a:xfrm>
          <a:prstGeom prst="rect">
            <a:avLst/>
          </a:prstGeom>
        </p:spPr>
      </p:pic>
      <p:sp>
        <p:nvSpPr>
          <p:cNvPr id="9" name="Footer Placeholder 45">
            <a:extLst>
              <a:ext uri="{FF2B5EF4-FFF2-40B4-BE49-F238E27FC236}">
                <a16:creationId xmlns:a16="http://schemas.microsoft.com/office/drawing/2014/main" id="{1E8E93DB-81E4-442B-B897-F702263718B2}"/>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08118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ki Jumping Arena - Free Presentation Templates">
            <a:extLst>
              <a:ext uri="{FF2B5EF4-FFF2-40B4-BE49-F238E27FC236}">
                <a16:creationId xmlns:a16="http://schemas.microsoft.com/office/drawing/2014/main" id="{B0D7E6A1-F72A-4F69-B4FB-A4ED7A0C6C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46" b="224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910833" y="3561520"/>
            <a:ext cx="66293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spc="-150" dirty="0">
                <a:solidFill>
                  <a:prstClr val="white"/>
                </a:solidFill>
                <a:latin typeface="Calibri" panose="020F0502020204030204"/>
              </a:rPr>
              <a:t>Sakshi Gupta</a:t>
            </a:r>
            <a:endParaRPr kumimoji="0" lang="en-US" sz="3600" b="0" i="0" u="none" strike="noStrike" kern="1200" cap="none" spc="-15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364" y="0"/>
            <a:ext cx="1977514" cy="1953200"/>
          </a:xfrm>
          <a:prstGeom prst="rect">
            <a:avLst/>
          </a:prstGeom>
        </p:spPr>
      </p:pic>
    </p:spTree>
    <p:extLst>
      <p:ext uri="{BB962C8B-B14F-4D97-AF65-F5344CB8AC3E}">
        <p14:creationId xmlns:p14="http://schemas.microsoft.com/office/powerpoint/2010/main" val="13200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2140</TotalTime>
  <Words>1701</Words>
  <Application>Microsoft Office PowerPoint</Application>
  <PresentationFormat>Widescreen</PresentationFormat>
  <Paragraphs>238</Paragraphs>
  <Slides>18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72</vt:lpstr>
      <vt:lpstr>Arial</vt:lpstr>
      <vt:lpstr>Calibri</vt:lpstr>
      <vt:lpstr>Calibri Light</vt:lpstr>
      <vt:lpstr>Cooper Black</vt:lpstr>
      <vt:lpstr>Menlo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12</cp:revision>
  <dcterms:created xsi:type="dcterms:W3CDTF">2023-08-10T16:09:42Z</dcterms:created>
  <dcterms:modified xsi:type="dcterms:W3CDTF">2026-04-24T02:41:16Z</dcterms:modified>
</cp:coreProperties>
</file>